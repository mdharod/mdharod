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7E_372D8B8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81_7CA8BD41.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354" r:id="rId2"/>
    <p:sldId id="382" r:id="rId3"/>
    <p:sldId id="378" r:id="rId4"/>
    <p:sldId id="383" r:id="rId5"/>
    <p:sldId id="384" r:id="rId6"/>
    <p:sldId id="385" r:id="rId7"/>
    <p:sldId id="386" r:id="rId8"/>
    <p:sldId id="387" r:id="rId9"/>
    <p:sldId id="388" r:id="rId10"/>
    <p:sldId id="392" r:id="rId11"/>
    <p:sldId id="389" r:id="rId12"/>
    <p:sldId id="390" r:id="rId13"/>
    <p:sldId id="39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86A7ED1B-4987-28FF-32FC-67424692AB82}" name="Alex Cowan" initials="AC" userId="S::acowan@equinix.com::83be38b7-4433-4369-89f4-779e23180948" providerId="AD"/>
  <p188:author id="{86C7B0C2-ADA8-318B-B090-A789B582F97D}" name="Sio Fan Chan" initials="SC" userId="S::siofchan@ap.equinix.com::57cd7094-0dab-4432-91a1-88f4f4d97e8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6A0D3-85BC-4EF5-8749-A86ADC94ADB6}" v="3" dt="2026-01-15T18:14:43.354"/>
    <p1510:client id="{16DCA528-1281-F1B7-1A66-B4CFD88F4826}" v="2083" dt="2026-01-15T18:20:55.714"/>
    <p1510:client id="{9DFC9715-0C80-1617-EFD2-0E010AB71DAB}" v="577" dt="2026-01-16T18:53:42.746"/>
    <p1510:client id="{E54A1D2F-9299-4206-A0A4-48FB573500B0}" v="2" dt="2026-01-15T17:58:21.5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Cowan" userId="S::acowan@equinix.com::83be38b7-4433-4369-89f4-779e23180948" providerId="AD" clId="Web-{A4D0C608-45D3-1CDC-5FD7-1057C3CDEC8C}"/>
    <pc:docChg chg="addSld delSld modSld">
      <pc:chgData name="Alex Cowan" userId="S::acowan@equinix.com::83be38b7-4433-4369-89f4-779e23180948" providerId="AD" clId="Web-{A4D0C608-45D3-1CDC-5FD7-1057C3CDEC8C}" dt="2026-01-07T18:22:32.704" v="1253" actId="14100"/>
      <pc:docMkLst>
        <pc:docMk/>
      </pc:docMkLst>
      <pc:sldChg chg="modSp add">
        <pc:chgData name="Alex Cowan" userId="S::acowan@equinix.com::83be38b7-4433-4369-89f4-779e23180948" providerId="AD" clId="Web-{A4D0C608-45D3-1CDC-5FD7-1057C3CDEC8C}" dt="2026-01-07T17:26:43.766" v="14" actId="20577"/>
        <pc:sldMkLst>
          <pc:docMk/>
          <pc:sldMk cId="4122740743" sldId="354"/>
        </pc:sldMkLst>
        <pc:spChg chg="mod">
          <ac:chgData name="Alex Cowan" userId="S::acowan@equinix.com::83be38b7-4433-4369-89f4-779e23180948" providerId="AD" clId="Web-{A4D0C608-45D3-1CDC-5FD7-1057C3CDEC8C}" dt="2026-01-07T17:26:41.203" v="13" actId="20577"/>
          <ac:spMkLst>
            <pc:docMk/>
            <pc:sldMk cId="4122740743" sldId="354"/>
            <ac:spMk id="3" creationId="{05FB72BA-4494-9FCC-E8C3-54FB1564CC6B}"/>
          </ac:spMkLst>
        </pc:spChg>
        <pc:spChg chg="mod">
          <ac:chgData name="Alex Cowan" userId="S::acowan@equinix.com::83be38b7-4433-4369-89f4-779e23180948" providerId="AD" clId="Web-{A4D0C608-45D3-1CDC-5FD7-1057C3CDEC8C}" dt="2026-01-07T17:26:43.766" v="14" actId="20577"/>
          <ac:spMkLst>
            <pc:docMk/>
            <pc:sldMk cId="4122740743" sldId="354"/>
            <ac:spMk id="4" creationId="{FD2B0F21-AB16-54CA-D7B8-1A7123536627}"/>
          </ac:spMkLst>
        </pc:spChg>
      </pc:sldChg>
      <pc:sldChg chg="addSp delSp modSp add">
        <pc:chgData name="Alex Cowan" userId="S::acowan@equinix.com::83be38b7-4433-4369-89f4-779e23180948" providerId="AD" clId="Web-{A4D0C608-45D3-1CDC-5FD7-1057C3CDEC8C}" dt="2026-01-07T18:06:20.898" v="1229" actId="1076"/>
        <pc:sldMkLst>
          <pc:docMk/>
          <pc:sldMk cId="705801565" sldId="378"/>
        </pc:sldMkLst>
        <pc:spChg chg="mod">
          <ac:chgData name="Alex Cowan" userId="S::acowan@equinix.com::83be38b7-4433-4369-89f4-779e23180948" providerId="AD" clId="Web-{A4D0C608-45D3-1CDC-5FD7-1057C3CDEC8C}" dt="2026-01-07T17:29:36.127" v="62" actId="20577"/>
          <ac:spMkLst>
            <pc:docMk/>
            <pc:sldMk cId="705801565" sldId="378"/>
            <ac:spMk id="4" creationId="{F66A9159-ECA6-D1A7-38F1-B3DA6F620342}"/>
          </ac:spMkLst>
        </pc:spChg>
        <pc:spChg chg="mod">
          <ac:chgData name="Alex Cowan" userId="S::acowan@equinix.com::83be38b7-4433-4369-89f4-779e23180948" providerId="AD" clId="Web-{A4D0C608-45D3-1CDC-5FD7-1057C3CDEC8C}" dt="2026-01-07T18:06:20.898" v="1229" actId="1076"/>
          <ac:spMkLst>
            <pc:docMk/>
            <pc:sldMk cId="705801565" sldId="378"/>
            <ac:spMk id="6" creationId="{2F269E7E-243C-EDF7-8E22-12278390612F}"/>
          </ac:spMkLst>
        </pc:spChg>
        <pc:picChg chg="add mod modCrop">
          <ac:chgData name="Alex Cowan" userId="S::acowan@equinix.com::83be38b7-4433-4369-89f4-779e23180948" providerId="AD" clId="Web-{A4D0C608-45D3-1CDC-5FD7-1057C3CDEC8C}" dt="2026-01-07T17:33:41.253" v="251" actId="1076"/>
          <ac:picMkLst>
            <pc:docMk/>
            <pc:sldMk cId="705801565" sldId="378"/>
            <ac:picMk id="5" creationId="{A097FF5B-8AF0-DE55-62E9-7789AA3C86D6}"/>
          </ac:picMkLst>
        </pc:picChg>
      </pc:sldChg>
      <pc:sldChg chg="addSp delSp modSp add">
        <pc:chgData name="Alex Cowan" userId="S::acowan@equinix.com::83be38b7-4433-4369-89f4-779e23180948" providerId="AD" clId="Web-{A4D0C608-45D3-1CDC-5FD7-1057C3CDEC8C}" dt="2026-01-07T17:28:49.814" v="50" actId="20577"/>
        <pc:sldMkLst>
          <pc:docMk/>
          <pc:sldMk cId="925731712" sldId="382"/>
        </pc:sldMkLst>
        <pc:spChg chg="mod">
          <ac:chgData name="Alex Cowan" userId="S::acowan@equinix.com::83be38b7-4433-4369-89f4-779e23180948" providerId="AD" clId="Web-{A4D0C608-45D3-1CDC-5FD7-1057C3CDEC8C}" dt="2026-01-07T17:28:22.032" v="36" actId="20577"/>
          <ac:spMkLst>
            <pc:docMk/>
            <pc:sldMk cId="925731712" sldId="382"/>
            <ac:spMk id="4" creationId="{2941E778-40B1-6629-DBD2-8C26C0F1E23B}"/>
          </ac:spMkLst>
        </pc:spChg>
        <pc:spChg chg="add mod">
          <ac:chgData name="Alex Cowan" userId="S::acowan@equinix.com::83be38b7-4433-4369-89f4-779e23180948" providerId="AD" clId="Web-{A4D0C608-45D3-1CDC-5FD7-1057C3CDEC8C}" dt="2026-01-07T17:28:49.814" v="50" actId="20577"/>
          <ac:spMkLst>
            <pc:docMk/>
            <pc:sldMk cId="925731712" sldId="382"/>
            <ac:spMk id="13" creationId="{A54D3917-466D-9404-11CF-B1C7DAAE0212}"/>
          </ac:spMkLst>
        </pc:spChg>
      </pc:sldChg>
      <pc:sldChg chg="addSp delSp modSp add replId">
        <pc:chgData name="Alex Cowan" userId="S::acowan@equinix.com::83be38b7-4433-4369-89f4-779e23180948" providerId="AD" clId="Web-{A4D0C608-45D3-1CDC-5FD7-1057C3CDEC8C}" dt="2026-01-07T18:06:35.085" v="1232" actId="14100"/>
        <pc:sldMkLst>
          <pc:docMk/>
          <pc:sldMk cId="1361907824" sldId="383"/>
        </pc:sldMkLst>
        <pc:spChg chg="mod">
          <ac:chgData name="Alex Cowan" userId="S::acowan@equinix.com::83be38b7-4433-4369-89f4-779e23180948" providerId="AD" clId="Web-{A4D0C608-45D3-1CDC-5FD7-1057C3CDEC8C}" dt="2026-01-07T17:33:53.378" v="255" actId="20577"/>
          <ac:spMkLst>
            <pc:docMk/>
            <pc:sldMk cId="1361907824" sldId="383"/>
            <ac:spMk id="4" creationId="{AFF24AB6-7A7A-0669-F16E-F0C91108FA4C}"/>
          </ac:spMkLst>
        </pc:spChg>
        <pc:spChg chg="mod">
          <ac:chgData name="Alex Cowan" userId="S::acowan@equinix.com::83be38b7-4433-4369-89f4-779e23180948" providerId="AD" clId="Web-{A4D0C608-45D3-1CDC-5FD7-1057C3CDEC8C}" dt="2026-01-07T18:06:35.085" v="1232" actId="14100"/>
          <ac:spMkLst>
            <pc:docMk/>
            <pc:sldMk cId="1361907824" sldId="383"/>
            <ac:spMk id="6" creationId="{CBA16406-8A26-DC55-0A76-99B60B5E6AE2}"/>
          </ac:spMkLst>
        </pc:spChg>
        <pc:picChg chg="add mod">
          <ac:chgData name="Alex Cowan" userId="S::acowan@equinix.com::83be38b7-4433-4369-89f4-779e23180948" providerId="AD" clId="Web-{A4D0C608-45D3-1CDC-5FD7-1057C3CDEC8C}" dt="2026-01-07T17:34:48.332" v="258" actId="1076"/>
          <ac:picMkLst>
            <pc:docMk/>
            <pc:sldMk cId="1361907824" sldId="383"/>
            <ac:picMk id="7" creationId="{1EBC806C-67EA-E6B4-CA5E-ED4E6E6D96D4}"/>
          </ac:picMkLst>
        </pc:picChg>
      </pc:sldChg>
      <pc:sldChg chg="addSp delSp modSp add replId">
        <pc:chgData name="Alex Cowan" userId="S::acowan@equinix.com::83be38b7-4433-4369-89f4-779e23180948" providerId="AD" clId="Web-{A4D0C608-45D3-1CDC-5FD7-1057C3CDEC8C}" dt="2026-01-07T18:07:24.273" v="1241" actId="20577"/>
        <pc:sldMkLst>
          <pc:docMk/>
          <pc:sldMk cId="443700379" sldId="384"/>
        </pc:sldMkLst>
        <pc:spChg chg="mod">
          <ac:chgData name="Alex Cowan" userId="S::acowan@equinix.com::83be38b7-4433-4369-89f4-779e23180948" providerId="AD" clId="Web-{A4D0C608-45D3-1CDC-5FD7-1057C3CDEC8C}" dt="2026-01-07T17:36:20.926" v="336" actId="20577"/>
          <ac:spMkLst>
            <pc:docMk/>
            <pc:sldMk cId="443700379" sldId="384"/>
            <ac:spMk id="4" creationId="{D4170884-F7B0-7CF4-9E26-779B4A365F98}"/>
          </ac:spMkLst>
        </pc:spChg>
        <pc:spChg chg="mod">
          <ac:chgData name="Alex Cowan" userId="S::acowan@equinix.com::83be38b7-4433-4369-89f4-779e23180948" providerId="AD" clId="Web-{A4D0C608-45D3-1CDC-5FD7-1057C3CDEC8C}" dt="2026-01-07T18:07:24.273" v="1241" actId="20577"/>
          <ac:spMkLst>
            <pc:docMk/>
            <pc:sldMk cId="443700379" sldId="384"/>
            <ac:spMk id="6" creationId="{CFD96020-4CBB-4A64-4C88-5AE5771924DD}"/>
          </ac:spMkLst>
        </pc:spChg>
        <pc:picChg chg="add mod">
          <ac:chgData name="Alex Cowan" userId="S::acowan@equinix.com::83be38b7-4433-4369-89f4-779e23180948" providerId="AD" clId="Web-{A4D0C608-45D3-1CDC-5FD7-1057C3CDEC8C}" dt="2026-01-07T17:38:05.926" v="473" actId="1076"/>
          <ac:picMkLst>
            <pc:docMk/>
            <pc:sldMk cId="443700379" sldId="384"/>
            <ac:picMk id="5" creationId="{8933B5C7-F5B2-3846-1B9C-3E956EBC5C3E}"/>
          </ac:picMkLst>
        </pc:picChg>
      </pc:sldChg>
      <pc:sldChg chg="addSp delSp modSp add replId">
        <pc:chgData name="Alex Cowan" userId="S::acowan@equinix.com::83be38b7-4433-4369-89f4-779e23180948" providerId="AD" clId="Web-{A4D0C608-45D3-1CDC-5FD7-1057C3CDEC8C}" dt="2026-01-07T18:07:29.007" v="1242" actId="20577"/>
        <pc:sldMkLst>
          <pc:docMk/>
          <pc:sldMk cId="2091433281" sldId="385"/>
        </pc:sldMkLst>
        <pc:spChg chg="mod">
          <ac:chgData name="Alex Cowan" userId="S::acowan@equinix.com::83be38b7-4433-4369-89f4-779e23180948" providerId="AD" clId="Web-{A4D0C608-45D3-1CDC-5FD7-1057C3CDEC8C}" dt="2026-01-07T17:38:46.473" v="480" actId="20577"/>
          <ac:spMkLst>
            <pc:docMk/>
            <pc:sldMk cId="2091433281" sldId="385"/>
            <ac:spMk id="4" creationId="{CDFEB175-364F-81F1-573B-53499B4AC0EF}"/>
          </ac:spMkLst>
        </pc:spChg>
        <pc:spChg chg="mod">
          <ac:chgData name="Alex Cowan" userId="S::acowan@equinix.com::83be38b7-4433-4369-89f4-779e23180948" providerId="AD" clId="Web-{A4D0C608-45D3-1CDC-5FD7-1057C3CDEC8C}" dt="2026-01-07T18:07:29.007" v="1242" actId="20577"/>
          <ac:spMkLst>
            <pc:docMk/>
            <pc:sldMk cId="2091433281" sldId="385"/>
            <ac:spMk id="6" creationId="{44F53C18-3E54-07F5-FC7B-E73E3E00C7A7}"/>
          </ac:spMkLst>
        </pc:spChg>
        <pc:spChg chg="add mod">
          <ac:chgData name="Alex Cowan" userId="S::acowan@equinix.com::83be38b7-4433-4369-89f4-779e23180948" providerId="AD" clId="Web-{A4D0C608-45D3-1CDC-5FD7-1057C3CDEC8C}" dt="2026-01-07T17:40:58.022" v="531" actId="1076"/>
          <ac:spMkLst>
            <pc:docMk/>
            <pc:sldMk cId="2091433281" sldId="385"/>
            <ac:spMk id="8" creationId="{FC0326B6-8244-C947-C078-E236946FC5B4}"/>
          </ac:spMkLst>
        </pc:spChg>
        <pc:spChg chg="add mod">
          <ac:chgData name="Alex Cowan" userId="S::acowan@equinix.com::83be38b7-4433-4369-89f4-779e23180948" providerId="AD" clId="Web-{A4D0C608-45D3-1CDC-5FD7-1057C3CDEC8C}" dt="2026-01-07T17:43:49.401" v="551" actId="1076"/>
          <ac:spMkLst>
            <pc:docMk/>
            <pc:sldMk cId="2091433281" sldId="385"/>
            <ac:spMk id="9" creationId="{FE7B9E3F-A0E0-8492-75B4-D377D42AB6F1}"/>
          </ac:spMkLst>
        </pc:spChg>
        <pc:picChg chg="add mod">
          <ac:chgData name="Alex Cowan" userId="S::acowan@equinix.com::83be38b7-4433-4369-89f4-779e23180948" providerId="AD" clId="Web-{A4D0C608-45D3-1CDC-5FD7-1057C3CDEC8C}" dt="2026-01-07T17:40:53.116" v="530" actId="1076"/>
          <ac:picMkLst>
            <pc:docMk/>
            <pc:sldMk cId="2091433281" sldId="385"/>
            <ac:picMk id="7" creationId="{89E8B0D9-262B-5181-529E-2382B971C632}"/>
          </ac:picMkLst>
        </pc:picChg>
        <pc:picChg chg="add mod modCrop">
          <ac:chgData name="Alex Cowan" userId="S::acowan@equinix.com::83be38b7-4433-4369-89f4-779e23180948" providerId="AD" clId="Web-{A4D0C608-45D3-1CDC-5FD7-1057C3CDEC8C}" dt="2026-01-07T17:43:38.807" v="550"/>
          <ac:picMkLst>
            <pc:docMk/>
            <pc:sldMk cId="2091433281" sldId="385"/>
            <ac:picMk id="10" creationId="{D0ABEFD5-BC60-24C0-DA1F-9BE6C6244757}"/>
          </ac:picMkLst>
        </pc:picChg>
      </pc:sldChg>
      <pc:sldChg chg="addSp delSp modSp add replId">
        <pc:chgData name="Alex Cowan" userId="S::acowan@equinix.com::83be38b7-4433-4369-89f4-779e23180948" providerId="AD" clId="Web-{A4D0C608-45D3-1CDC-5FD7-1057C3CDEC8C}" dt="2026-01-07T18:07:37.960" v="1243" actId="1076"/>
        <pc:sldMkLst>
          <pc:docMk/>
          <pc:sldMk cId="1601115883" sldId="386"/>
        </pc:sldMkLst>
        <pc:spChg chg="mod">
          <ac:chgData name="Alex Cowan" userId="S::acowan@equinix.com::83be38b7-4433-4369-89f4-779e23180948" providerId="AD" clId="Web-{A4D0C608-45D3-1CDC-5FD7-1057C3CDEC8C}" dt="2026-01-07T17:48:50.544" v="584" actId="20577"/>
          <ac:spMkLst>
            <pc:docMk/>
            <pc:sldMk cId="1601115883" sldId="386"/>
            <ac:spMk id="4" creationId="{E8401013-5649-5D19-D687-FF5EE1D9C7D6}"/>
          </ac:spMkLst>
        </pc:spChg>
        <pc:spChg chg="mod">
          <ac:chgData name="Alex Cowan" userId="S::acowan@equinix.com::83be38b7-4433-4369-89f4-779e23180948" providerId="AD" clId="Web-{A4D0C608-45D3-1CDC-5FD7-1057C3CDEC8C}" dt="2026-01-07T18:07:37.960" v="1243" actId="1076"/>
          <ac:spMkLst>
            <pc:docMk/>
            <pc:sldMk cId="1601115883" sldId="386"/>
            <ac:spMk id="6" creationId="{2D10BCAA-65DB-4FC4-64BB-D7D5E4D244FA}"/>
          </ac:spMkLst>
        </pc:spChg>
        <pc:spChg chg="mod">
          <ac:chgData name="Alex Cowan" userId="S::acowan@equinix.com::83be38b7-4433-4369-89f4-779e23180948" providerId="AD" clId="Web-{A4D0C608-45D3-1CDC-5FD7-1057C3CDEC8C}" dt="2026-01-07T17:49:25.029" v="590" actId="1076"/>
          <ac:spMkLst>
            <pc:docMk/>
            <pc:sldMk cId="1601115883" sldId="386"/>
            <ac:spMk id="8" creationId="{4FC13C47-FEA6-7E6E-9086-D524067D2A2B}"/>
          </ac:spMkLst>
        </pc:spChg>
        <pc:spChg chg="mod">
          <ac:chgData name="Alex Cowan" userId="S::acowan@equinix.com::83be38b7-4433-4369-89f4-779e23180948" providerId="AD" clId="Web-{A4D0C608-45D3-1CDC-5FD7-1057C3CDEC8C}" dt="2026-01-07T17:52:54.061" v="784" actId="1076"/>
          <ac:spMkLst>
            <pc:docMk/>
            <pc:sldMk cId="1601115883" sldId="386"/>
            <ac:spMk id="9" creationId="{400DBBA0-0A48-1C20-3A10-9FD3B80CEC89}"/>
          </ac:spMkLst>
        </pc:spChg>
        <pc:picChg chg="add mod modCrop">
          <ac:chgData name="Alex Cowan" userId="S::acowan@equinix.com::83be38b7-4433-4369-89f4-779e23180948" providerId="AD" clId="Web-{A4D0C608-45D3-1CDC-5FD7-1057C3CDEC8C}" dt="2026-01-07T17:49:54.216" v="595"/>
          <ac:picMkLst>
            <pc:docMk/>
            <pc:sldMk cId="1601115883" sldId="386"/>
            <ac:picMk id="5" creationId="{3C9380DC-F7E2-3459-2947-B0875D714199}"/>
          </ac:picMkLst>
        </pc:picChg>
        <pc:picChg chg="add mod modCrop">
          <ac:chgData name="Alex Cowan" userId="S::acowan@equinix.com::83be38b7-4433-4369-89f4-779e23180948" providerId="AD" clId="Web-{A4D0C608-45D3-1CDC-5FD7-1057C3CDEC8C}" dt="2026-01-07T17:51:08.389" v="609" actId="1076"/>
          <ac:picMkLst>
            <pc:docMk/>
            <pc:sldMk cId="1601115883" sldId="386"/>
            <ac:picMk id="11" creationId="{E75D016B-E5C6-E0D6-66DE-9DE6FBF425A4}"/>
          </ac:picMkLst>
        </pc:picChg>
      </pc:sldChg>
      <pc:sldChg chg="addSp delSp modSp add replId">
        <pc:chgData name="Alex Cowan" userId="S::acowan@equinix.com::83be38b7-4433-4369-89f4-779e23180948" providerId="AD" clId="Web-{A4D0C608-45D3-1CDC-5FD7-1057C3CDEC8C}" dt="2026-01-07T18:22:32.704" v="1253" actId="14100"/>
        <pc:sldMkLst>
          <pc:docMk/>
          <pc:sldMk cId="565198330" sldId="387"/>
        </pc:sldMkLst>
        <pc:spChg chg="mod">
          <ac:chgData name="Alex Cowan" userId="S::acowan@equinix.com::83be38b7-4433-4369-89f4-779e23180948" providerId="AD" clId="Web-{A4D0C608-45D3-1CDC-5FD7-1057C3CDEC8C}" dt="2026-01-07T17:53:15.045" v="807" actId="20577"/>
          <ac:spMkLst>
            <pc:docMk/>
            <pc:sldMk cId="565198330" sldId="387"/>
            <ac:spMk id="4" creationId="{F9A2F702-B26A-CC59-CC4F-0BE8F467F1D1}"/>
          </ac:spMkLst>
        </pc:spChg>
        <pc:spChg chg="mod">
          <ac:chgData name="Alex Cowan" userId="S::acowan@equinix.com::83be38b7-4433-4369-89f4-779e23180948" providerId="AD" clId="Web-{A4D0C608-45D3-1CDC-5FD7-1057C3CDEC8C}" dt="2026-01-07T18:22:32.704" v="1253" actId="14100"/>
          <ac:spMkLst>
            <pc:docMk/>
            <pc:sldMk cId="565198330" sldId="387"/>
            <ac:spMk id="6" creationId="{36D28538-EF97-4906-A842-849CEE6C6252}"/>
          </ac:spMkLst>
        </pc:spChg>
        <pc:spChg chg="mod">
          <ac:chgData name="Alex Cowan" userId="S::acowan@equinix.com::83be38b7-4433-4369-89f4-779e23180948" providerId="AD" clId="Web-{A4D0C608-45D3-1CDC-5FD7-1057C3CDEC8C}" dt="2026-01-07T18:22:28.001" v="1249" actId="1076"/>
          <ac:spMkLst>
            <pc:docMk/>
            <pc:sldMk cId="565198330" sldId="387"/>
            <ac:spMk id="8" creationId="{D3A3618E-432C-9897-73F3-41294D3103EB}"/>
          </ac:spMkLst>
        </pc:spChg>
        <pc:spChg chg="add mod">
          <ac:chgData name="Alex Cowan" userId="S::acowan@equinix.com::83be38b7-4433-4369-89f4-779e23180948" providerId="AD" clId="Web-{A4D0C608-45D3-1CDC-5FD7-1057C3CDEC8C}" dt="2026-01-07T18:22:28.017" v="1252" actId="1076"/>
          <ac:spMkLst>
            <pc:docMk/>
            <pc:sldMk cId="565198330" sldId="387"/>
            <ac:spMk id="12" creationId="{D2EF5A03-FA0B-9CF3-FE24-F2A76D0548CA}"/>
          </ac:spMkLst>
        </pc:spChg>
      </pc:sldChg>
      <pc:sldChg chg="addSp delSp modSp add replId">
        <pc:chgData name="Alex Cowan" userId="S::acowan@equinix.com::83be38b7-4433-4369-89f4-779e23180948" providerId="AD" clId="Web-{A4D0C608-45D3-1CDC-5FD7-1057C3CDEC8C}" dt="2026-01-07T18:00:07.488" v="1078" actId="14100"/>
        <pc:sldMkLst>
          <pc:docMk/>
          <pc:sldMk cId="4271066411" sldId="388"/>
        </pc:sldMkLst>
        <pc:spChg chg="mod">
          <ac:chgData name="Alex Cowan" userId="S::acowan@equinix.com::83be38b7-4433-4369-89f4-779e23180948" providerId="AD" clId="Web-{A4D0C608-45D3-1CDC-5FD7-1057C3CDEC8C}" dt="2026-01-07T17:57:41.641" v="982" actId="20577"/>
          <ac:spMkLst>
            <pc:docMk/>
            <pc:sldMk cId="4271066411" sldId="388"/>
            <ac:spMk id="4" creationId="{8C78A16A-69D6-F0AC-73FB-D722737FFF1D}"/>
          </ac:spMkLst>
        </pc:spChg>
        <pc:spChg chg="mod">
          <ac:chgData name="Alex Cowan" userId="S::acowan@equinix.com::83be38b7-4433-4369-89f4-779e23180948" providerId="AD" clId="Web-{A4D0C608-45D3-1CDC-5FD7-1057C3CDEC8C}" dt="2026-01-07T17:58:10.017" v="1056" actId="20577"/>
          <ac:spMkLst>
            <pc:docMk/>
            <pc:sldMk cId="4271066411" sldId="388"/>
            <ac:spMk id="6" creationId="{BDC66F09-A14A-08F1-34D0-AB0FFBEE914C}"/>
          </ac:spMkLst>
        </pc:spChg>
        <pc:spChg chg="add mod">
          <ac:chgData name="Alex Cowan" userId="S::acowan@equinix.com::83be38b7-4433-4369-89f4-779e23180948" providerId="AD" clId="Web-{A4D0C608-45D3-1CDC-5FD7-1057C3CDEC8C}" dt="2026-01-07T17:59:15.909" v="1072" actId="20577"/>
          <ac:spMkLst>
            <pc:docMk/>
            <pc:sldMk cId="4271066411" sldId="388"/>
            <ac:spMk id="9" creationId="{D162D3FB-A4CB-1A81-21A9-3A05B2851489}"/>
          </ac:spMkLst>
        </pc:spChg>
      </pc:sldChg>
      <pc:sldChg chg="addSp delSp modSp add replId">
        <pc:chgData name="Alex Cowan" userId="S::acowan@equinix.com::83be38b7-4433-4369-89f4-779e23180948" providerId="AD" clId="Web-{A4D0C608-45D3-1CDC-5FD7-1057C3CDEC8C}" dt="2026-01-07T18:06:02.866" v="1227" actId="1076"/>
        <pc:sldMkLst>
          <pc:docMk/>
          <pc:sldMk cId="3570996599" sldId="389"/>
        </pc:sldMkLst>
        <pc:spChg chg="mod">
          <ac:chgData name="Alex Cowan" userId="S::acowan@equinix.com::83be38b7-4433-4369-89f4-779e23180948" providerId="AD" clId="Web-{A4D0C608-45D3-1CDC-5FD7-1057C3CDEC8C}" dt="2026-01-07T18:00:32.770" v="1094" actId="20577"/>
          <ac:spMkLst>
            <pc:docMk/>
            <pc:sldMk cId="3570996599" sldId="389"/>
            <ac:spMk id="4" creationId="{04A3B839-B430-11A3-FBF0-1E9DFEAF36B6}"/>
          </ac:spMkLst>
        </pc:spChg>
        <pc:spChg chg="mod">
          <ac:chgData name="Alex Cowan" userId="S::acowan@equinix.com::83be38b7-4433-4369-89f4-779e23180948" providerId="AD" clId="Web-{A4D0C608-45D3-1CDC-5FD7-1057C3CDEC8C}" dt="2026-01-07T18:01:15.817" v="1214" actId="20577"/>
          <ac:spMkLst>
            <pc:docMk/>
            <pc:sldMk cId="3570996599" sldId="389"/>
            <ac:spMk id="6" creationId="{DBF7A00D-2915-8C81-B91A-FA04E0F09F2C}"/>
          </ac:spMkLst>
        </pc:spChg>
        <pc:picChg chg="add mod">
          <ac:chgData name="Alex Cowan" userId="S::acowan@equinix.com::83be38b7-4433-4369-89f4-779e23180948" providerId="AD" clId="Web-{A4D0C608-45D3-1CDC-5FD7-1057C3CDEC8C}" dt="2026-01-07T18:06:02.866" v="1227" actId="1076"/>
          <ac:picMkLst>
            <pc:docMk/>
            <pc:sldMk cId="3570996599" sldId="389"/>
            <ac:picMk id="10" creationId="{7C4E4DCE-42A2-6460-261F-B0CCEF3C8FAC}"/>
          </ac:picMkLst>
        </pc:picChg>
      </pc:sldChg>
      <pc:sldMasterChg chg="addSldLayout">
        <pc:chgData name="Alex Cowan" userId="S::acowan@equinix.com::83be38b7-4433-4369-89f4-779e23180948" providerId="AD" clId="Web-{A4D0C608-45D3-1CDC-5FD7-1057C3CDEC8C}" dt="2026-01-07T17:29:05.017" v="51"/>
        <pc:sldMasterMkLst>
          <pc:docMk/>
          <pc:sldMasterMk cId="2460954070" sldId="2147483660"/>
        </pc:sldMasterMkLst>
        <pc:sldLayoutChg chg="add">
          <pc:chgData name="Alex Cowan" userId="S::acowan@equinix.com::83be38b7-4433-4369-89f4-779e23180948" providerId="AD" clId="Web-{A4D0C608-45D3-1CDC-5FD7-1057C3CDEC8C}" dt="2026-01-07T17:26:23.890" v="0"/>
          <pc:sldLayoutMkLst>
            <pc:docMk/>
            <pc:sldMasterMk cId="2460954070" sldId="2147483660"/>
            <pc:sldLayoutMk cId="4201973639" sldId="2147483672"/>
          </pc:sldLayoutMkLst>
        </pc:sldLayoutChg>
        <pc:sldLayoutChg chg="add">
          <pc:chgData name="Alex Cowan" userId="S::acowan@equinix.com::83be38b7-4433-4369-89f4-779e23180948" providerId="AD" clId="Web-{A4D0C608-45D3-1CDC-5FD7-1057C3CDEC8C}" dt="2026-01-07T17:27:15.782" v="16"/>
          <pc:sldLayoutMkLst>
            <pc:docMk/>
            <pc:sldMasterMk cId="2460954070" sldId="2147483660"/>
            <pc:sldLayoutMk cId="3874677148" sldId="2147483673"/>
          </pc:sldLayoutMkLst>
        </pc:sldLayoutChg>
        <pc:sldLayoutChg chg="add">
          <pc:chgData name="Alex Cowan" userId="S::acowan@equinix.com::83be38b7-4433-4369-89f4-779e23180948" providerId="AD" clId="Web-{A4D0C608-45D3-1CDC-5FD7-1057C3CDEC8C}" dt="2026-01-07T17:28:15.954" v="26"/>
          <pc:sldLayoutMkLst>
            <pc:docMk/>
            <pc:sldMasterMk cId="2460954070" sldId="2147483660"/>
            <pc:sldLayoutMk cId="2388598357" sldId="2147483674"/>
          </pc:sldLayoutMkLst>
        </pc:sldLayoutChg>
        <pc:sldLayoutChg chg="add">
          <pc:chgData name="Alex Cowan" userId="S::acowan@equinix.com::83be38b7-4433-4369-89f4-779e23180948" providerId="AD" clId="Web-{A4D0C608-45D3-1CDC-5FD7-1057C3CDEC8C}" dt="2026-01-07T17:29:05.017" v="51"/>
          <pc:sldLayoutMkLst>
            <pc:docMk/>
            <pc:sldMasterMk cId="2460954070" sldId="2147483660"/>
            <pc:sldLayoutMk cId="1394256240" sldId="2147483675"/>
          </pc:sldLayoutMkLst>
        </pc:sldLayoutChg>
      </pc:sldMasterChg>
    </pc:docChg>
  </pc:docChgLst>
  <pc:docChgLst>
    <pc:chgData name="Manish Dharod" userId="9d68ab4d-a22d-4a72-8d0f-01986337b0c2" providerId="ADAL" clId="{E6F66613-A380-524C-ACEC-4C6E4F19AEEE}"/>
    <pc:docChg chg="undo custSel modSld">
      <pc:chgData name="Manish Dharod" userId="9d68ab4d-a22d-4a72-8d0f-01986337b0c2" providerId="ADAL" clId="{E6F66613-A380-524C-ACEC-4C6E4F19AEEE}" dt="2026-01-09T20:41:43.953" v="53" actId="14100"/>
      <pc:docMkLst>
        <pc:docMk/>
      </pc:docMkLst>
      <pc:sldChg chg="modSp mod">
        <pc:chgData name="Manish Dharod" userId="9d68ab4d-a22d-4a72-8d0f-01986337b0c2" providerId="ADAL" clId="{E6F66613-A380-524C-ACEC-4C6E4F19AEEE}" dt="2026-01-09T20:36:03.266" v="9" actId="403"/>
        <pc:sldMkLst>
          <pc:docMk/>
          <pc:sldMk cId="925731712" sldId="382"/>
        </pc:sldMkLst>
        <pc:spChg chg="mod">
          <ac:chgData name="Manish Dharod" userId="9d68ab4d-a22d-4a72-8d0f-01986337b0c2" providerId="ADAL" clId="{E6F66613-A380-524C-ACEC-4C6E4F19AEEE}" dt="2026-01-09T20:36:03.266" v="9" actId="403"/>
          <ac:spMkLst>
            <pc:docMk/>
            <pc:sldMk cId="925731712" sldId="382"/>
            <ac:spMk id="13" creationId="{A54D3917-466D-9404-11CF-B1C7DAAE0212}"/>
          </ac:spMkLst>
        </pc:spChg>
      </pc:sldChg>
      <pc:sldChg chg="addSp delSp modSp mod">
        <pc:chgData name="Manish Dharod" userId="9d68ab4d-a22d-4a72-8d0f-01986337b0c2" providerId="ADAL" clId="{E6F66613-A380-524C-ACEC-4C6E4F19AEEE}" dt="2026-01-09T20:39:34.581" v="27" actId="1076"/>
        <pc:sldMkLst>
          <pc:docMk/>
          <pc:sldMk cId="443700379" sldId="384"/>
        </pc:sldMkLst>
        <pc:picChg chg="mod">
          <ac:chgData name="Manish Dharod" userId="9d68ab4d-a22d-4a72-8d0f-01986337b0c2" providerId="ADAL" clId="{E6F66613-A380-524C-ACEC-4C6E4F19AEEE}" dt="2026-01-09T20:39:34.581" v="27" actId="1076"/>
          <ac:picMkLst>
            <pc:docMk/>
            <pc:sldMk cId="443700379" sldId="384"/>
            <ac:picMk id="5" creationId="{8933B5C7-F5B2-3846-1B9C-3E956EBC5C3E}"/>
          </ac:picMkLst>
        </pc:picChg>
        <pc:cxnChg chg="add mod">
          <ac:chgData name="Manish Dharod" userId="9d68ab4d-a22d-4a72-8d0f-01986337b0c2" providerId="ADAL" clId="{E6F66613-A380-524C-ACEC-4C6E4F19AEEE}" dt="2026-01-09T20:39:07.097" v="19" actId="13822"/>
          <ac:cxnSpMkLst>
            <pc:docMk/>
            <pc:sldMk cId="443700379" sldId="384"/>
            <ac:cxnSpMk id="9" creationId="{FD5976C8-EECE-8D1E-22B1-21E54DC88865}"/>
          </ac:cxnSpMkLst>
        </pc:cxnChg>
        <pc:cxnChg chg="add mod">
          <ac:chgData name="Manish Dharod" userId="9d68ab4d-a22d-4a72-8d0f-01986337b0c2" providerId="ADAL" clId="{E6F66613-A380-524C-ACEC-4C6E4F19AEEE}" dt="2026-01-09T20:39:15.152" v="21" actId="1076"/>
          <ac:cxnSpMkLst>
            <pc:docMk/>
            <pc:sldMk cId="443700379" sldId="384"/>
            <ac:cxnSpMk id="10" creationId="{8ACF4B2C-CCA8-F238-D13D-EA5587A09907}"/>
          </ac:cxnSpMkLst>
        </pc:cxnChg>
        <pc:cxnChg chg="add mod">
          <ac:chgData name="Manish Dharod" userId="9d68ab4d-a22d-4a72-8d0f-01986337b0c2" providerId="ADAL" clId="{E6F66613-A380-524C-ACEC-4C6E4F19AEEE}" dt="2026-01-09T20:39:19.621" v="23" actId="1076"/>
          <ac:cxnSpMkLst>
            <pc:docMk/>
            <pc:sldMk cId="443700379" sldId="384"/>
            <ac:cxnSpMk id="11" creationId="{C33508AE-F83C-C63C-B248-7FF26B7672A8}"/>
          </ac:cxnSpMkLst>
        </pc:cxnChg>
        <pc:cxnChg chg="add mod">
          <ac:chgData name="Manish Dharod" userId="9d68ab4d-a22d-4a72-8d0f-01986337b0c2" providerId="ADAL" clId="{E6F66613-A380-524C-ACEC-4C6E4F19AEEE}" dt="2026-01-09T20:39:31.582" v="25" actId="1076"/>
          <ac:cxnSpMkLst>
            <pc:docMk/>
            <pc:sldMk cId="443700379" sldId="384"/>
            <ac:cxnSpMk id="12" creationId="{A040396C-EDC1-CC95-9A88-C635E3A74129}"/>
          </ac:cxnSpMkLst>
        </pc:cxnChg>
      </pc:sldChg>
      <pc:sldChg chg="modSp mod">
        <pc:chgData name="Manish Dharod" userId="9d68ab4d-a22d-4a72-8d0f-01986337b0c2" providerId="ADAL" clId="{E6F66613-A380-524C-ACEC-4C6E4F19AEEE}" dt="2026-01-09T20:41:43.953" v="53" actId="14100"/>
        <pc:sldMkLst>
          <pc:docMk/>
          <pc:sldMk cId="2091433281" sldId="385"/>
        </pc:sldMkLst>
        <pc:spChg chg="mod">
          <ac:chgData name="Manish Dharod" userId="9d68ab4d-a22d-4a72-8d0f-01986337b0c2" providerId="ADAL" clId="{E6F66613-A380-524C-ACEC-4C6E4F19AEEE}" dt="2026-01-09T20:41:36.899" v="51" actId="14100"/>
          <ac:spMkLst>
            <pc:docMk/>
            <pc:sldMk cId="2091433281" sldId="385"/>
            <ac:spMk id="4" creationId="{CDFEB175-364F-81F1-573B-53499B4AC0EF}"/>
          </ac:spMkLst>
        </pc:spChg>
        <pc:spChg chg="mod">
          <ac:chgData name="Manish Dharod" userId="9d68ab4d-a22d-4a72-8d0f-01986337b0c2" providerId="ADAL" clId="{E6F66613-A380-524C-ACEC-4C6E4F19AEEE}" dt="2026-01-09T20:41:43.953" v="53" actId="14100"/>
          <ac:spMkLst>
            <pc:docMk/>
            <pc:sldMk cId="2091433281" sldId="385"/>
            <ac:spMk id="6" creationId="{44F53C18-3E54-07F5-FC7B-E73E3E00C7A7}"/>
          </ac:spMkLst>
        </pc:spChg>
      </pc:sldChg>
    </pc:docChg>
  </pc:docChgLst>
  <pc:docChgLst>
    <pc:chgData name="Alex Cowan" userId="S::acowan@equinix.com::83be38b7-4433-4369-89f4-779e23180948" providerId="AD" clId="Web-{EAD5B992-61BA-0550-60A9-71471B95B0F4}"/>
    <pc:docChg chg="addSld modSld">
      <pc:chgData name="Alex Cowan" userId="S::acowan@equinix.com::83be38b7-4433-4369-89f4-779e23180948" providerId="AD" clId="Web-{EAD5B992-61BA-0550-60A9-71471B95B0F4}" dt="2026-01-08T15:31:35.343" v="253" actId="20577"/>
      <pc:docMkLst>
        <pc:docMk/>
      </pc:docMkLst>
      <pc:sldChg chg="modSp">
        <pc:chgData name="Alex Cowan" userId="S::acowan@equinix.com::83be38b7-4433-4369-89f4-779e23180948" providerId="AD" clId="Web-{EAD5B992-61BA-0550-60A9-71471B95B0F4}" dt="2026-01-07T18:42:19.983" v="0" actId="20577"/>
        <pc:sldMkLst>
          <pc:docMk/>
          <pc:sldMk cId="705801565" sldId="378"/>
        </pc:sldMkLst>
        <pc:spChg chg="mod">
          <ac:chgData name="Alex Cowan" userId="S::acowan@equinix.com::83be38b7-4433-4369-89f4-779e23180948" providerId="AD" clId="Web-{EAD5B992-61BA-0550-60A9-71471B95B0F4}" dt="2026-01-07T18:42:19.983" v="0" actId="20577"/>
          <ac:spMkLst>
            <pc:docMk/>
            <pc:sldMk cId="705801565" sldId="378"/>
            <ac:spMk id="6" creationId="{2F269E7E-243C-EDF7-8E22-12278390612F}"/>
          </ac:spMkLst>
        </pc:spChg>
      </pc:sldChg>
      <pc:sldChg chg="modSp">
        <pc:chgData name="Alex Cowan" userId="S::acowan@equinix.com::83be38b7-4433-4369-89f4-779e23180948" providerId="AD" clId="Web-{EAD5B992-61BA-0550-60A9-71471B95B0F4}" dt="2026-01-08T15:31:35.343" v="253" actId="20577"/>
        <pc:sldMkLst>
          <pc:docMk/>
          <pc:sldMk cId="565198330" sldId="387"/>
        </pc:sldMkLst>
        <pc:spChg chg="mod">
          <ac:chgData name="Alex Cowan" userId="S::acowan@equinix.com::83be38b7-4433-4369-89f4-779e23180948" providerId="AD" clId="Web-{EAD5B992-61BA-0550-60A9-71471B95B0F4}" dt="2026-01-08T15:31:35.343" v="253" actId="20577"/>
          <ac:spMkLst>
            <pc:docMk/>
            <pc:sldMk cId="565198330" sldId="387"/>
            <ac:spMk id="6" creationId="{36D28538-EF97-4906-A842-849CEE6C6252}"/>
          </ac:spMkLst>
        </pc:spChg>
        <pc:spChg chg="mod">
          <ac:chgData name="Alex Cowan" userId="S::acowan@equinix.com::83be38b7-4433-4369-89f4-779e23180948" providerId="AD" clId="Web-{EAD5B992-61BA-0550-60A9-71471B95B0F4}" dt="2026-01-07T18:59:36.618" v="182" actId="14100"/>
          <ac:spMkLst>
            <pc:docMk/>
            <pc:sldMk cId="565198330" sldId="387"/>
            <ac:spMk id="12" creationId="{D2EF5A03-FA0B-9CF3-FE24-F2A76D0548CA}"/>
          </ac:spMkLst>
        </pc:spChg>
      </pc:sldChg>
      <pc:sldChg chg="addSp delSp modSp">
        <pc:chgData name="Alex Cowan" userId="S::acowan@equinix.com::83be38b7-4433-4369-89f4-779e23180948" providerId="AD" clId="Web-{EAD5B992-61BA-0550-60A9-71471B95B0F4}" dt="2026-01-07T19:03:18.491" v="197" actId="14100"/>
        <pc:sldMkLst>
          <pc:docMk/>
          <pc:sldMk cId="4271066411" sldId="388"/>
        </pc:sldMkLst>
      </pc:sldChg>
      <pc:sldChg chg="delSp modSp add replId">
        <pc:chgData name="Alex Cowan" userId="S::acowan@equinix.com::83be38b7-4433-4369-89f4-779e23180948" providerId="AD" clId="Web-{EAD5B992-61BA-0550-60A9-71471B95B0F4}" dt="2026-01-07T18:51:57.244" v="172" actId="20577"/>
        <pc:sldMkLst>
          <pc:docMk/>
          <pc:sldMk cId="1456342754" sldId="390"/>
        </pc:sldMkLst>
        <pc:spChg chg="mod">
          <ac:chgData name="Alex Cowan" userId="S::acowan@equinix.com::83be38b7-4433-4369-89f4-779e23180948" providerId="AD" clId="Web-{EAD5B992-61BA-0550-60A9-71471B95B0F4}" dt="2026-01-07T18:46:17.669" v="7" actId="20577"/>
          <ac:spMkLst>
            <pc:docMk/>
            <pc:sldMk cId="1456342754" sldId="390"/>
            <ac:spMk id="4" creationId="{7FC42AF2-0D9C-6823-232C-CB96DF7B6B20}"/>
          </ac:spMkLst>
        </pc:spChg>
        <pc:spChg chg="mod">
          <ac:chgData name="Alex Cowan" userId="S::acowan@equinix.com::83be38b7-4433-4369-89f4-779e23180948" providerId="AD" clId="Web-{EAD5B992-61BA-0550-60A9-71471B95B0F4}" dt="2026-01-07T18:51:57.244" v="172" actId="20577"/>
          <ac:spMkLst>
            <pc:docMk/>
            <pc:sldMk cId="1456342754" sldId="390"/>
            <ac:spMk id="6" creationId="{03077E90-C133-155D-A768-A3C13CCF904A}"/>
          </ac:spMkLst>
        </pc:spChg>
      </pc:sldChg>
      <pc:sldChg chg="modSp new">
        <pc:chgData name="Alex Cowan" userId="S::acowan@equinix.com::83be38b7-4433-4369-89f4-779e23180948" providerId="AD" clId="Web-{EAD5B992-61BA-0550-60A9-71471B95B0F4}" dt="2026-01-07T18:50:19.432" v="121" actId="20577"/>
        <pc:sldMkLst>
          <pc:docMk/>
          <pc:sldMk cId="4216369845" sldId="391"/>
        </pc:sldMkLst>
        <pc:spChg chg="mod">
          <ac:chgData name="Alex Cowan" userId="S::acowan@equinix.com::83be38b7-4433-4369-89f4-779e23180948" providerId="AD" clId="Web-{EAD5B992-61BA-0550-60A9-71471B95B0F4}" dt="2026-01-07T18:49:53.073" v="96" actId="20577"/>
          <ac:spMkLst>
            <pc:docMk/>
            <pc:sldMk cId="4216369845" sldId="391"/>
            <ac:spMk id="2" creationId="{3C054745-D300-428E-EFCE-1FA327206ACB}"/>
          </ac:spMkLst>
        </pc:spChg>
        <pc:spChg chg="mod">
          <ac:chgData name="Alex Cowan" userId="S::acowan@equinix.com::83be38b7-4433-4369-89f4-779e23180948" providerId="AD" clId="Web-{EAD5B992-61BA-0550-60A9-71471B95B0F4}" dt="2026-01-07T18:49:54.042" v="97" actId="20577"/>
          <ac:spMkLst>
            <pc:docMk/>
            <pc:sldMk cId="4216369845" sldId="391"/>
            <ac:spMk id="3" creationId="{A7B241B3-7C1F-6AC2-39BD-D886596A9DD9}"/>
          </ac:spMkLst>
        </pc:spChg>
        <pc:spChg chg="mod">
          <ac:chgData name="Alex Cowan" userId="S::acowan@equinix.com::83be38b7-4433-4369-89f4-779e23180948" providerId="AD" clId="Web-{EAD5B992-61BA-0550-60A9-71471B95B0F4}" dt="2026-01-07T18:50:19.432" v="121" actId="20577"/>
          <ac:spMkLst>
            <pc:docMk/>
            <pc:sldMk cId="4216369845" sldId="391"/>
            <ac:spMk id="4" creationId="{AC085978-3A2E-307C-B341-5A524498158E}"/>
          </ac:spMkLst>
        </pc:spChg>
      </pc:sldChg>
    </pc:docChg>
  </pc:docChgLst>
  <pc:docChgLst>
    <pc:chgData name="Alex Cowan" userId="S::acowan@equinix.com::83be38b7-4433-4369-89f4-779e23180948" providerId="AD" clId="Web-{9DFC9715-0C80-1617-EFD2-0E010AB71DAB}"/>
    <pc:docChg chg="addSld modSld">
      <pc:chgData name="Alex Cowan" userId="S::acowan@equinix.com::83be38b7-4433-4369-89f4-779e23180948" providerId="AD" clId="Web-{9DFC9715-0C80-1617-EFD2-0E010AB71DAB}" dt="2026-01-16T18:53:42.746" v="546"/>
      <pc:docMkLst>
        <pc:docMk/>
      </pc:docMkLst>
      <pc:sldChg chg="modSp">
        <pc:chgData name="Alex Cowan" userId="S::acowan@equinix.com::83be38b7-4433-4369-89f4-779e23180948" providerId="AD" clId="Web-{9DFC9715-0C80-1617-EFD2-0E010AB71DAB}" dt="2026-01-16T18:41:07.484" v="348" actId="20577"/>
        <pc:sldMkLst>
          <pc:docMk/>
          <pc:sldMk cId="925731712" sldId="382"/>
        </pc:sldMkLst>
        <pc:spChg chg="mod">
          <ac:chgData name="Alex Cowan" userId="S::acowan@equinix.com::83be38b7-4433-4369-89f4-779e23180948" providerId="AD" clId="Web-{9DFC9715-0C80-1617-EFD2-0E010AB71DAB}" dt="2026-01-16T18:41:07.484" v="348" actId="20577"/>
          <ac:spMkLst>
            <pc:docMk/>
            <pc:sldMk cId="925731712" sldId="382"/>
            <ac:spMk id="13" creationId="{A54D3917-466D-9404-11CF-B1C7DAAE0212}"/>
          </ac:spMkLst>
        </pc:spChg>
      </pc:sldChg>
      <pc:sldChg chg="addSp modSp">
        <pc:chgData name="Alex Cowan" userId="S::acowan@equinix.com::83be38b7-4433-4369-89f4-779e23180948" providerId="AD" clId="Web-{9DFC9715-0C80-1617-EFD2-0E010AB71DAB}" dt="2026-01-16T18:53:42.746" v="546"/>
        <pc:sldMkLst>
          <pc:docMk/>
          <pc:sldMk cId="1601115883" sldId="386"/>
        </pc:sldMkLst>
        <pc:spChg chg="add mod">
          <ac:chgData name="Alex Cowan" userId="S::acowan@equinix.com::83be38b7-4433-4369-89f4-779e23180948" providerId="AD" clId="Web-{9DFC9715-0C80-1617-EFD2-0E010AB71DAB}" dt="2026-01-16T18:53:25.245" v="537" actId="14100"/>
          <ac:spMkLst>
            <pc:docMk/>
            <pc:sldMk cId="1601115883" sldId="386"/>
            <ac:spMk id="10" creationId="{7DA7B922-9E66-6896-C67D-04E292C15248}"/>
          </ac:spMkLst>
        </pc:spChg>
        <pc:spChg chg="add mod">
          <ac:chgData name="Alex Cowan" userId="S::acowan@equinix.com::83be38b7-4433-4369-89f4-779e23180948" providerId="AD" clId="Web-{9DFC9715-0C80-1617-EFD2-0E010AB71DAB}" dt="2026-01-16T18:53:42.746" v="546"/>
          <ac:spMkLst>
            <pc:docMk/>
            <pc:sldMk cId="1601115883" sldId="386"/>
            <ac:spMk id="12" creationId="{F151D018-DF56-711C-AD39-D9DF4D90FEA7}"/>
          </ac:spMkLst>
        </pc:spChg>
      </pc:sldChg>
      <pc:sldChg chg="modSp">
        <pc:chgData name="Alex Cowan" userId="S::acowan@equinix.com::83be38b7-4433-4369-89f4-779e23180948" providerId="AD" clId="Web-{9DFC9715-0C80-1617-EFD2-0E010AB71DAB}" dt="2026-01-16T18:34:43.381" v="104" actId="14100"/>
        <pc:sldMkLst>
          <pc:docMk/>
          <pc:sldMk cId="4271066411" sldId="388"/>
        </pc:sldMkLst>
        <pc:spChg chg="mod">
          <ac:chgData name="Alex Cowan" userId="S::acowan@equinix.com::83be38b7-4433-4369-89f4-779e23180948" providerId="AD" clId="Web-{9DFC9715-0C80-1617-EFD2-0E010AB71DAB}" dt="2026-01-16T18:34:43.381" v="104" actId="14100"/>
          <ac:spMkLst>
            <pc:docMk/>
            <pc:sldMk cId="4271066411" sldId="388"/>
            <ac:spMk id="16" creationId="{2795AEB1-90B9-F42E-2F58-4E94D00FABF0}"/>
          </ac:spMkLst>
        </pc:spChg>
      </pc:sldChg>
      <pc:sldChg chg="delSp modSp">
        <pc:chgData name="Alex Cowan" userId="S::acowan@equinix.com::83be38b7-4433-4369-89f4-779e23180948" providerId="AD" clId="Web-{9DFC9715-0C80-1617-EFD2-0E010AB71DAB}" dt="2026-01-15T18:27:16.597" v="102" actId="20577"/>
        <pc:sldMkLst>
          <pc:docMk/>
          <pc:sldMk cId="3570996599" sldId="389"/>
        </pc:sldMkLst>
        <pc:spChg chg="mod">
          <ac:chgData name="Alex Cowan" userId="S::acowan@equinix.com::83be38b7-4433-4369-89f4-779e23180948" providerId="AD" clId="Web-{9DFC9715-0C80-1617-EFD2-0E010AB71DAB}" dt="2026-01-15T18:27:16.597" v="102" actId="20577"/>
          <ac:spMkLst>
            <pc:docMk/>
            <pc:sldMk cId="3570996599" sldId="389"/>
            <ac:spMk id="6" creationId="{DBF7A00D-2915-8C81-B91A-FA04E0F09F2C}"/>
          </ac:spMkLst>
        </pc:spChg>
        <pc:spChg chg="del mod">
          <ac:chgData name="Alex Cowan" userId="S::acowan@equinix.com::83be38b7-4433-4369-89f4-779e23180948" providerId="AD" clId="Web-{9DFC9715-0C80-1617-EFD2-0E010AB71DAB}" dt="2026-01-15T18:26:02.222" v="7"/>
          <ac:spMkLst>
            <pc:docMk/>
            <pc:sldMk cId="3570996599" sldId="389"/>
            <ac:spMk id="7" creationId="{4E21C726-820D-46F3-04B3-FA29175A565E}"/>
          </ac:spMkLst>
        </pc:spChg>
      </pc:sldChg>
      <pc:sldChg chg="mod modShow">
        <pc:chgData name="Alex Cowan" userId="S::acowan@equinix.com::83be38b7-4433-4369-89f4-779e23180948" providerId="AD" clId="Web-{9DFC9715-0C80-1617-EFD2-0E010AB71DAB}" dt="2026-01-14T02:28:00.286" v="0"/>
        <pc:sldMkLst>
          <pc:docMk/>
          <pc:sldMk cId="1456342754" sldId="390"/>
        </pc:sldMkLst>
      </pc:sldChg>
      <pc:sldChg chg="mod modShow">
        <pc:chgData name="Alex Cowan" userId="S::acowan@equinix.com::83be38b7-4433-4369-89f4-779e23180948" providerId="AD" clId="Web-{9DFC9715-0C80-1617-EFD2-0E010AB71DAB}" dt="2026-01-14T02:28:01.771" v="1"/>
        <pc:sldMkLst>
          <pc:docMk/>
          <pc:sldMk cId="4216369845" sldId="391"/>
        </pc:sldMkLst>
      </pc:sldChg>
      <pc:sldChg chg="addSp delSp modSp add replId">
        <pc:chgData name="Alex Cowan" userId="S::acowan@equinix.com::83be38b7-4433-4369-89f4-779e23180948" providerId="AD" clId="Web-{9DFC9715-0C80-1617-EFD2-0E010AB71DAB}" dt="2026-01-16T18:51:04.162" v="532" actId="20577"/>
        <pc:sldMkLst>
          <pc:docMk/>
          <pc:sldMk cId="3918085772" sldId="392"/>
        </pc:sldMkLst>
        <pc:spChg chg="mod">
          <ac:chgData name="Alex Cowan" userId="S::acowan@equinix.com::83be38b7-4433-4369-89f4-779e23180948" providerId="AD" clId="Web-{9DFC9715-0C80-1617-EFD2-0E010AB71DAB}" dt="2026-01-16T18:41:45.547" v="353" actId="20577"/>
          <ac:spMkLst>
            <pc:docMk/>
            <pc:sldMk cId="3918085772" sldId="392"/>
            <ac:spMk id="4" creationId="{B5A029FF-B60B-26F1-6565-39957AE645BD}"/>
          </ac:spMkLst>
        </pc:spChg>
        <pc:spChg chg="mod">
          <ac:chgData name="Alex Cowan" userId="S::acowan@equinix.com::83be38b7-4433-4369-89f4-779e23180948" providerId="AD" clId="Web-{9DFC9715-0C80-1617-EFD2-0E010AB71DAB}" dt="2026-01-16T18:51:04.162" v="532" actId="20577"/>
          <ac:spMkLst>
            <pc:docMk/>
            <pc:sldMk cId="3918085772" sldId="392"/>
            <ac:spMk id="6" creationId="{0E34A95E-75B0-E026-FFD7-8ED7A3A14EFA}"/>
          </ac:spMkLst>
        </pc:spChg>
        <pc:spChg chg="mod">
          <ac:chgData name="Alex Cowan" userId="S::acowan@equinix.com::83be38b7-4433-4369-89f4-779e23180948" providerId="AD" clId="Web-{9DFC9715-0C80-1617-EFD2-0E010AB71DAB}" dt="2026-01-16T18:50:16.722" v="491" actId="14100"/>
          <ac:spMkLst>
            <pc:docMk/>
            <pc:sldMk cId="3918085772" sldId="392"/>
            <ac:spMk id="16" creationId="{F99D3C52-B3B7-0247-D664-D68BA87DA572}"/>
          </ac:spMkLst>
        </pc:spChg>
        <pc:spChg chg="mod">
          <ac:chgData name="Alex Cowan" userId="S::acowan@equinix.com::83be38b7-4433-4369-89f4-779e23180948" providerId="AD" clId="Web-{9DFC9715-0C80-1617-EFD2-0E010AB71DAB}" dt="2026-01-16T18:50:41.239" v="504" actId="1076"/>
          <ac:spMkLst>
            <pc:docMk/>
            <pc:sldMk cId="3918085772" sldId="392"/>
            <ac:spMk id="17" creationId="{F91CA02A-89F3-108A-53CD-A09E958565E5}"/>
          </ac:spMkLst>
        </pc:spChg>
        <pc:spChg chg="mod">
          <ac:chgData name="Alex Cowan" userId="S::acowan@equinix.com::83be38b7-4433-4369-89f4-779e23180948" providerId="AD" clId="Web-{9DFC9715-0C80-1617-EFD2-0E010AB71DAB}" dt="2026-01-16T18:44:50.612" v="457" actId="14100"/>
          <ac:spMkLst>
            <pc:docMk/>
            <pc:sldMk cId="3918085772" sldId="392"/>
            <ac:spMk id="19" creationId="{61173B5A-F189-3A22-015E-E2A09EF03CE0}"/>
          </ac:spMkLst>
        </pc:spChg>
        <pc:spChg chg="mod">
          <ac:chgData name="Alex Cowan" userId="S::acowan@equinix.com::83be38b7-4433-4369-89f4-779e23180948" providerId="AD" clId="Web-{9DFC9715-0C80-1617-EFD2-0E010AB71DAB}" dt="2026-01-16T18:50:47.661" v="506" actId="1076"/>
          <ac:spMkLst>
            <pc:docMk/>
            <pc:sldMk cId="3918085772" sldId="392"/>
            <ac:spMk id="20" creationId="{241D5BB5-D60D-A1B2-2695-9742D4BEE216}"/>
          </ac:spMkLst>
        </pc:spChg>
        <pc:picChg chg="add del mod">
          <ac:chgData name="Alex Cowan" userId="S::acowan@equinix.com::83be38b7-4433-4369-89f4-779e23180948" providerId="AD" clId="Web-{9DFC9715-0C80-1617-EFD2-0E010AB71DAB}" dt="2026-01-16T18:43:57.565" v="441"/>
          <ac:picMkLst>
            <pc:docMk/>
            <pc:sldMk cId="3918085772" sldId="392"/>
            <ac:picMk id="5" creationId="{55B9663F-16C7-31BA-8617-3D72BBB64021}"/>
          </ac:picMkLst>
        </pc:picChg>
        <pc:picChg chg="add del mod">
          <ac:chgData name="Alex Cowan" userId="S::acowan@equinix.com::83be38b7-4433-4369-89f4-779e23180948" providerId="AD" clId="Web-{9DFC9715-0C80-1617-EFD2-0E010AB71DAB}" dt="2026-01-16T18:44:03.518" v="445"/>
          <ac:picMkLst>
            <pc:docMk/>
            <pc:sldMk cId="3918085772" sldId="392"/>
            <ac:picMk id="7" creationId="{CCA476E2-5DB2-139E-7D56-2FED10AED2DB}"/>
          </ac:picMkLst>
        </pc:picChg>
        <pc:picChg chg="add mod ord">
          <ac:chgData name="Alex Cowan" userId="S::acowan@equinix.com::83be38b7-4433-4369-89f4-779e23180948" providerId="AD" clId="Web-{9DFC9715-0C80-1617-EFD2-0E010AB71DAB}" dt="2026-01-16T18:44:38.018" v="454" actId="1076"/>
          <ac:picMkLst>
            <pc:docMk/>
            <pc:sldMk cId="3918085772" sldId="392"/>
            <ac:picMk id="10" creationId="{3D8AA2A8-B53C-623B-28FE-55ADE2530DA9}"/>
          </ac:picMkLst>
        </pc:picChg>
        <pc:picChg chg="add mod ord">
          <ac:chgData name="Alex Cowan" userId="S::acowan@equinix.com::83be38b7-4433-4369-89f4-779e23180948" providerId="AD" clId="Web-{9DFC9715-0C80-1617-EFD2-0E010AB71DAB}" dt="2026-01-16T18:50:12.862" v="489"/>
          <ac:picMkLst>
            <pc:docMk/>
            <pc:sldMk cId="3918085772" sldId="392"/>
            <ac:picMk id="12" creationId="{3A69B388-8FAD-8A9C-34D6-FE6856F73F54}"/>
          </ac:picMkLst>
        </pc:picChg>
        <pc:picChg chg="del">
          <ac:chgData name="Alex Cowan" userId="S::acowan@equinix.com::83be38b7-4433-4369-89f4-779e23180948" providerId="AD" clId="Web-{9DFC9715-0C80-1617-EFD2-0E010AB71DAB}" dt="2026-01-16T18:44:28.206" v="451"/>
          <ac:picMkLst>
            <pc:docMk/>
            <pc:sldMk cId="3918085772" sldId="392"/>
            <ac:picMk id="14" creationId="{61F734BE-4A88-F892-9176-BCD6A6FA15CB}"/>
          </ac:picMkLst>
        </pc:picChg>
        <pc:picChg chg="del">
          <ac:chgData name="Alex Cowan" userId="S::acowan@equinix.com::83be38b7-4433-4369-89f4-779e23180948" providerId="AD" clId="Web-{9DFC9715-0C80-1617-EFD2-0E010AB71DAB}" dt="2026-01-16T18:43:30.939" v="437"/>
          <ac:picMkLst>
            <pc:docMk/>
            <pc:sldMk cId="3918085772" sldId="392"/>
            <ac:picMk id="15" creationId="{CF9273A4-D13F-D903-A6D7-AE9B2EB74450}"/>
          </ac:picMkLst>
        </pc:picChg>
        <pc:cxnChg chg="mod">
          <ac:chgData name="Alex Cowan" userId="S::acowan@equinix.com::83be38b7-4433-4369-89f4-779e23180948" providerId="AD" clId="Web-{9DFC9715-0C80-1617-EFD2-0E010AB71DAB}" dt="2026-01-16T18:50:41.254" v="505" actId="1076"/>
          <ac:cxnSpMkLst>
            <pc:docMk/>
            <pc:sldMk cId="3918085772" sldId="392"/>
            <ac:cxnSpMk id="18" creationId="{608FE9B8-4627-3CAC-355D-3911D7559FD9}"/>
          </ac:cxnSpMkLst>
        </pc:cxnChg>
        <pc:cxnChg chg="mod">
          <ac:chgData name="Alex Cowan" userId="S::acowan@equinix.com::83be38b7-4433-4369-89f4-779e23180948" providerId="AD" clId="Web-{9DFC9715-0C80-1617-EFD2-0E010AB71DAB}" dt="2026-01-16T18:50:47.661" v="507" actId="1076"/>
          <ac:cxnSpMkLst>
            <pc:docMk/>
            <pc:sldMk cId="3918085772" sldId="392"/>
            <ac:cxnSpMk id="21" creationId="{D80BAB98-B051-87FF-4B77-55F404EDF291}"/>
          </ac:cxnSpMkLst>
        </pc:cxnChg>
      </pc:sldChg>
    </pc:docChg>
  </pc:docChgLst>
  <pc:docChgLst>
    <pc:chgData name="Alex Cowan" userId="S::acowan@equinix.com::83be38b7-4433-4369-89f4-779e23180948" providerId="AD" clId="Web-{16DCA528-1281-F1B7-1A66-B4CFD88F4826}"/>
    <pc:docChg chg="mod modSld">
      <pc:chgData name="Alex Cowan" userId="S::acowan@equinix.com::83be38b7-4433-4369-89f4-779e23180948" providerId="AD" clId="Web-{16DCA528-1281-F1B7-1A66-B4CFD88F4826}" dt="2026-01-15T18:20:54.698" v="1803" actId="20577"/>
      <pc:docMkLst>
        <pc:docMk/>
      </pc:docMkLst>
      <pc:sldChg chg="addSp modSp">
        <pc:chgData name="Alex Cowan" userId="S::acowan@equinix.com::83be38b7-4433-4369-89f4-779e23180948" providerId="AD" clId="Web-{16DCA528-1281-F1B7-1A66-B4CFD88F4826}" dt="2026-01-15T18:15:10.439" v="1639" actId="20577"/>
        <pc:sldMkLst>
          <pc:docMk/>
          <pc:sldMk cId="705801565" sldId="378"/>
        </pc:sldMkLst>
        <pc:spChg chg="mod">
          <ac:chgData name="Alex Cowan" userId="S::acowan@equinix.com::83be38b7-4433-4369-89f4-779e23180948" providerId="AD" clId="Web-{16DCA528-1281-F1B7-1A66-B4CFD88F4826}" dt="2026-01-15T18:15:10.439" v="1639" actId="20577"/>
          <ac:spMkLst>
            <pc:docMk/>
            <pc:sldMk cId="705801565" sldId="378"/>
            <ac:spMk id="6" creationId="{2F269E7E-243C-EDF7-8E22-12278390612F}"/>
          </ac:spMkLst>
        </pc:spChg>
        <pc:graphicFrameChg chg="add mod modGraphic">
          <ac:chgData name="Alex Cowan" userId="S::acowan@equinix.com::83be38b7-4433-4369-89f4-779e23180948" providerId="AD" clId="Web-{16DCA528-1281-F1B7-1A66-B4CFD88F4826}" dt="2026-01-15T17:04:01.978" v="391"/>
          <ac:graphicFrameMkLst>
            <pc:docMk/>
            <pc:sldMk cId="705801565" sldId="378"/>
            <ac:graphicFrameMk id="7" creationId="{CE5F98A4-F63C-1C18-73DD-D0FAE82247EC}"/>
          </ac:graphicFrameMkLst>
        </pc:graphicFrameChg>
      </pc:sldChg>
      <pc:sldChg chg="modSp">
        <pc:chgData name="Alex Cowan" userId="S::acowan@equinix.com::83be38b7-4433-4369-89f4-779e23180948" providerId="AD" clId="Web-{16DCA528-1281-F1B7-1A66-B4CFD88F4826}" dt="2026-01-15T18:14:36.408" v="1549" actId="20577"/>
        <pc:sldMkLst>
          <pc:docMk/>
          <pc:sldMk cId="925731712" sldId="382"/>
        </pc:sldMkLst>
        <pc:spChg chg="mod">
          <ac:chgData name="Alex Cowan" userId="S::acowan@equinix.com::83be38b7-4433-4369-89f4-779e23180948" providerId="AD" clId="Web-{16DCA528-1281-F1B7-1A66-B4CFD88F4826}" dt="2026-01-15T18:14:36.408" v="1549" actId="20577"/>
          <ac:spMkLst>
            <pc:docMk/>
            <pc:sldMk cId="925731712" sldId="382"/>
            <ac:spMk id="13" creationId="{A54D3917-466D-9404-11CF-B1C7DAAE0212}"/>
          </ac:spMkLst>
        </pc:spChg>
      </pc:sldChg>
      <pc:sldChg chg="addSp modSp">
        <pc:chgData name="Alex Cowan" userId="S::acowan@equinix.com::83be38b7-4433-4369-89f4-779e23180948" providerId="AD" clId="Web-{16DCA528-1281-F1B7-1A66-B4CFD88F4826}" dt="2026-01-15T17:39:30.465" v="1323" actId="14100"/>
        <pc:sldMkLst>
          <pc:docMk/>
          <pc:sldMk cId="1361907824" sldId="383"/>
        </pc:sldMkLst>
        <pc:spChg chg="mod">
          <ac:chgData name="Alex Cowan" userId="S::acowan@equinix.com::83be38b7-4433-4369-89f4-779e23180948" providerId="AD" clId="Web-{16DCA528-1281-F1B7-1A66-B4CFD88F4826}" dt="2026-01-15T17:39:30.465" v="1323" actId="14100"/>
          <ac:spMkLst>
            <pc:docMk/>
            <pc:sldMk cId="1361907824" sldId="383"/>
            <ac:spMk id="6" creationId="{CBA16406-8A26-DC55-0A76-99B60B5E6AE2}"/>
          </ac:spMkLst>
        </pc:spChg>
        <pc:picChg chg="add mod">
          <ac:chgData name="Alex Cowan" userId="S::acowan@equinix.com::83be38b7-4433-4369-89f4-779e23180948" providerId="AD" clId="Web-{16DCA528-1281-F1B7-1A66-B4CFD88F4826}" dt="2026-01-15T17:39:25.621" v="1321" actId="14100"/>
          <ac:picMkLst>
            <pc:docMk/>
            <pc:sldMk cId="1361907824" sldId="383"/>
            <ac:picMk id="5" creationId="{A041173E-2561-2395-E2F1-135955CE2B21}"/>
          </ac:picMkLst>
        </pc:picChg>
      </pc:sldChg>
      <pc:sldChg chg="addSp modSp">
        <pc:chgData name="Alex Cowan" userId="S::acowan@equinix.com::83be38b7-4433-4369-89f4-779e23180948" providerId="AD" clId="Web-{16DCA528-1281-F1B7-1A66-B4CFD88F4826}" dt="2026-01-15T17:12:06.758" v="682" actId="20577"/>
        <pc:sldMkLst>
          <pc:docMk/>
          <pc:sldMk cId="443700379" sldId="384"/>
        </pc:sldMkLst>
        <pc:spChg chg="mod">
          <ac:chgData name="Alex Cowan" userId="S::acowan@equinix.com::83be38b7-4433-4369-89f4-779e23180948" providerId="AD" clId="Web-{16DCA528-1281-F1B7-1A66-B4CFD88F4826}" dt="2026-01-15T17:11:45.868" v="677" actId="14100"/>
          <ac:spMkLst>
            <pc:docMk/>
            <pc:sldMk cId="443700379" sldId="384"/>
            <ac:spMk id="6" creationId="{CFD96020-4CBB-4A64-4C88-5AE5771924DD}"/>
          </ac:spMkLst>
        </pc:spChg>
        <pc:spChg chg="add mod">
          <ac:chgData name="Alex Cowan" userId="S::acowan@equinix.com::83be38b7-4433-4369-89f4-779e23180948" providerId="AD" clId="Web-{16DCA528-1281-F1B7-1A66-B4CFD88F4826}" dt="2026-01-15T17:12:06.758" v="682" actId="20577"/>
          <ac:spMkLst>
            <pc:docMk/>
            <pc:sldMk cId="443700379" sldId="384"/>
            <ac:spMk id="7" creationId="{75F27E14-A29D-91C2-F079-11EBD9FA3465}"/>
          </ac:spMkLst>
        </pc:spChg>
        <pc:picChg chg="add mod">
          <ac:chgData name="Alex Cowan" userId="S::acowan@equinix.com::83be38b7-4433-4369-89f4-779e23180948" providerId="AD" clId="Web-{16DCA528-1281-F1B7-1A66-B4CFD88F4826}" dt="2026-01-15T17:11:57.711" v="681" actId="1076"/>
          <ac:picMkLst>
            <pc:docMk/>
            <pc:sldMk cId="443700379" sldId="384"/>
            <ac:picMk id="13" creationId="{5D34A3B1-D107-0984-EC9D-8F4321FD6241}"/>
          </ac:picMkLst>
        </pc:picChg>
      </pc:sldChg>
      <pc:sldChg chg="addSp delSp modSp">
        <pc:chgData name="Alex Cowan" userId="S::acowan@equinix.com::83be38b7-4433-4369-89f4-779e23180948" providerId="AD" clId="Web-{16DCA528-1281-F1B7-1A66-B4CFD88F4826}" dt="2026-01-15T18:20:54.698" v="1803" actId="20577"/>
        <pc:sldMkLst>
          <pc:docMk/>
          <pc:sldMk cId="2091433281" sldId="385"/>
        </pc:sldMkLst>
        <pc:spChg chg="mod">
          <ac:chgData name="Alex Cowan" userId="S::acowan@equinix.com::83be38b7-4433-4369-89f4-779e23180948" providerId="AD" clId="Web-{16DCA528-1281-F1B7-1A66-B4CFD88F4826}" dt="2026-01-15T17:17:52.637" v="750" actId="20577"/>
          <ac:spMkLst>
            <pc:docMk/>
            <pc:sldMk cId="2091433281" sldId="385"/>
            <ac:spMk id="4" creationId="{CDFEB175-364F-81F1-573B-53499B4AC0EF}"/>
          </ac:spMkLst>
        </pc:spChg>
        <pc:spChg chg="add mod">
          <ac:chgData name="Alex Cowan" userId="S::acowan@equinix.com::83be38b7-4433-4369-89f4-779e23180948" providerId="AD" clId="Web-{16DCA528-1281-F1B7-1A66-B4CFD88F4826}" dt="2026-01-15T18:20:54.698" v="1803" actId="20577"/>
          <ac:spMkLst>
            <pc:docMk/>
            <pc:sldMk cId="2091433281" sldId="385"/>
            <ac:spMk id="5" creationId="{7B91F5F5-38B1-30A7-FC6E-0CAB5844B25C}"/>
          </ac:spMkLst>
        </pc:spChg>
        <pc:spChg chg="mod">
          <ac:chgData name="Alex Cowan" userId="S::acowan@equinix.com::83be38b7-4433-4369-89f4-779e23180948" providerId="AD" clId="Web-{16DCA528-1281-F1B7-1A66-B4CFD88F4826}" dt="2026-01-15T18:20:14.947" v="1743" actId="20577"/>
          <ac:spMkLst>
            <pc:docMk/>
            <pc:sldMk cId="2091433281" sldId="385"/>
            <ac:spMk id="6" creationId="{44F53C18-3E54-07F5-FC7B-E73E3E00C7A7}"/>
          </ac:spMkLst>
        </pc:spChg>
        <pc:graphicFrameChg chg="add del mod modGraphic">
          <ac:chgData name="Alex Cowan" userId="S::acowan@equinix.com::83be38b7-4433-4369-89f4-779e23180948" providerId="AD" clId="Web-{16DCA528-1281-F1B7-1A66-B4CFD88F4826}" dt="2026-01-15T17:19:01.075" v="819"/>
          <ac:graphicFrameMkLst>
            <pc:docMk/>
            <pc:sldMk cId="2091433281" sldId="385"/>
            <ac:graphicFrameMk id="11" creationId="{9162E270-3620-1BFB-2BDC-0AE58EC98BFC}"/>
          </ac:graphicFrameMkLst>
        </pc:graphicFrameChg>
        <pc:graphicFrameChg chg="add mod modGraphic">
          <ac:chgData name="Alex Cowan" userId="S::acowan@equinix.com::83be38b7-4433-4369-89f4-779e23180948" providerId="AD" clId="Web-{16DCA528-1281-F1B7-1A66-B4CFD88F4826}" dt="2026-01-15T17:19:57.185" v="893" actId="1076"/>
          <ac:graphicFrameMkLst>
            <pc:docMk/>
            <pc:sldMk cId="2091433281" sldId="385"/>
            <ac:graphicFrameMk id="13" creationId="{E1155C7E-61BB-BBEF-E2AB-D2A9F0EBAE95}"/>
          </ac:graphicFrameMkLst>
        </pc:graphicFrameChg>
      </pc:sldChg>
      <pc:sldChg chg="addSp delSp modSp">
        <pc:chgData name="Alex Cowan" userId="S::acowan@equinix.com::83be38b7-4433-4369-89f4-779e23180948" providerId="AD" clId="Web-{16DCA528-1281-F1B7-1A66-B4CFD88F4826}" dt="2026-01-15T17:48:27.977" v="1538"/>
        <pc:sldMkLst>
          <pc:docMk/>
          <pc:sldMk cId="1601115883" sldId="386"/>
        </pc:sldMkLst>
        <pc:spChg chg="mod">
          <ac:chgData name="Alex Cowan" userId="S::acowan@equinix.com::83be38b7-4433-4369-89f4-779e23180948" providerId="AD" clId="Web-{16DCA528-1281-F1B7-1A66-B4CFD88F4826}" dt="2026-01-15T17:48:04.477" v="1520" actId="20577"/>
          <ac:spMkLst>
            <pc:docMk/>
            <pc:sldMk cId="1601115883" sldId="386"/>
            <ac:spMk id="6" creationId="{2D10BCAA-65DB-4FC4-64BB-D7D5E4D244FA}"/>
          </ac:spMkLst>
        </pc:spChg>
        <pc:graphicFrameChg chg="add del">
          <ac:chgData name="Alex Cowan" userId="S::acowan@equinix.com::83be38b7-4433-4369-89f4-779e23180948" providerId="AD" clId="Web-{16DCA528-1281-F1B7-1A66-B4CFD88F4826}" dt="2026-01-15T17:47:10.664" v="1483"/>
          <ac:graphicFrameMkLst>
            <pc:docMk/>
            <pc:sldMk cId="1601115883" sldId="386"/>
            <ac:graphicFrameMk id="10" creationId="{BB4548B4-7A73-D2E1-6658-931E537318C5}"/>
          </ac:graphicFrameMkLst>
        </pc:graphicFrameChg>
        <pc:graphicFrameChg chg="add mod modGraphic">
          <ac:chgData name="Alex Cowan" userId="S::acowan@equinix.com::83be38b7-4433-4369-89f4-779e23180948" providerId="AD" clId="Web-{16DCA528-1281-F1B7-1A66-B4CFD88F4826}" dt="2026-01-15T17:48:27.977" v="1538"/>
          <ac:graphicFrameMkLst>
            <pc:docMk/>
            <pc:sldMk cId="1601115883" sldId="386"/>
            <ac:graphicFrameMk id="13" creationId="{5A7DA845-0434-210A-810B-166B75FCA1B0}"/>
          </ac:graphicFrameMkLst>
        </pc:graphicFrameChg>
      </pc:sldChg>
      <pc:sldChg chg="addSp delSp modSp">
        <pc:chgData name="Alex Cowan" userId="S::acowan@equinix.com::83be38b7-4433-4369-89f4-779e23180948" providerId="AD" clId="Web-{16DCA528-1281-F1B7-1A66-B4CFD88F4826}" dt="2026-01-15T17:40:45.265" v="1344" actId="1076"/>
        <pc:sldMkLst>
          <pc:docMk/>
          <pc:sldMk cId="565198330" sldId="387"/>
        </pc:sldMkLst>
        <pc:spChg chg="mod">
          <ac:chgData name="Alex Cowan" userId="S::acowan@equinix.com::83be38b7-4433-4369-89f4-779e23180948" providerId="AD" clId="Web-{16DCA528-1281-F1B7-1A66-B4CFD88F4826}" dt="2026-01-15T17:28:39.765" v="1011" actId="20577"/>
          <ac:spMkLst>
            <pc:docMk/>
            <pc:sldMk cId="565198330" sldId="387"/>
            <ac:spMk id="4" creationId="{F9A2F702-B26A-CC59-CC4F-0BE8F467F1D1}"/>
          </ac:spMkLst>
        </pc:spChg>
        <pc:spChg chg="add mod">
          <ac:chgData name="Alex Cowan" userId="S::acowan@equinix.com::83be38b7-4433-4369-89f4-779e23180948" providerId="AD" clId="Web-{16DCA528-1281-F1B7-1A66-B4CFD88F4826}" dt="2026-01-15T17:40:45.186" v="1341" actId="1076"/>
          <ac:spMkLst>
            <pc:docMk/>
            <pc:sldMk cId="565198330" sldId="387"/>
            <ac:spMk id="5" creationId="{0156AA8F-F27A-FEB1-E480-79013D892163}"/>
          </ac:spMkLst>
        </pc:spChg>
        <pc:spChg chg="mod">
          <ac:chgData name="Alex Cowan" userId="S::acowan@equinix.com::83be38b7-4433-4369-89f4-779e23180948" providerId="AD" clId="Web-{16DCA528-1281-F1B7-1A66-B4CFD88F4826}" dt="2026-01-15T17:39:41.934" v="1325" actId="20577"/>
          <ac:spMkLst>
            <pc:docMk/>
            <pc:sldMk cId="565198330" sldId="387"/>
            <ac:spMk id="6" creationId="{36D28538-EF97-4906-A842-849CEE6C6252}"/>
          </ac:spMkLst>
        </pc:spChg>
        <pc:spChg chg="mod">
          <ac:chgData name="Alex Cowan" userId="S::acowan@equinix.com::83be38b7-4433-4369-89f4-779e23180948" providerId="AD" clId="Web-{16DCA528-1281-F1B7-1A66-B4CFD88F4826}" dt="2026-01-15T17:40:45.155" v="1339" actId="1076"/>
          <ac:spMkLst>
            <pc:docMk/>
            <pc:sldMk cId="565198330" sldId="387"/>
            <ac:spMk id="8" creationId="{D3A3618E-432C-9897-73F3-41294D3103EB}"/>
          </ac:spMkLst>
        </pc:spChg>
        <pc:spChg chg="mod">
          <ac:chgData name="Alex Cowan" userId="S::acowan@equinix.com::83be38b7-4433-4369-89f4-779e23180948" providerId="AD" clId="Web-{16DCA528-1281-F1B7-1A66-B4CFD88F4826}" dt="2026-01-15T17:40:45.171" v="1340" actId="1076"/>
          <ac:spMkLst>
            <pc:docMk/>
            <pc:sldMk cId="565198330" sldId="387"/>
            <ac:spMk id="12" creationId="{D2EF5A03-FA0B-9CF3-FE24-F2A76D0548CA}"/>
          </ac:spMkLst>
        </pc:spChg>
        <pc:spChg chg="add mod">
          <ac:chgData name="Alex Cowan" userId="S::acowan@equinix.com::83be38b7-4433-4369-89f4-779e23180948" providerId="AD" clId="Web-{16DCA528-1281-F1B7-1A66-B4CFD88F4826}" dt="2026-01-15T17:40:45.265" v="1344" actId="1076"/>
          <ac:spMkLst>
            <pc:docMk/>
            <pc:sldMk cId="565198330" sldId="387"/>
            <ac:spMk id="14" creationId="{8135A53A-AE83-3656-6BFC-228586FC280F}"/>
          </ac:spMkLst>
        </pc:spChg>
        <pc:spChg chg="add mod">
          <ac:chgData name="Alex Cowan" userId="S::acowan@equinix.com::83be38b7-4433-4369-89f4-779e23180948" providerId="AD" clId="Web-{16DCA528-1281-F1B7-1A66-B4CFD88F4826}" dt="2026-01-15T17:40:26.373" v="1337" actId="20577"/>
          <ac:spMkLst>
            <pc:docMk/>
            <pc:sldMk cId="565198330" sldId="387"/>
            <ac:spMk id="17" creationId="{F7F33901-45D2-AA8B-DAA1-756A5389A430}"/>
          </ac:spMkLst>
        </pc:spChg>
        <pc:picChg chg="del mod">
          <ac:chgData name="Alex Cowan" userId="S::acowan@equinix.com::83be38b7-4433-4369-89f4-779e23180948" providerId="AD" clId="Web-{16DCA528-1281-F1B7-1A66-B4CFD88F4826}" dt="2026-01-15T17:29:06.812" v="1015"/>
          <ac:picMkLst>
            <pc:docMk/>
            <pc:sldMk cId="565198330" sldId="387"/>
            <ac:picMk id="7" creationId="{E0C5EACE-3996-80E0-36C2-08BC80303949}"/>
          </ac:picMkLst>
        </pc:picChg>
        <pc:picChg chg="add del mod">
          <ac:chgData name="Alex Cowan" userId="S::acowan@equinix.com::83be38b7-4433-4369-89f4-779e23180948" providerId="AD" clId="Web-{16DCA528-1281-F1B7-1A66-B4CFD88F4826}" dt="2026-01-15T17:36:41.676" v="1149"/>
          <ac:picMkLst>
            <pc:docMk/>
            <pc:sldMk cId="565198330" sldId="387"/>
            <ac:picMk id="9" creationId="{A6DBE420-D8FD-2AC2-57F3-56A8906CFFC6}"/>
          </ac:picMkLst>
        </pc:picChg>
        <pc:picChg chg="del">
          <ac:chgData name="Alex Cowan" userId="S::acowan@equinix.com::83be38b7-4433-4369-89f4-779e23180948" providerId="AD" clId="Web-{16DCA528-1281-F1B7-1A66-B4CFD88F4826}" dt="2026-01-15T17:31:02.345" v="1118"/>
          <ac:picMkLst>
            <pc:docMk/>
            <pc:sldMk cId="565198330" sldId="387"/>
            <ac:picMk id="10" creationId="{30B7551E-8065-514C-D674-C9EC51D0075E}"/>
          </ac:picMkLst>
        </pc:picChg>
        <pc:picChg chg="add mod">
          <ac:chgData name="Alex Cowan" userId="S::acowan@equinix.com::83be38b7-4433-4369-89f4-779e23180948" providerId="AD" clId="Web-{16DCA528-1281-F1B7-1A66-B4CFD88F4826}" dt="2026-01-15T17:40:45.218" v="1342" actId="1076"/>
          <ac:picMkLst>
            <pc:docMk/>
            <pc:sldMk cId="565198330" sldId="387"/>
            <ac:picMk id="11" creationId="{A16E7E55-4FFC-AE50-1C0B-479F0FC98907}"/>
          </ac:picMkLst>
        </pc:picChg>
        <pc:picChg chg="add mod">
          <ac:chgData name="Alex Cowan" userId="S::acowan@equinix.com::83be38b7-4433-4369-89f4-779e23180948" providerId="AD" clId="Web-{16DCA528-1281-F1B7-1A66-B4CFD88F4826}" dt="2026-01-15T17:40:45.233" v="1343" actId="1076"/>
          <ac:picMkLst>
            <pc:docMk/>
            <pc:sldMk cId="565198330" sldId="387"/>
            <ac:picMk id="13" creationId="{4D770CC1-E4D6-AF68-54E7-7B4644443F6A}"/>
          </ac:picMkLst>
        </pc:picChg>
        <pc:picChg chg="add mod">
          <ac:chgData name="Alex Cowan" userId="S::acowan@equinix.com::83be38b7-4433-4369-89f4-779e23180948" providerId="AD" clId="Web-{16DCA528-1281-F1B7-1A66-B4CFD88F4826}" dt="2026-01-15T17:40:15.982" v="1332" actId="1076"/>
          <ac:picMkLst>
            <pc:docMk/>
            <pc:sldMk cId="565198330" sldId="387"/>
            <ac:picMk id="16" creationId="{04DAC818-0E28-15EE-DDBE-3FA2D711FE35}"/>
          </ac:picMkLst>
        </pc:picChg>
      </pc:sldChg>
      <pc:sldChg chg="addSp delSp modSp">
        <pc:chgData name="Alex Cowan" userId="S::acowan@equinix.com::83be38b7-4433-4369-89f4-779e23180948" providerId="AD" clId="Web-{16DCA528-1281-F1B7-1A66-B4CFD88F4826}" dt="2026-01-15T17:46:13.507" v="1477" actId="14100"/>
        <pc:sldMkLst>
          <pc:docMk/>
          <pc:sldMk cId="4271066411" sldId="388"/>
        </pc:sldMkLst>
        <pc:spChg chg="mod">
          <ac:chgData name="Alex Cowan" userId="S::acowan@equinix.com::83be38b7-4433-4369-89f4-779e23180948" providerId="AD" clId="Web-{16DCA528-1281-F1B7-1A66-B4CFD88F4826}" dt="2026-01-15T17:42:55.393" v="1401" actId="20577"/>
          <ac:spMkLst>
            <pc:docMk/>
            <pc:sldMk cId="4271066411" sldId="388"/>
            <ac:spMk id="4" creationId="{8C78A16A-69D6-F0AC-73FB-D722737FFF1D}"/>
          </ac:spMkLst>
        </pc:spChg>
        <pc:spChg chg="mod">
          <ac:chgData name="Alex Cowan" userId="S::acowan@equinix.com::83be38b7-4433-4369-89f4-779e23180948" providerId="AD" clId="Web-{16DCA528-1281-F1B7-1A66-B4CFD88F4826}" dt="2026-01-15T17:43:15.753" v="1403" actId="14100"/>
          <ac:spMkLst>
            <pc:docMk/>
            <pc:sldMk cId="4271066411" sldId="388"/>
            <ac:spMk id="6" creationId="{BDC66F09-A14A-08F1-34D0-AB0FFBEE914C}"/>
          </ac:spMkLst>
        </pc:spChg>
        <pc:spChg chg="mod">
          <ac:chgData name="Alex Cowan" userId="S::acowan@equinix.com::83be38b7-4433-4369-89f4-779e23180948" providerId="AD" clId="Web-{16DCA528-1281-F1B7-1A66-B4CFD88F4826}" dt="2026-01-15T17:41:04.531" v="1347" actId="1076"/>
          <ac:spMkLst>
            <pc:docMk/>
            <pc:sldMk cId="4271066411" sldId="388"/>
            <ac:spMk id="8" creationId="{C023F62B-55B3-AB41-1246-2368727015F8}"/>
          </ac:spMkLst>
        </pc:spChg>
        <pc:spChg chg="mod">
          <ac:chgData name="Alex Cowan" userId="S::acowan@equinix.com::83be38b7-4433-4369-89f4-779e23180948" providerId="AD" clId="Web-{16DCA528-1281-F1B7-1A66-B4CFD88F4826}" dt="2026-01-15T17:41:04.609" v="1349" actId="1076"/>
          <ac:spMkLst>
            <pc:docMk/>
            <pc:sldMk cId="4271066411" sldId="388"/>
            <ac:spMk id="9" creationId="{D162D3FB-A4CB-1A81-21A9-3A05B2851489}"/>
          </ac:spMkLst>
        </pc:spChg>
        <pc:spChg chg="add mod">
          <ac:chgData name="Alex Cowan" userId="S::acowan@equinix.com::83be38b7-4433-4369-89f4-779e23180948" providerId="AD" clId="Web-{16DCA528-1281-F1B7-1A66-B4CFD88F4826}" dt="2026-01-15T17:43:19.722" v="1405" actId="1076"/>
          <ac:spMkLst>
            <pc:docMk/>
            <pc:sldMk cId="4271066411" sldId="388"/>
            <ac:spMk id="13" creationId="{8818E405-FB6A-4623-ED03-63F3EB1F1CFD}"/>
          </ac:spMkLst>
        </pc:spChg>
        <pc:spChg chg="add mod">
          <ac:chgData name="Alex Cowan" userId="S::acowan@equinix.com::83be38b7-4433-4369-89f4-779e23180948" providerId="AD" clId="Web-{16DCA528-1281-F1B7-1A66-B4CFD88F4826}" dt="2026-01-15T17:44:31.802" v="1411"/>
          <ac:spMkLst>
            <pc:docMk/>
            <pc:sldMk cId="4271066411" sldId="388"/>
            <ac:spMk id="16" creationId="{2795AEB1-90B9-F42E-2F58-4E94D00FABF0}"/>
          </ac:spMkLst>
        </pc:spChg>
        <pc:spChg chg="add mod">
          <ac:chgData name="Alex Cowan" userId="S::acowan@equinix.com::83be38b7-4433-4369-89f4-779e23180948" providerId="AD" clId="Web-{16DCA528-1281-F1B7-1A66-B4CFD88F4826}" dt="2026-01-15T17:44:59.755" v="1434" actId="1076"/>
          <ac:spMkLst>
            <pc:docMk/>
            <pc:sldMk cId="4271066411" sldId="388"/>
            <ac:spMk id="17" creationId="{8388BACC-5FFC-F518-5D54-5638E842ED18}"/>
          </ac:spMkLst>
        </pc:spChg>
        <pc:spChg chg="add mod">
          <ac:chgData name="Alex Cowan" userId="S::acowan@equinix.com::83be38b7-4433-4369-89f4-779e23180948" providerId="AD" clId="Web-{16DCA528-1281-F1B7-1A66-B4CFD88F4826}" dt="2026-01-15T17:45:46.506" v="1443"/>
          <ac:spMkLst>
            <pc:docMk/>
            <pc:sldMk cId="4271066411" sldId="388"/>
            <ac:spMk id="19" creationId="{95665FF6-85B4-C69C-1441-6B24E4029963}"/>
          </ac:spMkLst>
        </pc:spChg>
        <pc:spChg chg="add mod">
          <ac:chgData name="Alex Cowan" userId="S::acowan@equinix.com::83be38b7-4433-4369-89f4-779e23180948" providerId="AD" clId="Web-{16DCA528-1281-F1B7-1A66-B4CFD88F4826}" dt="2026-01-15T17:46:13.507" v="1477" actId="14100"/>
          <ac:spMkLst>
            <pc:docMk/>
            <pc:sldMk cId="4271066411" sldId="388"/>
            <ac:spMk id="20" creationId="{2A0A5E5E-7CAA-7613-2479-7FD91D49A513}"/>
          </ac:spMkLst>
        </pc:spChg>
        <pc:picChg chg="del mod">
          <ac:chgData name="Alex Cowan" userId="S::acowan@equinix.com::83be38b7-4433-4369-89f4-779e23180948" providerId="AD" clId="Web-{16DCA528-1281-F1B7-1A66-B4CFD88F4826}" dt="2026-01-15T17:42:12.220" v="1356"/>
          <ac:picMkLst>
            <pc:docMk/>
            <pc:sldMk cId="4271066411" sldId="388"/>
            <ac:picMk id="5" creationId="{52656ACD-74AA-D9DB-D56C-77749883315D}"/>
          </ac:picMkLst>
        </pc:picChg>
        <pc:picChg chg="del mod">
          <ac:chgData name="Alex Cowan" userId="S::acowan@equinix.com::83be38b7-4433-4369-89f4-779e23180948" providerId="AD" clId="Web-{16DCA528-1281-F1B7-1A66-B4CFD88F4826}" dt="2026-01-15T17:41:41.360" v="1352"/>
          <ac:picMkLst>
            <pc:docMk/>
            <pc:sldMk cId="4271066411" sldId="388"/>
            <ac:picMk id="7" creationId="{A0D8A473-F220-9541-0497-6BF0AED25613}"/>
          </ac:picMkLst>
        </pc:picChg>
        <pc:picChg chg="add mod">
          <ac:chgData name="Alex Cowan" userId="S::acowan@equinix.com::83be38b7-4433-4369-89f4-779e23180948" providerId="AD" clId="Web-{16DCA528-1281-F1B7-1A66-B4CFD88F4826}" dt="2026-01-15T17:43:19.707" v="1404" actId="1076"/>
          <ac:picMkLst>
            <pc:docMk/>
            <pc:sldMk cId="4271066411" sldId="388"/>
            <ac:picMk id="11" creationId="{C03EF450-3668-F5CD-C69A-8A4C92A780B3}"/>
          </ac:picMkLst>
        </pc:picChg>
        <pc:picChg chg="add mod">
          <ac:chgData name="Alex Cowan" userId="S::acowan@equinix.com::83be38b7-4433-4369-89f4-779e23180948" providerId="AD" clId="Web-{16DCA528-1281-F1B7-1A66-B4CFD88F4826}" dt="2026-01-15T17:41:46.282" v="1354" actId="1076"/>
          <ac:picMkLst>
            <pc:docMk/>
            <pc:sldMk cId="4271066411" sldId="388"/>
            <ac:picMk id="14" creationId="{029C0911-DC48-9C9F-7A55-F3A6F897707C}"/>
          </ac:picMkLst>
        </pc:picChg>
        <pc:picChg chg="add mod">
          <ac:chgData name="Alex Cowan" userId="S::acowan@equinix.com::83be38b7-4433-4369-89f4-779e23180948" providerId="AD" clId="Web-{16DCA528-1281-F1B7-1A66-B4CFD88F4826}" dt="2026-01-15T17:42:21.580" v="1359" actId="1076"/>
          <ac:picMkLst>
            <pc:docMk/>
            <pc:sldMk cId="4271066411" sldId="388"/>
            <ac:picMk id="15" creationId="{A4B5C959-227F-7AF9-1BE4-CF585E4BB07F}"/>
          </ac:picMkLst>
        </pc:picChg>
        <pc:cxnChg chg="add mod">
          <ac:chgData name="Alex Cowan" userId="S::acowan@equinix.com::83be38b7-4433-4369-89f4-779e23180948" providerId="AD" clId="Web-{16DCA528-1281-F1B7-1A66-B4CFD88F4826}" dt="2026-01-15T17:45:25.037" v="1436" actId="1076"/>
          <ac:cxnSpMkLst>
            <pc:docMk/>
            <pc:sldMk cId="4271066411" sldId="388"/>
            <ac:cxnSpMk id="18" creationId="{B1EF6DCC-E98A-F099-528C-A08F89C2D8D4}"/>
          </ac:cxnSpMkLst>
        </pc:cxnChg>
        <pc:cxnChg chg="add mod">
          <ac:chgData name="Alex Cowan" userId="S::acowan@equinix.com::83be38b7-4433-4369-89f4-779e23180948" providerId="AD" clId="Web-{16DCA528-1281-F1B7-1A66-B4CFD88F4826}" dt="2026-01-15T17:46:06.444" v="1475" actId="1076"/>
          <ac:cxnSpMkLst>
            <pc:docMk/>
            <pc:sldMk cId="4271066411" sldId="388"/>
            <ac:cxnSpMk id="21" creationId="{CB22331F-B020-36F0-0290-6A5D510E79C7}"/>
          </ac:cxnSpMkLst>
        </pc:cxnChg>
      </pc:sldChg>
    </pc:docChg>
  </pc:docChgLst>
  <pc:docChgLst>
    <pc:chgData name="Sio Fan Chan" userId="S::siofchan@ap.equinix.com::57cd7094-0dab-4432-91a1-88f4f4d97e86" providerId="AD" clId="Web-{E54A1D2F-9299-4206-A0A4-48FB573500B0}"/>
    <pc:docChg chg="mod">
      <pc:chgData name="Sio Fan Chan" userId="S::siofchan@ap.equinix.com::57cd7094-0dab-4432-91a1-88f4f4d97e86" providerId="AD" clId="Web-{E54A1D2F-9299-4206-A0A4-48FB573500B0}" dt="2026-01-15T17:58:21.557" v="0"/>
      <pc:docMkLst>
        <pc:docMk/>
      </pc:docMkLst>
    </pc:docChg>
  </pc:docChgLst>
  <pc:docChgLst>
    <pc:chgData name="Alex Cowan" userId="S::acowan@equinix.com::83be38b7-4433-4369-89f4-779e23180948" providerId="AD" clId="Web-{254636FE-72EB-DBC4-44ED-7681C3B5B9B4}"/>
    <pc:docChg chg="modSld">
      <pc:chgData name="Alex Cowan" userId="S::acowan@equinix.com::83be38b7-4433-4369-89f4-779e23180948" providerId="AD" clId="Web-{254636FE-72EB-DBC4-44ED-7681C3B5B9B4}" dt="2026-01-09T15:17:53.213" v="23" actId="14100"/>
      <pc:docMkLst>
        <pc:docMk/>
      </pc:docMkLst>
      <pc:sldChg chg="modSp">
        <pc:chgData name="Alex Cowan" userId="S::acowan@equinix.com::83be38b7-4433-4369-89f4-779e23180948" providerId="AD" clId="Web-{254636FE-72EB-DBC4-44ED-7681C3B5B9B4}" dt="2026-01-09T15:17:28.166" v="1" actId="20577"/>
        <pc:sldMkLst>
          <pc:docMk/>
          <pc:sldMk cId="4122740743" sldId="354"/>
        </pc:sldMkLst>
        <pc:spChg chg="mod">
          <ac:chgData name="Alex Cowan" userId="S::acowan@equinix.com::83be38b7-4433-4369-89f4-779e23180948" providerId="AD" clId="Web-{254636FE-72EB-DBC4-44ED-7681C3B5B9B4}" dt="2026-01-09T15:17:28.166" v="1" actId="20577"/>
          <ac:spMkLst>
            <pc:docMk/>
            <pc:sldMk cId="4122740743" sldId="354"/>
            <ac:spMk id="5" creationId="{8671CD81-9249-6EA7-2FA6-C32905A57699}"/>
          </ac:spMkLst>
        </pc:spChg>
      </pc:sldChg>
      <pc:sldChg chg="modSp">
        <pc:chgData name="Alex Cowan" userId="S::acowan@equinix.com::83be38b7-4433-4369-89f4-779e23180948" providerId="AD" clId="Web-{254636FE-72EB-DBC4-44ED-7681C3B5B9B4}" dt="2026-01-09T15:17:53.213" v="23" actId="14100"/>
        <pc:sldMkLst>
          <pc:docMk/>
          <pc:sldMk cId="925731712" sldId="382"/>
        </pc:sldMkLst>
        <pc:spChg chg="mod">
          <ac:chgData name="Alex Cowan" userId="S::acowan@equinix.com::83be38b7-4433-4369-89f4-779e23180948" providerId="AD" clId="Web-{254636FE-72EB-DBC4-44ED-7681C3B5B9B4}" dt="2026-01-09T15:17:53.213" v="23" actId="14100"/>
          <ac:spMkLst>
            <pc:docMk/>
            <pc:sldMk cId="925731712" sldId="382"/>
            <ac:spMk id="13" creationId="{A54D3917-466D-9404-11CF-B1C7DAAE0212}"/>
          </ac:spMkLst>
        </pc:spChg>
      </pc:sldChg>
    </pc:docChg>
  </pc:docChgLst>
</pc:chgInfo>
</file>

<file path=ppt/comments/modernComment_17E_372D8B80.xml><?xml version="1.0" encoding="utf-8"?>
<p188:cmLst xmlns:a="http://schemas.openxmlformats.org/drawingml/2006/main" xmlns:r="http://schemas.openxmlformats.org/officeDocument/2006/relationships" xmlns:p188="http://schemas.microsoft.com/office/powerpoint/2018/8/main">
  <p188:cm id="{06B96422-8079-4659-AF6B-9F1D4F83F852}" authorId="{86C7B0C2-ADA8-318B-B090-A789B582F97D}" status="resolved" created="2026-01-15T17:58:21.572" complete="100000">
    <pc:sldMkLst xmlns:pc="http://schemas.microsoft.com/office/powerpoint/2013/main/command">
      <pc:docMk/>
      <pc:sldMk cId="925731712" sldId="382"/>
    </pc:sldMkLst>
    <p188:txBody>
      <a:bodyPr/>
      <a:lstStyle/>
      <a:p>
        <a:r>
          <a:rPr lang="en-US"/>
          <a:t>Users can manage and update their cases and trouble tickets directly from the case history or case detail pages.</a:t>
        </a:r>
      </a:p>
    </p188:txBody>
    <p188:extLst>
      <p:ext xmlns:p="http://schemas.openxmlformats.org/presentationml/2006/main" uri="{57CB4572-C831-44C2-8A1C-0ADB6CCDFE69}">
        <p223:reactions xmlns:p223="http://schemas.microsoft.com/office/powerpoint/2022/03/main">
          <p223:rxn type="👍">
            <p223:instance time="2026-01-15T18:14:19.298" authorId="{86A7ED1B-4987-28FF-32FC-67424692AB82}"/>
          </p223:rxn>
        </p223:reactions>
      </p:ext>
    </p188:extLst>
  </p188:cm>
  <p188:cm id="{A3CFE1E7-8141-4DC3-A65E-E87EFFF96B21}" authorId="{86C7B0C2-ADA8-318B-B090-A789B582F97D}" created="2026-01-15T18:14:43.354">
    <pc:sldMkLst xmlns:pc="http://schemas.microsoft.com/office/powerpoint/2013/main/command">
      <pc:docMk/>
      <pc:sldMk cId="925731712" sldId="382"/>
    </pc:sldMkLst>
    <p188:txBody>
      <a:bodyPr/>
      <a:lstStyle/>
      <a:p>
        <a:r>
          <a:rPr lang="en-US"/>
          <a:t>Users can now view unregistered contacts on the case detail page, which was not supported before.</a:t>
        </a:r>
      </a:p>
    </p188:txBody>
  </p188:cm>
</p188:cmLst>
</file>

<file path=ppt/comments/modernComment_181_7CA8BD41.xml><?xml version="1.0" encoding="utf-8"?>
<p188:cmLst xmlns:a="http://schemas.openxmlformats.org/drawingml/2006/main" xmlns:r="http://schemas.openxmlformats.org/officeDocument/2006/relationships" xmlns:p188="http://schemas.microsoft.com/office/powerpoint/2018/8/main">
  <p188:cm id="{FA1284E3-6BD6-4BE6-87E0-D20F6F01D6B0}" authorId="{86C7B0C2-ADA8-318B-B090-A789B582F97D}" status="resolved" created="2026-01-15T18:11:04.443" complete="100000">
    <pc:sldMkLst xmlns:pc="http://schemas.microsoft.com/office/powerpoint/2013/main/command">
      <pc:docMk/>
      <pc:sldMk cId="2091433281" sldId="385"/>
    </pc:sldMkLst>
    <p188:txBody>
      <a:bodyPr/>
      <a:lstStyle/>
      <a:p>
        <a:r>
          <a:rPr lang="en-US"/>
          <a:t>[@Alex Cowan]  The Category column will display a single value only; no subtext will be shown and this enhancement we are doing for LTC users only</a:t>
        </a:r>
      </a:p>
    </p188:txBody>
    <p188:extLst>
      <p:ext xmlns:p="http://schemas.openxmlformats.org/presentationml/2006/main" uri="{57CB4572-C831-44C2-8A1C-0ADB6CCDFE69}">
        <p223:reactions xmlns:p223="http://schemas.microsoft.com/office/powerpoint/2022/03/main">
          <p223:rxn type="👍">
            <p223:instance time="2026-01-15T18:19:35.228" authorId="{86A7ED1B-4987-28FF-32FC-67424692AB82}"/>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31C5CA-E8CB-40A0-B4F7-80EA44FFB84B}" type="datetimeFigureOut">
              <a:t>1/16/2026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DCFC6F-96D8-4244-BB30-5B4E408F5ABD}" type="slidenum">
              <a:t>‹#›</a:t>
            </a:fld>
            <a:endParaRPr lang="en-US"/>
          </a:p>
        </p:txBody>
      </p:sp>
    </p:spTree>
    <p:extLst>
      <p:ext uri="{BB962C8B-B14F-4D97-AF65-F5344CB8AC3E}">
        <p14:creationId xmlns:p14="http://schemas.microsoft.com/office/powerpoint/2010/main" val="4103027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639763"/>
            <a:ext cx="2743200" cy="1543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0F8970-74C7-41C9-AFBE-669FB05F5F71}" type="slidenum">
              <a:rPr lang="en-US" smtClean="0"/>
              <a:t>1</a:t>
            </a:fld>
            <a:endParaRPr lang="en-US"/>
          </a:p>
        </p:txBody>
      </p:sp>
    </p:spTree>
    <p:extLst>
      <p:ext uri="{BB962C8B-B14F-4D97-AF65-F5344CB8AC3E}">
        <p14:creationId xmlns:p14="http://schemas.microsoft.com/office/powerpoint/2010/main" val="1667689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639763"/>
            <a:ext cx="2743200" cy="1543050"/>
          </a:xfrm>
        </p:spPr>
      </p:sp>
      <p:sp>
        <p:nvSpPr>
          <p:cNvPr id="3" name="Notes Placeholder 2"/>
          <p:cNvSpPr>
            <a:spLocks noGrp="1"/>
          </p:cNvSpPr>
          <p:nvPr>
            <p:ph type="body" idx="1"/>
          </p:nvPr>
        </p:nvSpPr>
        <p:spPr/>
        <p:txBody>
          <a:bodyPr/>
          <a:lstStyle/>
          <a:p>
            <a:endParaRPr lang="en-US">
              <a:cs typeface="Arial"/>
            </a:endParaRPr>
          </a:p>
        </p:txBody>
      </p:sp>
      <p:sp>
        <p:nvSpPr>
          <p:cNvPr id="4" name="Slide Number Placeholder 3"/>
          <p:cNvSpPr>
            <a:spLocks noGrp="1"/>
          </p:cNvSpPr>
          <p:nvPr>
            <p:ph type="sldNum" sz="quarter" idx="5"/>
          </p:nvPr>
        </p:nvSpPr>
        <p:spPr/>
        <p:txBody>
          <a:bodyPr/>
          <a:lstStyle/>
          <a:p>
            <a:fld id="{9A0F8970-74C7-41C9-AFBE-669FB05F5F71}" type="slidenum">
              <a:rPr lang="en-US" smtClean="0"/>
              <a:t>2</a:t>
            </a:fld>
            <a:endParaRPr lang="en-US"/>
          </a:p>
        </p:txBody>
      </p:sp>
    </p:spTree>
    <p:extLst>
      <p:ext uri="{BB962C8B-B14F-4D97-AF65-F5344CB8AC3E}">
        <p14:creationId xmlns:p14="http://schemas.microsoft.com/office/powerpoint/2010/main" val="3103182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639763"/>
            <a:ext cx="2743200" cy="1543050"/>
          </a:xfrm>
        </p:spPr>
      </p:sp>
      <p:sp>
        <p:nvSpPr>
          <p:cNvPr id="3" name="Notes Placeholder 2"/>
          <p:cNvSpPr>
            <a:spLocks noGrp="1"/>
          </p:cNvSpPr>
          <p:nvPr>
            <p:ph type="body" idx="1"/>
          </p:nvPr>
        </p:nvSpPr>
        <p:spPr/>
        <p:txBody>
          <a:bodyPr/>
          <a:lstStyle/>
          <a:p>
            <a:endParaRPr lang="en-US">
              <a:latin typeface="Aptos"/>
            </a:endParaRPr>
          </a:p>
        </p:txBody>
      </p:sp>
      <p:sp>
        <p:nvSpPr>
          <p:cNvPr id="4" name="Slide Number Placeholder 3"/>
          <p:cNvSpPr>
            <a:spLocks noGrp="1"/>
          </p:cNvSpPr>
          <p:nvPr>
            <p:ph type="sldNum" sz="quarter" idx="5"/>
          </p:nvPr>
        </p:nvSpPr>
        <p:spPr/>
        <p:txBody>
          <a:bodyPr/>
          <a:lstStyle/>
          <a:p>
            <a:fld id="{9A0F8970-74C7-41C9-AFBE-669FB05F5F71}" type="slidenum">
              <a:rPr lang="en-US" smtClean="0"/>
              <a:t>3</a:t>
            </a:fld>
            <a:endParaRPr lang="en-US"/>
          </a:p>
        </p:txBody>
      </p:sp>
    </p:spTree>
    <p:extLst>
      <p:ext uri="{BB962C8B-B14F-4D97-AF65-F5344CB8AC3E}">
        <p14:creationId xmlns:p14="http://schemas.microsoft.com/office/powerpoint/2010/main" val="4191366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55CF7-AA4D-A895-DB1E-00A564DF1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DC2E9-0FC0-BAD8-2329-3E999F144AD8}"/>
              </a:ext>
            </a:extLst>
          </p:cNvPr>
          <p:cNvSpPr>
            <a:spLocks noGrp="1" noRot="1" noChangeAspect="1"/>
          </p:cNvSpPr>
          <p:nvPr>
            <p:ph type="sldImg"/>
          </p:nvPr>
        </p:nvSpPr>
        <p:spPr>
          <a:xfrm>
            <a:off x="457200" y="639763"/>
            <a:ext cx="2743200" cy="1543050"/>
          </a:xfrm>
        </p:spPr>
      </p:sp>
      <p:sp>
        <p:nvSpPr>
          <p:cNvPr id="3" name="Notes Placeholder 2">
            <a:extLst>
              <a:ext uri="{FF2B5EF4-FFF2-40B4-BE49-F238E27FC236}">
                <a16:creationId xmlns:a16="http://schemas.microsoft.com/office/drawing/2014/main" id="{827C5168-163B-3DBF-BDF7-4CEEEF0DEA5B}"/>
              </a:ext>
            </a:extLst>
          </p:cNvPr>
          <p:cNvSpPr>
            <a:spLocks noGrp="1"/>
          </p:cNvSpPr>
          <p:nvPr>
            <p:ph type="body" idx="1"/>
          </p:nvPr>
        </p:nvSpPr>
        <p:spPr/>
        <p:txBody>
          <a:bodyPr/>
          <a:lstStyle/>
          <a:p>
            <a:endParaRPr lang="en-US">
              <a:latin typeface="Aptos"/>
            </a:endParaRPr>
          </a:p>
        </p:txBody>
      </p:sp>
      <p:sp>
        <p:nvSpPr>
          <p:cNvPr id="4" name="Slide Number Placeholder 3">
            <a:extLst>
              <a:ext uri="{FF2B5EF4-FFF2-40B4-BE49-F238E27FC236}">
                <a16:creationId xmlns:a16="http://schemas.microsoft.com/office/drawing/2014/main" id="{60A261C7-962E-C955-117A-F794C37EBAD9}"/>
              </a:ext>
            </a:extLst>
          </p:cNvPr>
          <p:cNvSpPr>
            <a:spLocks noGrp="1"/>
          </p:cNvSpPr>
          <p:nvPr>
            <p:ph type="sldNum" sz="quarter" idx="5"/>
          </p:nvPr>
        </p:nvSpPr>
        <p:spPr/>
        <p:txBody>
          <a:bodyPr/>
          <a:lstStyle/>
          <a:p>
            <a:fld id="{9A0F8970-74C7-41C9-AFBE-669FB05F5F71}" type="slidenum">
              <a:rPr lang="en-US" smtClean="0"/>
              <a:t>4</a:t>
            </a:fld>
            <a:endParaRPr lang="en-US"/>
          </a:p>
        </p:txBody>
      </p:sp>
    </p:spTree>
    <p:extLst>
      <p:ext uri="{BB962C8B-B14F-4D97-AF65-F5344CB8AC3E}">
        <p14:creationId xmlns:p14="http://schemas.microsoft.com/office/powerpoint/2010/main" val="1459456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1A3EF-FB91-011E-4923-D749A81CB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B15F2-3C16-5407-EFC0-3E1FF9E5033B}"/>
              </a:ext>
            </a:extLst>
          </p:cNvPr>
          <p:cNvSpPr>
            <a:spLocks noGrp="1" noRot="1" noChangeAspect="1"/>
          </p:cNvSpPr>
          <p:nvPr>
            <p:ph type="sldImg"/>
          </p:nvPr>
        </p:nvSpPr>
        <p:spPr>
          <a:xfrm>
            <a:off x="457200" y="639763"/>
            <a:ext cx="2743200" cy="1543050"/>
          </a:xfrm>
        </p:spPr>
      </p:sp>
      <p:sp>
        <p:nvSpPr>
          <p:cNvPr id="3" name="Notes Placeholder 2">
            <a:extLst>
              <a:ext uri="{FF2B5EF4-FFF2-40B4-BE49-F238E27FC236}">
                <a16:creationId xmlns:a16="http://schemas.microsoft.com/office/drawing/2014/main" id="{C317320F-E385-9B53-16C0-C89BD68CAD60}"/>
              </a:ext>
            </a:extLst>
          </p:cNvPr>
          <p:cNvSpPr>
            <a:spLocks noGrp="1"/>
          </p:cNvSpPr>
          <p:nvPr>
            <p:ph type="body" idx="1"/>
          </p:nvPr>
        </p:nvSpPr>
        <p:spPr/>
        <p:txBody>
          <a:bodyPr/>
          <a:lstStyle/>
          <a:p>
            <a:endParaRPr lang="en-US">
              <a:latin typeface="Aptos"/>
            </a:endParaRPr>
          </a:p>
        </p:txBody>
      </p:sp>
      <p:sp>
        <p:nvSpPr>
          <p:cNvPr id="4" name="Slide Number Placeholder 3">
            <a:extLst>
              <a:ext uri="{FF2B5EF4-FFF2-40B4-BE49-F238E27FC236}">
                <a16:creationId xmlns:a16="http://schemas.microsoft.com/office/drawing/2014/main" id="{D9E97191-CF82-B1FC-FE12-EE55CE36B461}"/>
              </a:ext>
            </a:extLst>
          </p:cNvPr>
          <p:cNvSpPr>
            <a:spLocks noGrp="1"/>
          </p:cNvSpPr>
          <p:nvPr>
            <p:ph type="sldNum" sz="quarter" idx="5"/>
          </p:nvPr>
        </p:nvSpPr>
        <p:spPr/>
        <p:txBody>
          <a:bodyPr/>
          <a:lstStyle/>
          <a:p>
            <a:fld id="{9A0F8970-74C7-41C9-AFBE-669FB05F5F71}" type="slidenum">
              <a:rPr lang="en-US" smtClean="0"/>
              <a:t>5</a:t>
            </a:fld>
            <a:endParaRPr lang="en-US"/>
          </a:p>
        </p:txBody>
      </p:sp>
    </p:spTree>
    <p:extLst>
      <p:ext uri="{BB962C8B-B14F-4D97-AF65-F5344CB8AC3E}">
        <p14:creationId xmlns:p14="http://schemas.microsoft.com/office/powerpoint/2010/main" val="2766829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BFAF7-F5A3-8EBF-7CC8-0BD93DF10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497C8-BF86-4B51-8891-157B07BDC0BD}"/>
              </a:ext>
            </a:extLst>
          </p:cNvPr>
          <p:cNvSpPr>
            <a:spLocks noGrp="1" noRot="1" noChangeAspect="1"/>
          </p:cNvSpPr>
          <p:nvPr>
            <p:ph type="sldImg"/>
          </p:nvPr>
        </p:nvSpPr>
        <p:spPr>
          <a:xfrm>
            <a:off x="457200" y="639763"/>
            <a:ext cx="2743200" cy="1543050"/>
          </a:xfrm>
        </p:spPr>
      </p:sp>
      <p:sp>
        <p:nvSpPr>
          <p:cNvPr id="3" name="Notes Placeholder 2">
            <a:extLst>
              <a:ext uri="{FF2B5EF4-FFF2-40B4-BE49-F238E27FC236}">
                <a16:creationId xmlns:a16="http://schemas.microsoft.com/office/drawing/2014/main" id="{DB0A8C21-D400-D0E8-C969-8BD75602E301}"/>
              </a:ext>
            </a:extLst>
          </p:cNvPr>
          <p:cNvSpPr>
            <a:spLocks noGrp="1"/>
          </p:cNvSpPr>
          <p:nvPr>
            <p:ph type="body" idx="1"/>
          </p:nvPr>
        </p:nvSpPr>
        <p:spPr/>
        <p:txBody>
          <a:bodyPr/>
          <a:lstStyle/>
          <a:p>
            <a:endParaRPr lang="en-US">
              <a:latin typeface="Aptos"/>
            </a:endParaRPr>
          </a:p>
        </p:txBody>
      </p:sp>
      <p:sp>
        <p:nvSpPr>
          <p:cNvPr id="4" name="Slide Number Placeholder 3">
            <a:extLst>
              <a:ext uri="{FF2B5EF4-FFF2-40B4-BE49-F238E27FC236}">
                <a16:creationId xmlns:a16="http://schemas.microsoft.com/office/drawing/2014/main" id="{132EE213-9D7E-6C68-39BB-C7025B1891E2}"/>
              </a:ext>
            </a:extLst>
          </p:cNvPr>
          <p:cNvSpPr>
            <a:spLocks noGrp="1"/>
          </p:cNvSpPr>
          <p:nvPr>
            <p:ph type="sldNum" sz="quarter" idx="5"/>
          </p:nvPr>
        </p:nvSpPr>
        <p:spPr/>
        <p:txBody>
          <a:bodyPr/>
          <a:lstStyle/>
          <a:p>
            <a:fld id="{9A0F8970-74C7-41C9-AFBE-669FB05F5F71}" type="slidenum">
              <a:rPr lang="en-US" smtClean="0"/>
              <a:t>6</a:t>
            </a:fld>
            <a:endParaRPr lang="en-US"/>
          </a:p>
        </p:txBody>
      </p:sp>
    </p:spTree>
    <p:extLst>
      <p:ext uri="{BB962C8B-B14F-4D97-AF65-F5344CB8AC3E}">
        <p14:creationId xmlns:p14="http://schemas.microsoft.com/office/powerpoint/2010/main" val="1053658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391B8-89EF-C1CE-B8E2-E25624C16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6BB16-14EB-857F-F216-6C113CB8389A}"/>
              </a:ext>
            </a:extLst>
          </p:cNvPr>
          <p:cNvSpPr>
            <a:spLocks noGrp="1" noRot="1" noChangeAspect="1"/>
          </p:cNvSpPr>
          <p:nvPr>
            <p:ph type="sldImg"/>
          </p:nvPr>
        </p:nvSpPr>
        <p:spPr>
          <a:xfrm>
            <a:off x="457200" y="639763"/>
            <a:ext cx="2743200" cy="1543050"/>
          </a:xfrm>
        </p:spPr>
      </p:sp>
      <p:sp>
        <p:nvSpPr>
          <p:cNvPr id="3" name="Notes Placeholder 2">
            <a:extLst>
              <a:ext uri="{FF2B5EF4-FFF2-40B4-BE49-F238E27FC236}">
                <a16:creationId xmlns:a16="http://schemas.microsoft.com/office/drawing/2014/main" id="{105DB99D-7D39-5DB6-110C-FA2E46206C20}"/>
              </a:ext>
            </a:extLst>
          </p:cNvPr>
          <p:cNvSpPr>
            <a:spLocks noGrp="1"/>
          </p:cNvSpPr>
          <p:nvPr>
            <p:ph type="body" idx="1"/>
          </p:nvPr>
        </p:nvSpPr>
        <p:spPr/>
        <p:txBody>
          <a:bodyPr/>
          <a:lstStyle/>
          <a:p>
            <a:endParaRPr lang="en-US">
              <a:latin typeface="Aptos"/>
            </a:endParaRPr>
          </a:p>
        </p:txBody>
      </p:sp>
      <p:sp>
        <p:nvSpPr>
          <p:cNvPr id="4" name="Slide Number Placeholder 3">
            <a:extLst>
              <a:ext uri="{FF2B5EF4-FFF2-40B4-BE49-F238E27FC236}">
                <a16:creationId xmlns:a16="http://schemas.microsoft.com/office/drawing/2014/main" id="{505C362F-1844-2A42-8848-5D1494CB69AB}"/>
              </a:ext>
            </a:extLst>
          </p:cNvPr>
          <p:cNvSpPr>
            <a:spLocks noGrp="1"/>
          </p:cNvSpPr>
          <p:nvPr>
            <p:ph type="sldNum" sz="quarter" idx="5"/>
          </p:nvPr>
        </p:nvSpPr>
        <p:spPr/>
        <p:txBody>
          <a:bodyPr/>
          <a:lstStyle/>
          <a:p>
            <a:fld id="{9A0F8970-74C7-41C9-AFBE-669FB05F5F71}" type="slidenum">
              <a:rPr lang="en-US" smtClean="0"/>
              <a:t>7</a:t>
            </a:fld>
            <a:endParaRPr lang="en-US"/>
          </a:p>
        </p:txBody>
      </p:sp>
    </p:spTree>
    <p:extLst>
      <p:ext uri="{BB962C8B-B14F-4D97-AF65-F5344CB8AC3E}">
        <p14:creationId xmlns:p14="http://schemas.microsoft.com/office/powerpoint/2010/main" val="678381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42F02-0604-2D55-1451-E0A65151C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1F5F9-88A4-27D8-AEC1-2812A366DA76}"/>
              </a:ext>
            </a:extLst>
          </p:cNvPr>
          <p:cNvSpPr>
            <a:spLocks noGrp="1" noRot="1" noChangeAspect="1"/>
          </p:cNvSpPr>
          <p:nvPr>
            <p:ph type="sldImg"/>
          </p:nvPr>
        </p:nvSpPr>
        <p:spPr>
          <a:xfrm>
            <a:off x="457200" y="639763"/>
            <a:ext cx="2743200" cy="1543050"/>
          </a:xfrm>
        </p:spPr>
      </p:sp>
      <p:sp>
        <p:nvSpPr>
          <p:cNvPr id="3" name="Notes Placeholder 2">
            <a:extLst>
              <a:ext uri="{FF2B5EF4-FFF2-40B4-BE49-F238E27FC236}">
                <a16:creationId xmlns:a16="http://schemas.microsoft.com/office/drawing/2014/main" id="{0D1551E4-6C37-D609-4542-F5218DE40317}"/>
              </a:ext>
            </a:extLst>
          </p:cNvPr>
          <p:cNvSpPr>
            <a:spLocks noGrp="1"/>
          </p:cNvSpPr>
          <p:nvPr>
            <p:ph type="body" idx="1"/>
          </p:nvPr>
        </p:nvSpPr>
        <p:spPr/>
        <p:txBody>
          <a:bodyPr/>
          <a:lstStyle/>
          <a:p>
            <a:endParaRPr lang="en-US">
              <a:latin typeface="Aptos"/>
            </a:endParaRPr>
          </a:p>
        </p:txBody>
      </p:sp>
      <p:sp>
        <p:nvSpPr>
          <p:cNvPr id="4" name="Slide Number Placeholder 3">
            <a:extLst>
              <a:ext uri="{FF2B5EF4-FFF2-40B4-BE49-F238E27FC236}">
                <a16:creationId xmlns:a16="http://schemas.microsoft.com/office/drawing/2014/main" id="{C25649A9-5480-0EBD-07CC-BEC788CB21F6}"/>
              </a:ext>
            </a:extLst>
          </p:cNvPr>
          <p:cNvSpPr>
            <a:spLocks noGrp="1"/>
          </p:cNvSpPr>
          <p:nvPr>
            <p:ph type="sldNum" sz="quarter" idx="5"/>
          </p:nvPr>
        </p:nvSpPr>
        <p:spPr/>
        <p:txBody>
          <a:bodyPr/>
          <a:lstStyle/>
          <a:p>
            <a:fld id="{9A0F8970-74C7-41C9-AFBE-669FB05F5F71}" type="slidenum">
              <a:rPr lang="en-US" smtClean="0"/>
              <a:t>8</a:t>
            </a:fld>
            <a:endParaRPr lang="en-US"/>
          </a:p>
        </p:txBody>
      </p:sp>
    </p:spTree>
    <p:extLst>
      <p:ext uri="{BB962C8B-B14F-4D97-AF65-F5344CB8AC3E}">
        <p14:creationId xmlns:p14="http://schemas.microsoft.com/office/powerpoint/2010/main" val="2487835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9147-FF29-4273-1E2F-F8483D6CE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6E7F3-15BD-B307-42F2-7660D55FFAF7}"/>
              </a:ext>
            </a:extLst>
          </p:cNvPr>
          <p:cNvSpPr>
            <a:spLocks noGrp="1" noRot="1" noChangeAspect="1"/>
          </p:cNvSpPr>
          <p:nvPr>
            <p:ph type="sldImg"/>
          </p:nvPr>
        </p:nvSpPr>
        <p:spPr>
          <a:xfrm>
            <a:off x="457200" y="639763"/>
            <a:ext cx="2743200" cy="1543050"/>
          </a:xfrm>
        </p:spPr>
      </p:sp>
      <p:sp>
        <p:nvSpPr>
          <p:cNvPr id="3" name="Notes Placeholder 2">
            <a:extLst>
              <a:ext uri="{FF2B5EF4-FFF2-40B4-BE49-F238E27FC236}">
                <a16:creationId xmlns:a16="http://schemas.microsoft.com/office/drawing/2014/main" id="{B82DE169-F0A0-348F-73F0-63035E8922B4}"/>
              </a:ext>
            </a:extLst>
          </p:cNvPr>
          <p:cNvSpPr>
            <a:spLocks noGrp="1"/>
          </p:cNvSpPr>
          <p:nvPr>
            <p:ph type="body" idx="1"/>
          </p:nvPr>
        </p:nvSpPr>
        <p:spPr/>
        <p:txBody>
          <a:bodyPr/>
          <a:lstStyle/>
          <a:p>
            <a:endParaRPr lang="en-US">
              <a:latin typeface="Aptos"/>
            </a:endParaRPr>
          </a:p>
        </p:txBody>
      </p:sp>
      <p:sp>
        <p:nvSpPr>
          <p:cNvPr id="4" name="Slide Number Placeholder 3">
            <a:extLst>
              <a:ext uri="{FF2B5EF4-FFF2-40B4-BE49-F238E27FC236}">
                <a16:creationId xmlns:a16="http://schemas.microsoft.com/office/drawing/2014/main" id="{FF6EEA4E-81BD-EA64-13E5-6CB07E41251E}"/>
              </a:ext>
            </a:extLst>
          </p:cNvPr>
          <p:cNvSpPr>
            <a:spLocks noGrp="1"/>
          </p:cNvSpPr>
          <p:nvPr>
            <p:ph type="sldNum" sz="quarter" idx="5"/>
          </p:nvPr>
        </p:nvSpPr>
        <p:spPr/>
        <p:txBody>
          <a:bodyPr/>
          <a:lstStyle/>
          <a:p>
            <a:fld id="{9A0F8970-74C7-41C9-AFBE-669FB05F5F71}" type="slidenum">
              <a:rPr lang="en-US" smtClean="0"/>
              <a:t>9</a:t>
            </a:fld>
            <a:endParaRPr lang="en-US"/>
          </a:p>
        </p:txBody>
      </p:sp>
    </p:spTree>
    <p:extLst>
      <p:ext uri="{BB962C8B-B14F-4D97-AF65-F5344CB8AC3E}">
        <p14:creationId xmlns:p14="http://schemas.microsoft.com/office/powerpoint/2010/main" val="2380548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200F4-4727-E644-D8D9-2EFFBA2C5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F9A9C-A43A-A456-DCD1-1DE9866188DB}"/>
              </a:ext>
            </a:extLst>
          </p:cNvPr>
          <p:cNvSpPr>
            <a:spLocks noGrp="1" noRot="1" noChangeAspect="1"/>
          </p:cNvSpPr>
          <p:nvPr>
            <p:ph type="sldImg"/>
          </p:nvPr>
        </p:nvSpPr>
        <p:spPr>
          <a:xfrm>
            <a:off x="457200" y="639763"/>
            <a:ext cx="2743200" cy="1543050"/>
          </a:xfrm>
        </p:spPr>
      </p:sp>
      <p:sp>
        <p:nvSpPr>
          <p:cNvPr id="3" name="Notes Placeholder 2">
            <a:extLst>
              <a:ext uri="{FF2B5EF4-FFF2-40B4-BE49-F238E27FC236}">
                <a16:creationId xmlns:a16="http://schemas.microsoft.com/office/drawing/2014/main" id="{7D883EFF-1516-369E-6811-E18C9ADE5AEA}"/>
              </a:ext>
            </a:extLst>
          </p:cNvPr>
          <p:cNvSpPr>
            <a:spLocks noGrp="1"/>
          </p:cNvSpPr>
          <p:nvPr>
            <p:ph type="body" idx="1"/>
          </p:nvPr>
        </p:nvSpPr>
        <p:spPr/>
        <p:txBody>
          <a:bodyPr/>
          <a:lstStyle/>
          <a:p>
            <a:endParaRPr lang="en-US">
              <a:latin typeface="Aptos"/>
            </a:endParaRPr>
          </a:p>
        </p:txBody>
      </p:sp>
      <p:sp>
        <p:nvSpPr>
          <p:cNvPr id="4" name="Slide Number Placeholder 3">
            <a:extLst>
              <a:ext uri="{FF2B5EF4-FFF2-40B4-BE49-F238E27FC236}">
                <a16:creationId xmlns:a16="http://schemas.microsoft.com/office/drawing/2014/main" id="{CCAB7DBB-8C38-46CD-7078-F01C4DB31AEC}"/>
              </a:ext>
            </a:extLst>
          </p:cNvPr>
          <p:cNvSpPr>
            <a:spLocks noGrp="1"/>
          </p:cNvSpPr>
          <p:nvPr>
            <p:ph type="sldNum" sz="quarter" idx="5"/>
          </p:nvPr>
        </p:nvSpPr>
        <p:spPr/>
        <p:txBody>
          <a:bodyPr/>
          <a:lstStyle/>
          <a:p>
            <a:fld id="{9A0F8970-74C7-41C9-AFBE-669FB05F5F71}" type="slidenum">
              <a:rPr lang="en-US" smtClean="0"/>
              <a:t>10</a:t>
            </a:fld>
            <a:endParaRPr lang="en-US"/>
          </a:p>
        </p:txBody>
      </p:sp>
    </p:spTree>
    <p:extLst>
      <p:ext uri="{BB962C8B-B14F-4D97-AF65-F5344CB8AC3E}">
        <p14:creationId xmlns:p14="http://schemas.microsoft.com/office/powerpoint/2010/main" val="2761183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3A2C7-D299-86AB-9373-AFFB779A1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91B76-D949-93E4-8BD1-A71099DA99BB}"/>
              </a:ext>
            </a:extLst>
          </p:cNvPr>
          <p:cNvSpPr>
            <a:spLocks noGrp="1" noRot="1" noChangeAspect="1"/>
          </p:cNvSpPr>
          <p:nvPr>
            <p:ph type="sldImg"/>
          </p:nvPr>
        </p:nvSpPr>
        <p:spPr>
          <a:xfrm>
            <a:off x="457200" y="639763"/>
            <a:ext cx="2743200" cy="1543050"/>
          </a:xfrm>
        </p:spPr>
      </p:sp>
      <p:sp>
        <p:nvSpPr>
          <p:cNvPr id="3" name="Notes Placeholder 2">
            <a:extLst>
              <a:ext uri="{FF2B5EF4-FFF2-40B4-BE49-F238E27FC236}">
                <a16:creationId xmlns:a16="http://schemas.microsoft.com/office/drawing/2014/main" id="{5675842A-4360-9C32-934F-11C320B3A935}"/>
              </a:ext>
            </a:extLst>
          </p:cNvPr>
          <p:cNvSpPr>
            <a:spLocks noGrp="1"/>
          </p:cNvSpPr>
          <p:nvPr>
            <p:ph type="body" idx="1"/>
          </p:nvPr>
        </p:nvSpPr>
        <p:spPr/>
        <p:txBody>
          <a:bodyPr/>
          <a:lstStyle/>
          <a:p>
            <a:endParaRPr lang="en-US">
              <a:latin typeface="Aptos"/>
            </a:endParaRPr>
          </a:p>
        </p:txBody>
      </p:sp>
      <p:sp>
        <p:nvSpPr>
          <p:cNvPr id="4" name="Slide Number Placeholder 3">
            <a:extLst>
              <a:ext uri="{FF2B5EF4-FFF2-40B4-BE49-F238E27FC236}">
                <a16:creationId xmlns:a16="http://schemas.microsoft.com/office/drawing/2014/main" id="{6153227E-8179-644F-D26E-0430199100BF}"/>
              </a:ext>
            </a:extLst>
          </p:cNvPr>
          <p:cNvSpPr>
            <a:spLocks noGrp="1"/>
          </p:cNvSpPr>
          <p:nvPr>
            <p:ph type="sldNum" sz="quarter" idx="5"/>
          </p:nvPr>
        </p:nvSpPr>
        <p:spPr/>
        <p:txBody>
          <a:bodyPr/>
          <a:lstStyle/>
          <a:p>
            <a:fld id="{9A0F8970-74C7-41C9-AFBE-669FB05F5F71}" type="slidenum">
              <a:rPr lang="en-US" smtClean="0"/>
              <a:t>10</a:t>
            </a:fld>
            <a:endParaRPr lang="en-US"/>
          </a:p>
        </p:txBody>
      </p:sp>
    </p:spTree>
    <p:extLst>
      <p:ext uri="{BB962C8B-B14F-4D97-AF65-F5344CB8AC3E}">
        <p14:creationId xmlns:p14="http://schemas.microsoft.com/office/powerpoint/2010/main" val="4088875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B8126-69A7-7CA0-F748-7BBDE222E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6634-72C3-B56B-A467-77AFE1DBC9A4}"/>
              </a:ext>
            </a:extLst>
          </p:cNvPr>
          <p:cNvSpPr>
            <a:spLocks noGrp="1" noRot="1" noChangeAspect="1"/>
          </p:cNvSpPr>
          <p:nvPr>
            <p:ph type="sldImg"/>
          </p:nvPr>
        </p:nvSpPr>
        <p:spPr>
          <a:xfrm>
            <a:off x="457200" y="639763"/>
            <a:ext cx="2743200" cy="1543050"/>
          </a:xfrm>
        </p:spPr>
      </p:sp>
      <p:sp>
        <p:nvSpPr>
          <p:cNvPr id="3" name="Notes Placeholder 2">
            <a:extLst>
              <a:ext uri="{FF2B5EF4-FFF2-40B4-BE49-F238E27FC236}">
                <a16:creationId xmlns:a16="http://schemas.microsoft.com/office/drawing/2014/main" id="{5ECB50E1-7816-DADF-3009-14DAB758E3DB}"/>
              </a:ext>
            </a:extLst>
          </p:cNvPr>
          <p:cNvSpPr>
            <a:spLocks noGrp="1"/>
          </p:cNvSpPr>
          <p:nvPr>
            <p:ph type="body" idx="1"/>
          </p:nvPr>
        </p:nvSpPr>
        <p:spPr/>
        <p:txBody>
          <a:bodyPr/>
          <a:lstStyle/>
          <a:p>
            <a:endParaRPr lang="en-US">
              <a:latin typeface="Aptos"/>
            </a:endParaRPr>
          </a:p>
        </p:txBody>
      </p:sp>
      <p:sp>
        <p:nvSpPr>
          <p:cNvPr id="4" name="Slide Number Placeholder 3">
            <a:extLst>
              <a:ext uri="{FF2B5EF4-FFF2-40B4-BE49-F238E27FC236}">
                <a16:creationId xmlns:a16="http://schemas.microsoft.com/office/drawing/2014/main" id="{3CF19336-0C83-9ECB-DC8B-39C67819840E}"/>
              </a:ext>
            </a:extLst>
          </p:cNvPr>
          <p:cNvSpPr>
            <a:spLocks noGrp="1"/>
          </p:cNvSpPr>
          <p:nvPr>
            <p:ph type="sldNum" sz="quarter" idx="5"/>
          </p:nvPr>
        </p:nvSpPr>
        <p:spPr/>
        <p:txBody>
          <a:bodyPr/>
          <a:lstStyle/>
          <a:p>
            <a:fld id="{9A0F8970-74C7-41C9-AFBE-669FB05F5F71}" type="slidenum">
              <a:rPr lang="en-US" smtClean="0"/>
              <a:t>11</a:t>
            </a:fld>
            <a:endParaRPr lang="en-US"/>
          </a:p>
        </p:txBody>
      </p:sp>
    </p:spTree>
    <p:extLst>
      <p:ext uri="{BB962C8B-B14F-4D97-AF65-F5344CB8AC3E}">
        <p14:creationId xmlns:p14="http://schemas.microsoft.com/office/powerpoint/2010/main" val="3037552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35A076-0B1F-44C6-83A0-B2C256A4FF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85651" cy="6858000"/>
          </a:xfrm>
          <a:prstGeom prst="rect">
            <a:avLst/>
          </a:prstGeom>
        </p:spPr>
      </p:pic>
      <p:pic>
        <p:nvPicPr>
          <p:cNvPr id="12" name="Picture 11">
            <a:extLst>
              <a:ext uri="{FF2B5EF4-FFF2-40B4-BE49-F238E27FC236}">
                <a16:creationId xmlns:a16="http://schemas.microsoft.com/office/drawing/2014/main" id="{6ACA9370-7201-68E5-6981-8A976A5237D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963"/>
          <a:stretch/>
        </p:blipFill>
        <p:spPr>
          <a:xfrm>
            <a:off x="2608223" y="1359181"/>
            <a:ext cx="9583777" cy="5498819"/>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grpSp>
        <p:nvGrpSpPr>
          <p:cNvPr id="9" name="horz_logo_grp">
            <a:extLst>
              <a:ext uri="{FF2B5EF4-FFF2-40B4-BE49-F238E27FC236}">
                <a16:creationId xmlns:a16="http://schemas.microsoft.com/office/drawing/2014/main" id="{B081CF4E-0306-7B47-8910-2D2FD275886E}"/>
              </a:ext>
              <a:ext uri="{C183D7F6-B498-43B3-948B-1728B52AA6E4}">
                <adec:decorative xmlns:adec="http://schemas.microsoft.com/office/drawing/2017/decorative" val="1"/>
              </a:ext>
            </a:extLst>
          </p:cNvPr>
          <p:cNvGrpSpPr>
            <a:grpSpLocks noChangeAspect="1"/>
          </p:cNvGrpSpPr>
          <p:nvPr userDrawn="1"/>
        </p:nvGrpSpPr>
        <p:grpSpPr>
          <a:xfrm>
            <a:off x="548640" y="576072"/>
            <a:ext cx="2286000" cy="334244"/>
            <a:chOff x="345440" y="2627692"/>
            <a:chExt cx="10971255" cy="1604143"/>
          </a:xfrm>
        </p:grpSpPr>
        <p:sp>
          <p:nvSpPr>
            <p:cNvPr id="10" name="Equinix_black">
              <a:extLst>
                <a:ext uri="{FF2B5EF4-FFF2-40B4-BE49-F238E27FC236}">
                  <a16:creationId xmlns:a16="http://schemas.microsoft.com/office/drawing/2014/main" id="{27CBFAAD-0187-3A4B-4166-28ECB2813DD5}"/>
                </a:ext>
                <a:ext uri="{C183D7F6-B498-43B3-948B-1728B52AA6E4}">
                  <adec:decorative xmlns:adec="http://schemas.microsoft.com/office/drawing/2017/decorative" val="1"/>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solidFill>
              <a:schemeClr val="tx1"/>
            </a:solidFill>
            <a:ln w="3410" cap="flat">
              <a:noFill/>
              <a:prstDash val="solid"/>
              <a:miter/>
            </a:ln>
          </p:spPr>
          <p:txBody>
            <a:bodyPr rtlCol="0" anchor="ctr"/>
            <a:lstStyle/>
            <a:p>
              <a:endParaRPr lang="en-US"/>
            </a:p>
          </p:txBody>
        </p:sp>
        <p:sp>
          <p:nvSpPr>
            <p:cNvPr id="11" name="fortress_red">
              <a:extLst>
                <a:ext uri="{FF2B5EF4-FFF2-40B4-BE49-F238E27FC236}">
                  <a16:creationId xmlns:a16="http://schemas.microsoft.com/office/drawing/2014/main" id="{B58209EC-2843-70D9-ACCF-6A285590AAEE}"/>
                </a:ext>
                <a:ext uri="{C183D7F6-B498-43B3-948B-1728B52AA6E4}">
                  <adec:decorative xmlns:adec="http://schemas.microsoft.com/office/drawing/2017/decorative" val="1"/>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solidFill>
              <a:schemeClr val="tx1"/>
            </a:solidFill>
            <a:ln w="341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0" y="1466850"/>
            <a:ext cx="8601710" cy="2190750"/>
          </a:xfrm>
        </p:spPr>
        <p:txBody>
          <a:bodyPr anchor="b"/>
          <a:lstStyle>
            <a:lvl1pPr algn="l">
              <a:lnSpc>
                <a:spcPct val="100000"/>
              </a:lnSpc>
              <a:defRPr sz="5400"/>
            </a:lvl1pPr>
          </a:lstStyle>
          <a:p>
            <a:r>
              <a:rPr lang="en-US"/>
              <a:t>Master title style, </a:t>
            </a:r>
            <a:br>
              <a:rPr lang="en-US"/>
            </a:br>
            <a:r>
              <a:rPr lang="en-US"/>
              <a:t>Bold 54pt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400" b="0"/>
            </a:lvl1pPr>
          </a:lstStyle>
          <a:p>
            <a:pPr lvl="0"/>
            <a:r>
              <a:rPr lang="en-US"/>
              <a:t>Optional Presenter Name, Reg 14pt</a:t>
            </a:r>
          </a:p>
        </p:txBody>
      </p:sp>
    </p:spTree>
    <p:extLst>
      <p:ext uri="{BB962C8B-B14F-4D97-AF65-F5344CB8AC3E}">
        <p14:creationId xmlns:p14="http://schemas.microsoft.com/office/powerpoint/2010/main" val="4201973639"/>
      </p:ext>
    </p:extLst>
  </p:cSld>
  <p:clrMapOvr>
    <a:masterClrMapping/>
  </p:clrMapOvr>
  <p:extLst>
    <p:ext uri="{DCECCB84-F9BA-43D5-87BE-67443E8EF086}">
      <p15:sldGuideLst xmlns:p15="http://schemas.microsoft.com/office/powerpoint/2012/main">
        <p15:guide id="1" orient="horz" pos="1691" userDrawn="1">
          <p15:clr>
            <a:srgbClr val="C35EA4"/>
          </p15:clr>
        </p15:guide>
        <p15:guide id="2" orient="horz" pos="2207" userDrawn="1">
          <p15:clr>
            <a:srgbClr val="C35EA4"/>
          </p15:clr>
        </p15:guide>
        <p15:guide id="3" orient="horz" pos="2610" userDrawn="1">
          <p15:clr>
            <a:srgbClr val="C35EA4"/>
          </p15:clr>
        </p15:guide>
        <p15:guide id="4" orient="horz" pos="322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48" name="Graphic 46">
            <a:extLst>
              <a:ext uri="{FF2B5EF4-FFF2-40B4-BE49-F238E27FC236}">
                <a16:creationId xmlns:a16="http://schemas.microsoft.com/office/drawing/2014/main" id="{4332D165-7AB4-76AC-313D-67F5E1A94D71}"/>
              </a:ext>
              <a:ext uri="{C183D7F6-B498-43B3-948B-1728B52AA6E4}">
                <adec:decorative xmlns:adec="http://schemas.microsoft.com/office/drawing/2017/decorative" val="1"/>
              </a:ext>
            </a:extLst>
          </p:cNvPr>
          <p:cNvSpPr/>
          <p:nvPr/>
        </p:nvSpPr>
        <p:spPr bwMode="invGray">
          <a:xfrm>
            <a:off x="-977" y="3932652"/>
            <a:ext cx="12191453" cy="2925348"/>
          </a:xfrm>
          <a:custGeom>
            <a:avLst/>
            <a:gdLst>
              <a:gd name="connsiteX0" fmla="*/ 4837 w 12191453"/>
              <a:gd name="connsiteY0" fmla="*/ 2819661 h 2925348"/>
              <a:gd name="connsiteX1" fmla="*/ 3263046 w 12191453"/>
              <a:gd name="connsiteY1" fmla="*/ 1631796 h 2925348"/>
              <a:gd name="connsiteX2" fmla="*/ 3263046 w 12191453"/>
              <a:gd name="connsiteY2" fmla="*/ 1631796 h 2925348"/>
              <a:gd name="connsiteX3" fmla="*/ 8865393 w 12191453"/>
              <a:gd name="connsiteY3" fmla="*/ 1223720 h 2925348"/>
              <a:gd name="connsiteX4" fmla="*/ 8865393 w 12191453"/>
              <a:gd name="connsiteY4" fmla="*/ 1223720 h 2925348"/>
              <a:gd name="connsiteX5" fmla="*/ 8864631 w 12191453"/>
              <a:gd name="connsiteY5" fmla="*/ 408076 h 2925348"/>
              <a:gd name="connsiteX6" fmla="*/ 7744009 w 12191453"/>
              <a:gd name="connsiteY6" fmla="*/ 0 h 2925348"/>
              <a:gd name="connsiteX7" fmla="*/ 6622626 w 12191453"/>
              <a:gd name="connsiteY7" fmla="*/ 408076 h 2925348"/>
              <a:gd name="connsiteX8" fmla="*/ 6624785 w 12191453"/>
              <a:gd name="connsiteY8" fmla="*/ 1224355 h 2925348"/>
              <a:gd name="connsiteX9" fmla="*/ 7743997 w 12191453"/>
              <a:gd name="connsiteY9" fmla="*/ 1631796 h 2925348"/>
              <a:gd name="connsiteX10" fmla="*/ 4382906 w 12191453"/>
              <a:gd name="connsiteY10" fmla="*/ 408711 h 2925348"/>
              <a:gd name="connsiteX11" fmla="*/ 4382906 w 12191453"/>
              <a:gd name="connsiteY11" fmla="*/ 408711 h 2925348"/>
              <a:gd name="connsiteX12" fmla="*/ 4384303 w 12191453"/>
              <a:gd name="connsiteY12" fmla="*/ 1225244 h 2925348"/>
              <a:gd name="connsiteX13" fmla="*/ 5503147 w 12191453"/>
              <a:gd name="connsiteY13" fmla="*/ 1631809 h 2925348"/>
              <a:gd name="connsiteX14" fmla="*/ 6624150 w 12191453"/>
              <a:gd name="connsiteY14" fmla="*/ 1224621 h 2925348"/>
              <a:gd name="connsiteX15" fmla="*/ 6623388 w 12191453"/>
              <a:gd name="connsiteY15" fmla="*/ 408723 h 2925348"/>
              <a:gd name="connsiteX16" fmla="*/ 5503147 w 12191453"/>
              <a:gd name="connsiteY16" fmla="*/ 1536 h 2925348"/>
              <a:gd name="connsiteX17" fmla="*/ 4382906 w 12191453"/>
              <a:gd name="connsiteY17" fmla="*/ 408711 h 2925348"/>
              <a:gd name="connsiteX18" fmla="*/ 12191453 w 12191453"/>
              <a:gd name="connsiteY18" fmla="*/ 1622629 h 2925348"/>
              <a:gd name="connsiteX19" fmla="*/ 11100161 w 12191453"/>
              <a:gd name="connsiteY19" fmla="*/ 1226514 h 2925348"/>
              <a:gd name="connsiteX20" fmla="*/ 9979159 w 12191453"/>
              <a:gd name="connsiteY20" fmla="*/ 1633688 h 2925348"/>
              <a:gd name="connsiteX21" fmla="*/ 9979159 w 12191453"/>
              <a:gd name="connsiteY21" fmla="*/ 1633688 h 2925348"/>
              <a:gd name="connsiteX22" fmla="*/ 9981317 w 12191453"/>
              <a:gd name="connsiteY22" fmla="*/ 2450259 h 2925348"/>
              <a:gd name="connsiteX23" fmla="*/ 11100161 w 12191453"/>
              <a:gd name="connsiteY23" fmla="*/ 2856773 h 2925348"/>
              <a:gd name="connsiteX24" fmla="*/ 12191453 w 12191453"/>
              <a:gd name="connsiteY24" fmla="*/ 2460632 h 2925348"/>
              <a:gd name="connsiteX25" fmla="*/ 7742486 w 12191453"/>
              <a:gd name="connsiteY25" fmla="*/ 0 h 2925348"/>
              <a:gd name="connsiteX26" fmla="*/ 7742486 w 12191453"/>
              <a:gd name="connsiteY26" fmla="*/ 0 h 2925348"/>
              <a:gd name="connsiteX27" fmla="*/ 7742486 w 12191453"/>
              <a:gd name="connsiteY27" fmla="*/ 1630272 h 2925348"/>
              <a:gd name="connsiteX28" fmla="*/ 4382906 w 12191453"/>
              <a:gd name="connsiteY28" fmla="*/ 408330 h 2925348"/>
              <a:gd name="connsiteX29" fmla="*/ 4382906 w 12191453"/>
              <a:gd name="connsiteY29" fmla="*/ 408330 h 2925348"/>
              <a:gd name="connsiteX30" fmla="*/ 6624150 w 12191453"/>
              <a:gd name="connsiteY30" fmla="*/ 1224990 h 2925348"/>
              <a:gd name="connsiteX31" fmla="*/ 6624150 w 12191453"/>
              <a:gd name="connsiteY31" fmla="*/ 408330 h 2925348"/>
              <a:gd name="connsiteX32" fmla="*/ 6624150 w 12191453"/>
              <a:gd name="connsiteY32" fmla="*/ 408330 h 2925348"/>
              <a:gd name="connsiteX33" fmla="*/ 4384430 w 12191453"/>
              <a:gd name="connsiteY33" fmla="*/ 1224990 h 2925348"/>
              <a:gd name="connsiteX34" fmla="*/ 7742486 w 12191453"/>
              <a:gd name="connsiteY34" fmla="*/ 2925349 h 2925348"/>
              <a:gd name="connsiteX35" fmla="*/ 7741724 w 12191453"/>
              <a:gd name="connsiteY35" fmla="*/ 1630272 h 2925348"/>
              <a:gd name="connsiteX36" fmla="*/ 5501242 w 12191453"/>
              <a:gd name="connsiteY36" fmla="*/ 1630272 h 2925348"/>
              <a:gd name="connsiteX37" fmla="*/ 5501242 w 12191453"/>
              <a:gd name="connsiteY37" fmla="*/ 1630272 h 2925348"/>
              <a:gd name="connsiteX38" fmla="*/ 5502639 w 12191453"/>
              <a:gd name="connsiteY38" fmla="*/ 2925349 h 2925348"/>
              <a:gd name="connsiteX39" fmla="*/ 5502766 w 12191453"/>
              <a:gd name="connsiteY39" fmla="*/ 1524 h 2925348"/>
              <a:gd name="connsiteX40" fmla="*/ 5502766 w 12191453"/>
              <a:gd name="connsiteY40" fmla="*/ 1524 h 2925348"/>
              <a:gd name="connsiteX41" fmla="*/ 5501242 w 12191453"/>
              <a:gd name="connsiteY41" fmla="*/ 1630272 h 2925348"/>
              <a:gd name="connsiteX42" fmla="*/ 11103589 w 12191453"/>
              <a:gd name="connsiteY42" fmla="*/ 1224990 h 2925348"/>
              <a:gd name="connsiteX43" fmla="*/ 11102066 w 12191453"/>
              <a:gd name="connsiteY43" fmla="*/ 409854 h 2925348"/>
              <a:gd name="connsiteX44" fmla="*/ 11102066 w 12191453"/>
              <a:gd name="connsiteY44" fmla="*/ 409854 h 2925348"/>
              <a:gd name="connsiteX45" fmla="*/ 12191453 w 12191453"/>
              <a:gd name="connsiteY45" fmla="*/ 12760 h 2925348"/>
              <a:gd name="connsiteX46" fmla="*/ 11102066 w 12191453"/>
              <a:gd name="connsiteY46" fmla="*/ 409841 h 2925348"/>
              <a:gd name="connsiteX47" fmla="*/ 11102066 w 12191453"/>
              <a:gd name="connsiteY47" fmla="*/ 409854 h 2925348"/>
              <a:gd name="connsiteX48" fmla="*/ 11102066 w 12191453"/>
              <a:gd name="connsiteY48" fmla="*/ 409854 h 2925348"/>
              <a:gd name="connsiteX49" fmla="*/ 12191453 w 12191453"/>
              <a:gd name="connsiteY49" fmla="*/ 805804 h 2925348"/>
              <a:gd name="connsiteX50" fmla="*/ 12191453 w 12191453"/>
              <a:gd name="connsiteY50" fmla="*/ 829065 h 2925348"/>
              <a:gd name="connsiteX51" fmla="*/ 12191453 w 12191453"/>
              <a:gd name="connsiteY51" fmla="*/ 829065 h 2925348"/>
              <a:gd name="connsiteX52" fmla="*/ 11103589 w 12191453"/>
              <a:gd name="connsiteY52" fmla="*/ 1224990 h 2925348"/>
              <a:gd name="connsiteX53" fmla="*/ 10547634 w 12191453"/>
              <a:gd name="connsiteY53" fmla="*/ 2925057 h 2925348"/>
              <a:gd name="connsiteX54" fmla="*/ 9987158 w 12191453"/>
              <a:gd name="connsiteY54" fmla="*/ 2721184 h 2925348"/>
              <a:gd name="connsiteX55" fmla="*/ 9428751 w 12191453"/>
              <a:gd name="connsiteY55" fmla="*/ 2925057 h 2925348"/>
              <a:gd name="connsiteX56" fmla="*/ 9428751 w 12191453"/>
              <a:gd name="connsiteY56" fmla="*/ 2925057 h 2925348"/>
              <a:gd name="connsiteX57" fmla="*/ 8863742 w 12191453"/>
              <a:gd name="connsiteY57" fmla="*/ 2925349 h 2925348"/>
              <a:gd name="connsiteX58" fmla="*/ 8862346 w 12191453"/>
              <a:gd name="connsiteY58" fmla="*/ 2859833 h 2925348"/>
              <a:gd name="connsiteX59" fmla="*/ 8862346 w 12191453"/>
              <a:gd name="connsiteY59" fmla="*/ 2859833 h 2925348"/>
              <a:gd name="connsiteX60" fmla="*/ 9983729 w 12191453"/>
              <a:gd name="connsiteY60" fmla="*/ 2443885 h 2925348"/>
              <a:gd name="connsiteX61" fmla="*/ 9983729 w 12191453"/>
              <a:gd name="connsiteY61" fmla="*/ 2443885 h 2925348"/>
              <a:gd name="connsiteX62" fmla="*/ 11100542 w 12191453"/>
              <a:gd name="connsiteY62" fmla="*/ 2858309 h 2925348"/>
              <a:gd name="connsiteX63" fmla="*/ 11100542 w 12191453"/>
              <a:gd name="connsiteY63" fmla="*/ 2858309 h 2925348"/>
              <a:gd name="connsiteX64" fmla="*/ 11283859 w 12191453"/>
              <a:gd name="connsiteY64" fmla="*/ 2925057 h 2925348"/>
              <a:gd name="connsiteX65" fmla="*/ 1021802 w 12191453"/>
              <a:gd name="connsiteY65" fmla="*/ 1631161 h 2925348"/>
              <a:gd name="connsiteX66" fmla="*/ 1021802 w 12191453"/>
              <a:gd name="connsiteY66" fmla="*/ 1631161 h 2925348"/>
              <a:gd name="connsiteX67" fmla="*/ 1023199 w 12191453"/>
              <a:gd name="connsiteY67" fmla="*/ 2447402 h 2925348"/>
              <a:gd name="connsiteX68" fmla="*/ 2142043 w 12191453"/>
              <a:gd name="connsiteY68" fmla="*/ 2853738 h 2925348"/>
              <a:gd name="connsiteX69" fmla="*/ 3263046 w 12191453"/>
              <a:gd name="connsiteY69" fmla="*/ 2446678 h 2925348"/>
              <a:gd name="connsiteX70" fmla="*/ 3262284 w 12191453"/>
              <a:gd name="connsiteY70" fmla="*/ 1631161 h 2925348"/>
              <a:gd name="connsiteX71" fmla="*/ 2142043 w 12191453"/>
              <a:gd name="connsiteY71" fmla="*/ 1223466 h 2925348"/>
              <a:gd name="connsiteX72" fmla="*/ 1021802 w 12191453"/>
              <a:gd name="connsiteY72" fmla="*/ 1631161 h 2925348"/>
              <a:gd name="connsiteX73" fmla="*/ 4385953 w 12191453"/>
              <a:gd name="connsiteY73" fmla="*/ 411377 h 2925348"/>
              <a:gd name="connsiteX74" fmla="*/ 4385953 w 12191453"/>
              <a:gd name="connsiteY74" fmla="*/ 411377 h 2925348"/>
              <a:gd name="connsiteX75" fmla="*/ 3265713 w 12191453"/>
              <a:gd name="connsiteY75" fmla="*/ 3047 h 2925348"/>
              <a:gd name="connsiteX76" fmla="*/ 2144710 w 12191453"/>
              <a:gd name="connsiteY76" fmla="*/ 411377 h 2925348"/>
              <a:gd name="connsiteX77" fmla="*/ 3266093 w 12191453"/>
              <a:gd name="connsiteY77" fmla="*/ 1634843 h 2925348"/>
              <a:gd name="connsiteX78" fmla="*/ 3266093 w 12191453"/>
              <a:gd name="connsiteY78" fmla="*/ 1634843 h 2925348"/>
              <a:gd name="connsiteX79" fmla="*/ 4387477 w 12191453"/>
              <a:gd name="connsiteY79" fmla="*/ 1226514 h 2925348"/>
              <a:gd name="connsiteX80" fmla="*/ 4387477 w 12191453"/>
              <a:gd name="connsiteY80" fmla="*/ 1226514 h 2925348"/>
              <a:gd name="connsiteX81" fmla="*/ 2144710 w 12191453"/>
              <a:gd name="connsiteY81" fmla="*/ 411377 h 2925348"/>
              <a:gd name="connsiteX82" fmla="*/ 2144710 w 12191453"/>
              <a:gd name="connsiteY82" fmla="*/ 411377 h 2925348"/>
              <a:gd name="connsiteX83" fmla="*/ 4385953 w 12191453"/>
              <a:gd name="connsiteY83" fmla="*/ 1226514 h 2925348"/>
              <a:gd name="connsiteX84" fmla="*/ 4385953 w 12191453"/>
              <a:gd name="connsiteY84" fmla="*/ 1226514 h 2925348"/>
              <a:gd name="connsiteX85" fmla="*/ 4384684 w 12191453"/>
              <a:gd name="connsiteY85" fmla="*/ 2925349 h 2925348"/>
              <a:gd name="connsiteX86" fmla="*/ 2146233 w 12191453"/>
              <a:gd name="connsiteY86" fmla="*/ 1226514 h 2925348"/>
              <a:gd name="connsiteX87" fmla="*/ 2146233 w 12191453"/>
              <a:gd name="connsiteY87" fmla="*/ 1226514 h 2925348"/>
              <a:gd name="connsiteX88" fmla="*/ 4385953 w 12191453"/>
              <a:gd name="connsiteY88" fmla="*/ 411377 h 2925348"/>
              <a:gd name="connsiteX89" fmla="*/ 3263046 w 12191453"/>
              <a:gd name="connsiteY89" fmla="*/ 2449942 h 2925348"/>
              <a:gd name="connsiteX90" fmla="*/ 3263046 w 12191453"/>
              <a:gd name="connsiteY90" fmla="*/ 2449942 h 2925348"/>
              <a:gd name="connsiteX91" fmla="*/ 4381128 w 12191453"/>
              <a:gd name="connsiteY91" fmla="*/ 2856786 h 2925348"/>
              <a:gd name="connsiteX92" fmla="*/ 5501242 w 12191453"/>
              <a:gd name="connsiteY92" fmla="*/ 2449243 h 2925348"/>
              <a:gd name="connsiteX93" fmla="*/ 5500481 w 12191453"/>
              <a:gd name="connsiteY93" fmla="*/ 1634843 h 2925348"/>
              <a:gd name="connsiteX94" fmla="*/ 2141662 w 12191453"/>
              <a:gd name="connsiteY94" fmla="*/ 1223720 h 2925348"/>
              <a:gd name="connsiteX95" fmla="*/ 2140901 w 12191453"/>
              <a:gd name="connsiteY95" fmla="*/ 408317 h 2925348"/>
              <a:gd name="connsiteX96" fmla="*/ 4888 w 12191453"/>
              <a:gd name="connsiteY96" fmla="*/ 446852 h 2925348"/>
              <a:gd name="connsiteX97" fmla="*/ 4888 w 12191453"/>
              <a:gd name="connsiteY97" fmla="*/ 446852 h 2925348"/>
              <a:gd name="connsiteX98" fmla="*/ 2141662 w 12191453"/>
              <a:gd name="connsiteY98" fmla="*/ 1223466 h 2925348"/>
              <a:gd name="connsiteX99" fmla="*/ 2140139 w 12191453"/>
              <a:gd name="connsiteY99" fmla="*/ 408330 h 2925348"/>
              <a:gd name="connsiteX100" fmla="*/ 2140139 w 12191453"/>
              <a:gd name="connsiteY100" fmla="*/ 408330 h 2925348"/>
              <a:gd name="connsiteX101" fmla="*/ 0 w 12191453"/>
              <a:gd name="connsiteY101" fmla="*/ 1187217 h 2925348"/>
              <a:gd name="connsiteX102" fmla="*/ 2140901 w 12191453"/>
              <a:gd name="connsiteY102" fmla="*/ 2857726 h 2925348"/>
              <a:gd name="connsiteX103" fmla="*/ 2141662 w 12191453"/>
              <a:gd name="connsiteY103" fmla="*/ 2925349 h 2925348"/>
              <a:gd name="connsiteX104" fmla="*/ 1021802 w 12191453"/>
              <a:gd name="connsiteY104" fmla="*/ 2449980 h 2925348"/>
              <a:gd name="connsiteX105" fmla="*/ 1021802 w 12191453"/>
              <a:gd name="connsiteY105" fmla="*/ 2449980 h 2925348"/>
              <a:gd name="connsiteX106" fmla="*/ 1020279 w 12191453"/>
              <a:gd name="connsiteY106" fmla="*/ 2925349 h 2925348"/>
              <a:gd name="connsiteX107" fmla="*/ 9981444 w 12191453"/>
              <a:gd name="connsiteY107" fmla="*/ 1633700 h 2925348"/>
              <a:gd name="connsiteX108" fmla="*/ 9981444 w 12191453"/>
              <a:gd name="connsiteY108" fmla="*/ 1633700 h 2925348"/>
              <a:gd name="connsiteX109" fmla="*/ 8860822 w 12191453"/>
              <a:gd name="connsiteY109" fmla="*/ 1226514 h 2925348"/>
              <a:gd name="connsiteX110" fmla="*/ 7739439 w 12191453"/>
              <a:gd name="connsiteY110" fmla="*/ 1633700 h 2925348"/>
              <a:gd name="connsiteX111" fmla="*/ 7741598 w 12191453"/>
              <a:gd name="connsiteY111" fmla="*/ 2450272 h 2925348"/>
              <a:gd name="connsiteX112" fmla="*/ 8860822 w 12191453"/>
              <a:gd name="connsiteY112" fmla="*/ 2856786 h 2925348"/>
              <a:gd name="connsiteX113" fmla="*/ 9982206 w 12191453"/>
              <a:gd name="connsiteY113" fmla="*/ 2449573 h 2925348"/>
              <a:gd name="connsiteX114" fmla="*/ 9982206 w 12191453"/>
              <a:gd name="connsiteY114" fmla="*/ 2451503 h 2925348"/>
              <a:gd name="connsiteX115" fmla="*/ 7739439 w 12191453"/>
              <a:gd name="connsiteY115" fmla="*/ 1634843 h 2925348"/>
              <a:gd name="connsiteX116" fmla="*/ 7739439 w 12191453"/>
              <a:gd name="connsiteY116" fmla="*/ 1634843 h 2925348"/>
              <a:gd name="connsiteX117" fmla="*/ 3263046 w 12191453"/>
              <a:gd name="connsiteY117" fmla="*/ 1634843 h 2925348"/>
              <a:gd name="connsiteX118" fmla="*/ 5502512 w 12191453"/>
              <a:gd name="connsiteY118" fmla="*/ 2450805 h 2925348"/>
              <a:gd name="connsiteX119" fmla="*/ 6617420 w 12191453"/>
              <a:gd name="connsiteY119" fmla="*/ 2034400 h 2925348"/>
              <a:gd name="connsiteX120" fmla="*/ 7742740 w 12191453"/>
              <a:gd name="connsiteY120" fmla="*/ 2451503 h 2925348"/>
              <a:gd name="connsiteX121" fmla="*/ 9982206 w 12191453"/>
              <a:gd name="connsiteY121" fmla="*/ 1634843 h 2925348"/>
              <a:gd name="connsiteX122" fmla="*/ 9982206 w 12191453"/>
              <a:gd name="connsiteY122" fmla="*/ 1634843 h 2925348"/>
              <a:gd name="connsiteX123" fmla="*/ 8862346 w 12191453"/>
              <a:gd name="connsiteY123" fmla="*/ 1226514 h 2925348"/>
              <a:gd name="connsiteX124" fmla="*/ 8862346 w 12191453"/>
              <a:gd name="connsiteY124" fmla="*/ 1226514 h 2925348"/>
              <a:gd name="connsiteX125" fmla="*/ 8860822 w 12191453"/>
              <a:gd name="connsiteY125" fmla="*/ 2855262 h 2925348"/>
              <a:gd name="connsiteX126" fmla="*/ 12191453 w 12191453"/>
              <a:gd name="connsiteY126" fmla="*/ 1649762 h 2925348"/>
              <a:gd name="connsiteX127" fmla="*/ 12191453 w 12191453"/>
              <a:gd name="connsiteY127" fmla="*/ 1649762 h 2925348"/>
              <a:gd name="connsiteX128" fmla="*/ 9981317 w 12191453"/>
              <a:gd name="connsiteY128" fmla="*/ 2450272 h 2925348"/>
              <a:gd name="connsiteX129" fmla="*/ 11100542 w 12191453"/>
              <a:gd name="connsiteY129" fmla="*/ 1232608 h 2925348"/>
              <a:gd name="connsiteX130" fmla="*/ 11100542 w 12191453"/>
              <a:gd name="connsiteY130" fmla="*/ 1232608 h 2925348"/>
              <a:gd name="connsiteX131" fmla="*/ 11099019 w 12191453"/>
              <a:gd name="connsiteY131" fmla="*/ 2925349 h 2925348"/>
              <a:gd name="connsiteX132" fmla="*/ 2501 w 12191453"/>
              <a:gd name="connsiteY132" fmla="*/ 1261442 h 2925348"/>
              <a:gd name="connsiteX133" fmla="*/ 1019581 w 12191453"/>
              <a:gd name="connsiteY133" fmla="*/ 1631796 h 292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2191453" h="2925348">
                <a:moveTo>
                  <a:pt x="4837" y="2819661"/>
                </a:moveTo>
                <a:lnTo>
                  <a:pt x="3263046" y="1631796"/>
                </a:lnTo>
                <a:lnTo>
                  <a:pt x="3263046" y="1631796"/>
                </a:lnTo>
                <a:moveTo>
                  <a:pt x="8865393" y="1223720"/>
                </a:moveTo>
                <a:lnTo>
                  <a:pt x="8865393" y="1223720"/>
                </a:lnTo>
                <a:lnTo>
                  <a:pt x="8864631" y="408076"/>
                </a:lnTo>
                <a:lnTo>
                  <a:pt x="7744009" y="0"/>
                </a:lnTo>
                <a:lnTo>
                  <a:pt x="6622626" y="408076"/>
                </a:lnTo>
                <a:lnTo>
                  <a:pt x="6624785" y="1224355"/>
                </a:lnTo>
                <a:lnTo>
                  <a:pt x="7743997" y="1631796"/>
                </a:lnTo>
                <a:moveTo>
                  <a:pt x="4382906" y="408711"/>
                </a:moveTo>
                <a:lnTo>
                  <a:pt x="4382906" y="408711"/>
                </a:lnTo>
                <a:lnTo>
                  <a:pt x="4384303" y="1225244"/>
                </a:lnTo>
                <a:lnTo>
                  <a:pt x="5503147" y="1631809"/>
                </a:lnTo>
                <a:lnTo>
                  <a:pt x="6624150" y="1224621"/>
                </a:lnTo>
                <a:lnTo>
                  <a:pt x="6623388" y="408723"/>
                </a:lnTo>
                <a:lnTo>
                  <a:pt x="5503147" y="1536"/>
                </a:lnTo>
                <a:lnTo>
                  <a:pt x="4382906" y="408711"/>
                </a:lnTo>
                <a:close/>
                <a:moveTo>
                  <a:pt x="12191453" y="1622629"/>
                </a:moveTo>
                <a:lnTo>
                  <a:pt x="11100161" y="1226514"/>
                </a:lnTo>
                <a:lnTo>
                  <a:pt x="9979159" y="1633688"/>
                </a:lnTo>
                <a:lnTo>
                  <a:pt x="9979159" y="1633688"/>
                </a:lnTo>
                <a:lnTo>
                  <a:pt x="9981317" y="2450259"/>
                </a:lnTo>
                <a:lnTo>
                  <a:pt x="11100161" y="2856773"/>
                </a:lnTo>
                <a:lnTo>
                  <a:pt x="12191453" y="2460632"/>
                </a:lnTo>
                <a:moveTo>
                  <a:pt x="7742486" y="0"/>
                </a:moveTo>
                <a:lnTo>
                  <a:pt x="7742486" y="0"/>
                </a:lnTo>
                <a:lnTo>
                  <a:pt x="7742486" y="1630272"/>
                </a:lnTo>
                <a:moveTo>
                  <a:pt x="4382906" y="408330"/>
                </a:moveTo>
                <a:lnTo>
                  <a:pt x="4382906" y="408330"/>
                </a:lnTo>
                <a:lnTo>
                  <a:pt x="6624150" y="1224990"/>
                </a:lnTo>
                <a:moveTo>
                  <a:pt x="6624150" y="408330"/>
                </a:moveTo>
                <a:lnTo>
                  <a:pt x="6624150" y="408330"/>
                </a:lnTo>
                <a:lnTo>
                  <a:pt x="4384430" y="1224990"/>
                </a:lnTo>
                <a:moveTo>
                  <a:pt x="7742486" y="2925349"/>
                </a:moveTo>
                <a:lnTo>
                  <a:pt x="7741724" y="1630272"/>
                </a:lnTo>
                <a:moveTo>
                  <a:pt x="5501242" y="1630272"/>
                </a:moveTo>
                <a:lnTo>
                  <a:pt x="5501242" y="1630272"/>
                </a:lnTo>
                <a:lnTo>
                  <a:pt x="5502639" y="2925349"/>
                </a:lnTo>
                <a:moveTo>
                  <a:pt x="5502766" y="1524"/>
                </a:moveTo>
                <a:lnTo>
                  <a:pt x="5502766" y="1524"/>
                </a:lnTo>
                <a:lnTo>
                  <a:pt x="5501242" y="1630272"/>
                </a:lnTo>
                <a:moveTo>
                  <a:pt x="11103589" y="1224990"/>
                </a:moveTo>
                <a:lnTo>
                  <a:pt x="11102066" y="409854"/>
                </a:lnTo>
                <a:lnTo>
                  <a:pt x="11102066" y="409854"/>
                </a:lnTo>
                <a:moveTo>
                  <a:pt x="12191453" y="12760"/>
                </a:moveTo>
                <a:lnTo>
                  <a:pt x="11102066" y="409841"/>
                </a:lnTo>
                <a:moveTo>
                  <a:pt x="11102066" y="409854"/>
                </a:moveTo>
                <a:lnTo>
                  <a:pt x="11102066" y="409854"/>
                </a:lnTo>
                <a:lnTo>
                  <a:pt x="12191453" y="805804"/>
                </a:lnTo>
                <a:moveTo>
                  <a:pt x="12191453" y="829065"/>
                </a:moveTo>
                <a:lnTo>
                  <a:pt x="12191453" y="829065"/>
                </a:lnTo>
                <a:lnTo>
                  <a:pt x="11103589" y="1224990"/>
                </a:lnTo>
                <a:moveTo>
                  <a:pt x="10547634" y="2925057"/>
                </a:moveTo>
                <a:lnTo>
                  <a:pt x="9987158" y="2721184"/>
                </a:lnTo>
                <a:lnTo>
                  <a:pt x="9428751" y="2925057"/>
                </a:lnTo>
                <a:lnTo>
                  <a:pt x="9428751" y="2925057"/>
                </a:lnTo>
                <a:moveTo>
                  <a:pt x="8863742" y="2925349"/>
                </a:moveTo>
                <a:lnTo>
                  <a:pt x="8862346" y="2859833"/>
                </a:lnTo>
                <a:lnTo>
                  <a:pt x="8862346" y="2859833"/>
                </a:lnTo>
                <a:moveTo>
                  <a:pt x="9983729" y="2443885"/>
                </a:moveTo>
                <a:lnTo>
                  <a:pt x="9983729" y="2443885"/>
                </a:lnTo>
                <a:moveTo>
                  <a:pt x="11100542" y="2858309"/>
                </a:moveTo>
                <a:lnTo>
                  <a:pt x="11100542" y="2858309"/>
                </a:lnTo>
                <a:lnTo>
                  <a:pt x="11283859" y="2925057"/>
                </a:lnTo>
                <a:moveTo>
                  <a:pt x="1021802" y="1631161"/>
                </a:moveTo>
                <a:lnTo>
                  <a:pt x="1021802" y="1631161"/>
                </a:lnTo>
                <a:lnTo>
                  <a:pt x="1023199" y="2447402"/>
                </a:lnTo>
                <a:lnTo>
                  <a:pt x="2142043" y="2853738"/>
                </a:lnTo>
                <a:lnTo>
                  <a:pt x="3263046" y="2446678"/>
                </a:lnTo>
                <a:lnTo>
                  <a:pt x="3262284" y="1631161"/>
                </a:lnTo>
                <a:lnTo>
                  <a:pt x="2142043" y="1223466"/>
                </a:lnTo>
                <a:lnTo>
                  <a:pt x="1021802" y="1631161"/>
                </a:lnTo>
                <a:close/>
                <a:moveTo>
                  <a:pt x="4385953" y="411377"/>
                </a:moveTo>
                <a:lnTo>
                  <a:pt x="4385953" y="411377"/>
                </a:lnTo>
                <a:lnTo>
                  <a:pt x="3265713" y="3047"/>
                </a:lnTo>
                <a:lnTo>
                  <a:pt x="2144710" y="411377"/>
                </a:lnTo>
                <a:moveTo>
                  <a:pt x="3266093" y="1634843"/>
                </a:moveTo>
                <a:lnTo>
                  <a:pt x="3266093" y="1634843"/>
                </a:lnTo>
                <a:lnTo>
                  <a:pt x="4387477" y="1226514"/>
                </a:lnTo>
                <a:moveTo>
                  <a:pt x="4387477" y="1226514"/>
                </a:moveTo>
                <a:lnTo>
                  <a:pt x="2144710" y="411377"/>
                </a:lnTo>
                <a:lnTo>
                  <a:pt x="2144710" y="411377"/>
                </a:lnTo>
                <a:moveTo>
                  <a:pt x="4385953" y="1226514"/>
                </a:moveTo>
                <a:lnTo>
                  <a:pt x="4385953" y="1226514"/>
                </a:lnTo>
                <a:lnTo>
                  <a:pt x="4384684" y="2925349"/>
                </a:lnTo>
                <a:moveTo>
                  <a:pt x="2146233" y="1226514"/>
                </a:moveTo>
                <a:lnTo>
                  <a:pt x="2146233" y="1226514"/>
                </a:lnTo>
                <a:lnTo>
                  <a:pt x="4385953" y="411377"/>
                </a:lnTo>
                <a:moveTo>
                  <a:pt x="3263046" y="2449942"/>
                </a:moveTo>
                <a:lnTo>
                  <a:pt x="3263046" y="2449942"/>
                </a:lnTo>
                <a:lnTo>
                  <a:pt x="4381128" y="2856786"/>
                </a:lnTo>
                <a:lnTo>
                  <a:pt x="5501242" y="2449243"/>
                </a:lnTo>
                <a:lnTo>
                  <a:pt x="5500481" y="1634843"/>
                </a:lnTo>
                <a:moveTo>
                  <a:pt x="2141662" y="1223720"/>
                </a:moveTo>
                <a:lnTo>
                  <a:pt x="2140901" y="408317"/>
                </a:lnTo>
                <a:moveTo>
                  <a:pt x="4888" y="446852"/>
                </a:moveTo>
                <a:lnTo>
                  <a:pt x="4888" y="446852"/>
                </a:lnTo>
                <a:lnTo>
                  <a:pt x="2141662" y="1223466"/>
                </a:lnTo>
                <a:moveTo>
                  <a:pt x="2140139" y="408330"/>
                </a:moveTo>
                <a:lnTo>
                  <a:pt x="2140139" y="408330"/>
                </a:lnTo>
                <a:lnTo>
                  <a:pt x="0" y="1187217"/>
                </a:lnTo>
                <a:moveTo>
                  <a:pt x="2140901" y="2857726"/>
                </a:moveTo>
                <a:lnTo>
                  <a:pt x="2141662" y="2925349"/>
                </a:lnTo>
                <a:moveTo>
                  <a:pt x="1021802" y="2449980"/>
                </a:moveTo>
                <a:lnTo>
                  <a:pt x="1021802" y="2449980"/>
                </a:lnTo>
                <a:lnTo>
                  <a:pt x="1020279" y="2925349"/>
                </a:lnTo>
                <a:moveTo>
                  <a:pt x="9981444" y="1633700"/>
                </a:moveTo>
                <a:lnTo>
                  <a:pt x="9981444" y="1633700"/>
                </a:lnTo>
                <a:lnTo>
                  <a:pt x="8860822" y="1226514"/>
                </a:lnTo>
                <a:lnTo>
                  <a:pt x="7739439" y="1633700"/>
                </a:lnTo>
                <a:lnTo>
                  <a:pt x="7741598" y="2450272"/>
                </a:lnTo>
                <a:lnTo>
                  <a:pt x="8860822" y="2856786"/>
                </a:lnTo>
                <a:lnTo>
                  <a:pt x="9982206" y="2449573"/>
                </a:lnTo>
                <a:moveTo>
                  <a:pt x="9982206" y="2451503"/>
                </a:moveTo>
                <a:lnTo>
                  <a:pt x="7739439" y="1634843"/>
                </a:lnTo>
                <a:lnTo>
                  <a:pt x="7739439" y="1634843"/>
                </a:lnTo>
                <a:moveTo>
                  <a:pt x="3263046" y="1634843"/>
                </a:moveTo>
                <a:lnTo>
                  <a:pt x="5502512" y="2450805"/>
                </a:lnTo>
                <a:lnTo>
                  <a:pt x="6617420" y="2034400"/>
                </a:lnTo>
                <a:lnTo>
                  <a:pt x="7742740" y="2451503"/>
                </a:lnTo>
                <a:lnTo>
                  <a:pt x="9982206" y="1634843"/>
                </a:lnTo>
                <a:lnTo>
                  <a:pt x="9982206" y="1634843"/>
                </a:lnTo>
                <a:moveTo>
                  <a:pt x="8862346" y="1226514"/>
                </a:moveTo>
                <a:lnTo>
                  <a:pt x="8862346" y="1226514"/>
                </a:lnTo>
                <a:lnTo>
                  <a:pt x="8860822" y="2855262"/>
                </a:lnTo>
                <a:moveTo>
                  <a:pt x="12191453" y="1649762"/>
                </a:moveTo>
                <a:lnTo>
                  <a:pt x="12191453" y="1649762"/>
                </a:lnTo>
                <a:lnTo>
                  <a:pt x="9981317" y="2450272"/>
                </a:lnTo>
                <a:moveTo>
                  <a:pt x="11100542" y="1232608"/>
                </a:moveTo>
                <a:lnTo>
                  <a:pt x="11100542" y="1232608"/>
                </a:lnTo>
                <a:lnTo>
                  <a:pt x="11099019" y="2925349"/>
                </a:lnTo>
                <a:moveTo>
                  <a:pt x="2501" y="1261442"/>
                </a:moveTo>
                <a:lnTo>
                  <a:pt x="1019581" y="1631796"/>
                </a:lnTo>
              </a:path>
            </a:pathLst>
          </a:custGeom>
          <a:noFill/>
          <a:ln w="9518" cap="flat">
            <a:solidFill>
              <a:srgbClr val="2F3541"/>
            </a:solid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8" name="Title 7">
            <a:extLst>
              <a:ext uri="{FF2B5EF4-FFF2-40B4-BE49-F238E27FC236}">
                <a16:creationId xmlns:a16="http://schemas.microsoft.com/office/drawing/2014/main" id="{95D38071-7343-D0DD-EBDF-64B24CD22026}"/>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Agenda, Bold 30pt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48639" y="1554480"/>
            <a:ext cx="11091672" cy="589915"/>
          </a:xfrm>
        </p:spPr>
        <p:txBody>
          <a:bodyPr/>
          <a:lstStyle>
            <a:lvl1pPr marL="0" indent="0">
              <a:buNone/>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16pt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red_logo">
            <a:extLst>
              <a:ext uri="{FF2B5EF4-FFF2-40B4-BE49-F238E27FC236}">
                <a16:creationId xmlns:a16="http://schemas.microsoft.com/office/drawing/2014/main" id="{F1533B5D-7581-A9A5-BB30-D1FCA20697C7}"/>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874677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28365807-71CB-01E7-FCA6-0290AC189FA1}"/>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554480"/>
            <a:ext cx="5356225" cy="4617720"/>
          </a:xfrm>
        </p:spPr>
        <p:txBody>
          <a:bodyPr/>
          <a:lstStyle>
            <a:lvl2pPr>
              <a:defRPr/>
            </a:lvl2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554480"/>
            <a:ext cx="5357812"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9EC4B66F-DD69-1E70-7048-CB4CBE1DE42E}"/>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2388598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88686" cy="548640"/>
          </a:xfrm>
        </p:spPr>
        <p:txBody>
          <a:bodyPr anchor="t"/>
          <a:lstStyle>
            <a:lvl1pPr>
              <a:defRPr/>
            </a:lvl1pPr>
          </a:lstStyle>
          <a:p>
            <a:r>
              <a:rPr lang="en-US"/>
              <a:t>Title text, 30pt</a:t>
            </a:r>
          </a:p>
        </p:txBody>
      </p:sp>
      <p:sp>
        <p:nvSpPr>
          <p:cNvPr id="3" name="Text Placeholder 2">
            <a:extLst>
              <a:ext uri="{FF2B5EF4-FFF2-40B4-BE49-F238E27FC236}">
                <a16:creationId xmlns:a16="http://schemas.microsoft.com/office/drawing/2014/main" id="{29F1D91E-5EBC-CFFF-C4FF-658D5BCBE502}"/>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48640" y="1554480"/>
            <a:ext cx="11088688" cy="4617720"/>
          </a:xfrm>
        </p:spPr>
        <p:txBody>
          <a:bodyPr/>
          <a:lstStyle>
            <a:lvl1pPr>
              <a:defRPr sz="1600" b="0"/>
            </a:lvl1pPr>
            <a:lvl2pPr marL="182880" indent="-182880">
              <a:spcBef>
                <a:spcPts val="600"/>
              </a:spcBef>
              <a:buFont typeface="Arial" panose="020B0604020202020204" pitchFamily="34" charset="0"/>
              <a:buChar char="•"/>
              <a:defRPr sz="1600"/>
            </a:lvl2pPr>
            <a:lvl3pPr marL="365760" indent="-182880">
              <a:buFont typeface="Arial" panose="020B0604020202020204" pitchFamily="34" charset="0"/>
              <a:buChar char="–"/>
              <a:defRPr/>
            </a:lvl3pPr>
            <a:lvl4pPr marL="548640" indent="-182880">
              <a:buFont typeface="Arial" panose="020B0604020202020204" pitchFamily="34" charset="0"/>
              <a:buChar char="•"/>
              <a:defRPr/>
            </a:lvl4pPr>
            <a:lvl5pPr marL="731520" indent="-182880">
              <a:buFont typeface="Arial" panose="020B0604020202020204" pitchFamily="34" charset="0"/>
              <a:buChar char="–"/>
              <a:defRPr sz="1200"/>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1394256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7E_372D8B80.xml"/><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hyperlink" Target="https://www.figma.com/design/wfn4dqqYPaKOq0Wei2POi6/LTC-R4-Release?node-id=632-56792&amp;t=jLtuyPCB3AISXJdA-1" TargetMode="External"/><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www.figma.com/design/wfn4dqqYPaKOq0Wei2POi6/LTC-R4-Release?node-id=632-56792&amp;t=jLtuyPCB3AISXJdA-1" TargetMode="External"/><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www.figma.com/design/wfn4dqqYPaKOq0Wei2POi6/LTC-R4-Release?node-id=632-56792&amp;t=jLtuyPCB3AISXJdA-1" TargetMode="External"/><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81_7CA8BD41.xml"/><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hyperlink" Target="https://equinixjira.atlassian.net/browse/ECPS-1499" TargetMode="External"/><Relationship Id="rId4" Type="http://schemas.openxmlformats.org/officeDocument/2006/relationships/hyperlink" Target="https://www.figma.com/design/wfn4dqqYPaKOq0Wei2POi6/LTC-R4-Release?node-id=632-56792&amp;t=jLtuyPCB3AISXJdA-1"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equinixjira.atlassian.net/browse/ECPS-1499" TargetMode="External"/><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equinixjira.atlassian.net/browse/ECPS-1499" TargetMode="External"/><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5.xml"/><Relationship Id="rId5" Type="http://schemas.openxmlformats.org/officeDocument/2006/relationships/image" Target="../media/image5.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hyperlink" Target="https://equinixinc.sharepoint.com/:x:/r/sites/QTCServiceDelivery/Shared%20Documents/LTC%20Service%20Delivery%20Support%20Success/Domains/Case/Case%20-%20New%20Attribute%20Structure/MVP%20Master%20Case%20Sheet.xlsx?d=wc57f9a9aa7f3499189b275bcb0cc76a5&amp;csf=1&amp;web=1&amp;e=7paodN" TargetMode="External"/><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79D563E-2451-AA58-CF23-43C618B4D994}"/>
              </a:ext>
            </a:extLst>
          </p:cNvPr>
          <p:cNvSpPr>
            <a:spLocks noGrp="1"/>
          </p:cNvSpPr>
          <p:nvPr>
            <p:ph type="ftr" sz="quarter" idx="11"/>
          </p:nvPr>
        </p:nvSpPr>
        <p:spPr/>
        <p:txBody>
          <a:bodyPr/>
          <a:lstStyle/>
          <a:p>
            <a:r>
              <a:rPr lang="en-US"/>
              <a:t>© 2025 Equinix, Inc.</a:t>
            </a:r>
          </a:p>
        </p:txBody>
      </p:sp>
      <p:sp>
        <p:nvSpPr>
          <p:cNvPr id="3" name="Title 2">
            <a:extLst>
              <a:ext uri="{FF2B5EF4-FFF2-40B4-BE49-F238E27FC236}">
                <a16:creationId xmlns:a16="http://schemas.microsoft.com/office/drawing/2014/main" id="{05FB72BA-4494-9FCC-E8C3-54FB1564CC6B}"/>
              </a:ext>
            </a:extLst>
          </p:cNvPr>
          <p:cNvSpPr>
            <a:spLocks noGrp="1"/>
          </p:cNvSpPr>
          <p:nvPr>
            <p:ph type="ctrTitle"/>
          </p:nvPr>
        </p:nvSpPr>
        <p:spPr/>
        <p:txBody>
          <a:bodyPr/>
          <a:lstStyle/>
          <a:p>
            <a:r>
              <a:rPr lang="en-US" sz="4400"/>
              <a:t>ECP Support Enhancements for R4</a:t>
            </a:r>
          </a:p>
        </p:txBody>
      </p:sp>
      <p:sp>
        <p:nvSpPr>
          <p:cNvPr id="4" name="Subtitle 3">
            <a:extLst>
              <a:ext uri="{FF2B5EF4-FFF2-40B4-BE49-F238E27FC236}">
                <a16:creationId xmlns:a16="http://schemas.microsoft.com/office/drawing/2014/main" id="{FD2B0F21-AB16-54CA-D7B8-1A7123536627}"/>
              </a:ext>
            </a:extLst>
          </p:cNvPr>
          <p:cNvSpPr>
            <a:spLocks noGrp="1"/>
          </p:cNvSpPr>
          <p:nvPr>
            <p:ph type="subTitle" idx="1"/>
          </p:nvPr>
        </p:nvSpPr>
        <p:spPr/>
        <p:txBody>
          <a:bodyPr vert="horz" lIns="91440" tIns="45720" rIns="91440" bIns="45720" rtlCol="0" anchor="t">
            <a:normAutofit/>
          </a:bodyPr>
          <a:lstStyle/>
          <a:p>
            <a:endParaRPr lang="en-US"/>
          </a:p>
        </p:txBody>
      </p:sp>
      <p:sp>
        <p:nvSpPr>
          <p:cNvPr id="5" name="Text Placeholder 4">
            <a:extLst>
              <a:ext uri="{FF2B5EF4-FFF2-40B4-BE49-F238E27FC236}">
                <a16:creationId xmlns:a16="http://schemas.microsoft.com/office/drawing/2014/main" id="{8671CD81-9249-6EA7-2FA6-C32905A57699}"/>
              </a:ext>
            </a:extLst>
          </p:cNvPr>
          <p:cNvSpPr>
            <a:spLocks noGrp="1"/>
          </p:cNvSpPr>
          <p:nvPr>
            <p:ph type="body" sz="quarter" idx="12"/>
          </p:nvPr>
        </p:nvSpPr>
        <p:spPr>
          <a:xfrm>
            <a:off x="548640" y="4937759"/>
            <a:ext cx="5547360" cy="1123828"/>
          </a:xfrm>
        </p:spPr>
        <p:txBody>
          <a:bodyPr vert="horz" lIns="0" tIns="0" rIns="0" bIns="0" rtlCol="0" anchor="t">
            <a:noAutofit/>
          </a:bodyPr>
          <a:lstStyle/>
          <a:p>
            <a:endParaRPr lang="en-US">
              <a:cs typeface="Arial"/>
            </a:endParaRPr>
          </a:p>
        </p:txBody>
      </p:sp>
    </p:spTree>
    <p:extLst>
      <p:ext uri="{BB962C8B-B14F-4D97-AF65-F5344CB8AC3E}">
        <p14:creationId xmlns:p14="http://schemas.microsoft.com/office/powerpoint/2010/main" val="4122740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123075-D133-A271-90C3-DEF5E605F1F4}"/>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361D45DC-0F54-D565-11B2-C386CC61F75A}"/>
              </a:ext>
            </a:extLst>
          </p:cNvPr>
          <p:cNvSpPr>
            <a:spLocks noGrp="1"/>
          </p:cNvSpPr>
          <p:nvPr>
            <p:ph type="sldNum" sz="quarter" idx="12"/>
          </p:nvPr>
        </p:nvSpPr>
        <p:spPr/>
        <p:txBody>
          <a:bodyPr/>
          <a:lstStyle/>
          <a:p>
            <a:fld id="{F8A89D12-4F33-44AF-85FC-689FEAF79A41}" type="slidenum">
              <a:rPr lang="en-US" smtClean="0"/>
              <a:t>2</a:t>
            </a:fld>
            <a:endParaRPr lang="en-US"/>
          </a:p>
        </p:txBody>
      </p:sp>
      <p:sp>
        <p:nvSpPr>
          <p:cNvPr id="4" name="Title 3">
            <a:extLst>
              <a:ext uri="{FF2B5EF4-FFF2-40B4-BE49-F238E27FC236}">
                <a16:creationId xmlns:a16="http://schemas.microsoft.com/office/drawing/2014/main" id="{2941E778-40B1-6629-DBD2-8C26C0F1E23B}"/>
              </a:ext>
            </a:extLst>
          </p:cNvPr>
          <p:cNvSpPr>
            <a:spLocks noGrp="1"/>
          </p:cNvSpPr>
          <p:nvPr>
            <p:ph type="title"/>
          </p:nvPr>
        </p:nvSpPr>
        <p:spPr/>
        <p:txBody>
          <a:bodyPr>
            <a:normAutofit fontScale="90000"/>
          </a:bodyPr>
          <a:lstStyle/>
          <a:p>
            <a:r>
              <a:rPr lang="en-US"/>
              <a:t>Enhancements</a:t>
            </a:r>
          </a:p>
        </p:txBody>
      </p:sp>
      <p:sp>
        <p:nvSpPr>
          <p:cNvPr id="13" name="Content Placeholder 12">
            <a:extLst>
              <a:ext uri="{FF2B5EF4-FFF2-40B4-BE49-F238E27FC236}">
                <a16:creationId xmlns:a16="http://schemas.microsoft.com/office/drawing/2014/main" id="{A54D3917-466D-9404-11CF-B1C7DAAE0212}"/>
              </a:ext>
            </a:extLst>
          </p:cNvPr>
          <p:cNvSpPr>
            <a:spLocks noGrp="1"/>
          </p:cNvSpPr>
          <p:nvPr>
            <p:ph sz="half" idx="1"/>
          </p:nvPr>
        </p:nvSpPr>
        <p:spPr>
          <a:xfrm>
            <a:off x="546304" y="1554480"/>
            <a:ext cx="10351339" cy="4617720"/>
          </a:xfrm>
        </p:spPr>
        <p:txBody>
          <a:bodyPr vert="horz" lIns="91440" tIns="45720" rIns="91440" bIns="45720" rtlCol="0" anchor="t">
            <a:normAutofit/>
          </a:bodyPr>
          <a:lstStyle/>
          <a:p>
            <a:pPr marL="0" indent="0">
              <a:buNone/>
            </a:pPr>
            <a:r>
              <a:rPr lang="en-US" sz="2400" b="1" dirty="0">
                <a:highlight>
                  <a:srgbClr val="FFFFFF"/>
                </a:highlight>
              </a:rPr>
              <a:t>Case Management</a:t>
            </a:r>
          </a:p>
          <a:p>
            <a:pPr marL="0" indent="0">
              <a:buNone/>
            </a:pPr>
            <a:endParaRPr lang="en-US" sz="1800" b="1">
              <a:highlight>
                <a:srgbClr val="FFFFFF"/>
              </a:highlight>
            </a:endParaRPr>
          </a:p>
          <a:p>
            <a:pPr>
              <a:buAutoNum type="arabicPeriod"/>
            </a:pPr>
            <a:r>
              <a:rPr lang="en-US" sz="1800" b="1" dirty="0">
                <a:highlight>
                  <a:srgbClr val="FFFFFF"/>
                </a:highlight>
              </a:rPr>
              <a:t>Trouble ticket consolidation</a:t>
            </a:r>
            <a:r>
              <a:rPr lang="en-US" sz="1800" dirty="0">
                <a:highlight>
                  <a:srgbClr val="FFFFFF"/>
                </a:highlight>
              </a:rPr>
              <a:t>: Trouble tickets moved to case, one flow for getting help</a:t>
            </a:r>
            <a:endParaRPr lang="en-US" sz="4000" dirty="0"/>
          </a:p>
          <a:p>
            <a:pPr lvl="1">
              <a:buFont typeface="Courier New" panose="020B0604020202020204" pitchFamily="34" charset="0"/>
              <a:buChar char="o"/>
            </a:pPr>
            <a:r>
              <a:rPr lang="en-US" sz="1400" dirty="0">
                <a:highlight>
                  <a:srgbClr val="FFFFFF"/>
                </a:highlight>
                <a:ea typeface="+mn-lt"/>
                <a:cs typeface="+mn-lt"/>
              </a:rPr>
              <a:t>Users can manage and update their cases and trouble tickets directly from the case history or case detail pages.</a:t>
            </a:r>
            <a:endParaRPr lang="en-US" sz="1400" dirty="0">
              <a:highlight>
                <a:srgbClr val="FFFFFF"/>
              </a:highlight>
            </a:endParaRPr>
          </a:p>
          <a:p>
            <a:pPr>
              <a:buAutoNum type="arabicPeriod"/>
            </a:pPr>
            <a:r>
              <a:rPr lang="en-US" sz="1800" b="1" dirty="0">
                <a:highlight>
                  <a:srgbClr val="FFFFFF"/>
                </a:highlight>
              </a:rPr>
              <a:t>Orders &amp; Tickets </a:t>
            </a:r>
            <a:r>
              <a:rPr lang="en-US" sz="1800" dirty="0">
                <a:highlight>
                  <a:srgbClr val="FFFFFF"/>
                </a:highlight>
              </a:rPr>
              <a:t>–</a:t>
            </a:r>
            <a:r>
              <a:rPr lang="en-US" sz="1800" b="1" dirty="0">
                <a:highlight>
                  <a:srgbClr val="FFFFFF"/>
                </a:highlight>
              </a:rPr>
              <a:t> </a:t>
            </a:r>
            <a:r>
              <a:rPr lang="en-US" sz="1800" dirty="0">
                <a:highlight>
                  <a:srgbClr val="FFFFFF"/>
                </a:highlight>
              </a:rPr>
              <a:t>Changed to just orders for clarity </a:t>
            </a:r>
          </a:p>
          <a:p>
            <a:pPr>
              <a:buAutoNum type="arabicPeriod"/>
            </a:pPr>
            <a:r>
              <a:rPr lang="en-US" sz="1800" b="1" dirty="0">
                <a:highlight>
                  <a:srgbClr val="FFFFFF"/>
                </a:highlight>
              </a:rPr>
              <a:t>Case Submission</a:t>
            </a:r>
            <a:r>
              <a:rPr lang="en-US" sz="1800" dirty="0">
                <a:highlight>
                  <a:srgbClr val="FFFFFF"/>
                </a:highlight>
              </a:rPr>
              <a:t> - Select a Product or Service Category dropdown now grouped into sections</a:t>
            </a:r>
          </a:p>
          <a:p>
            <a:pPr>
              <a:buAutoNum type="arabicPeriod"/>
            </a:pPr>
            <a:r>
              <a:rPr lang="en-US" sz="1800" b="1" dirty="0">
                <a:highlight>
                  <a:srgbClr val="FFFFFF"/>
                </a:highlight>
              </a:rPr>
              <a:t>Case History table </a:t>
            </a:r>
            <a:r>
              <a:rPr lang="en-US" sz="1800" dirty="0">
                <a:highlight>
                  <a:srgbClr val="FFFFFF"/>
                </a:highlight>
              </a:rPr>
              <a:t>– Improvements to findability </a:t>
            </a:r>
          </a:p>
          <a:p>
            <a:pPr lvl="1">
              <a:buFont typeface="Courier New" panose="020B0604020202020204" pitchFamily="34" charset="0"/>
              <a:buChar char="o"/>
            </a:pPr>
            <a:r>
              <a:rPr lang="en-US" sz="1400" dirty="0">
                <a:highlight>
                  <a:srgbClr val="FFFFFF"/>
                </a:highlight>
              </a:rPr>
              <a:t>Now</a:t>
            </a:r>
            <a:r>
              <a:rPr lang="en-US" sz="1400" dirty="0">
                <a:highlight>
                  <a:srgbClr val="FFFFFF"/>
                </a:highlight>
                <a:ea typeface="+mn-lt"/>
                <a:cs typeface="+mn-lt"/>
              </a:rPr>
              <a:t> populates category for all case types (was often blank or generic in old stack) </a:t>
            </a:r>
            <a:endParaRPr lang="en-US" sz="1400" dirty="0">
              <a:highlight>
                <a:srgbClr val="FFFFFF"/>
              </a:highlight>
            </a:endParaRPr>
          </a:p>
          <a:p>
            <a:pPr lvl="1">
              <a:buFont typeface="Courier New" panose="020B0604020202020204" pitchFamily="34" charset="0"/>
              <a:buChar char="o"/>
            </a:pPr>
            <a:r>
              <a:rPr lang="en-US" sz="1400" dirty="0">
                <a:highlight>
                  <a:srgbClr val="FFFFFF"/>
                </a:highlight>
              </a:rPr>
              <a:t>Has combined Product &amp; Type filter into a category filter for simplification</a:t>
            </a:r>
            <a:endParaRPr lang="en-US" sz="2800" dirty="0"/>
          </a:p>
          <a:p>
            <a:pPr>
              <a:buAutoNum type="arabicPeriod"/>
            </a:pPr>
            <a:r>
              <a:rPr lang="en-US" sz="1800" b="1" dirty="0">
                <a:highlight>
                  <a:srgbClr val="FFFFFF"/>
                </a:highlight>
              </a:rPr>
              <a:t>Subject line </a:t>
            </a:r>
            <a:r>
              <a:rPr lang="en-US" sz="1800" dirty="0">
                <a:highlight>
                  <a:srgbClr val="FFFFFF"/>
                </a:highlight>
              </a:rPr>
              <a:t>-  No longer generic on ticket view, sharing actual subject line from SFDC </a:t>
            </a:r>
          </a:p>
          <a:p>
            <a:pPr>
              <a:buAutoNum type="arabicPeriod"/>
            </a:pPr>
            <a:r>
              <a:rPr lang="en-US" sz="1800" b="1" dirty="0">
                <a:highlight>
                  <a:srgbClr val="FFFFFF"/>
                </a:highlight>
              </a:rPr>
              <a:t>Case details tab</a:t>
            </a:r>
            <a:r>
              <a:rPr lang="en-US" sz="1800" dirty="0">
                <a:highlight>
                  <a:srgbClr val="FFFFFF"/>
                </a:highlight>
              </a:rPr>
              <a:t> - Has enhanced formatting, and limited concatenation</a:t>
            </a:r>
          </a:p>
          <a:p>
            <a:pPr>
              <a:buAutoNum type="arabicPeriod"/>
            </a:pPr>
            <a:r>
              <a:rPr lang="en-US" sz="1800" b="1" dirty="0">
                <a:highlight>
                  <a:srgbClr val="FFFFFF"/>
                </a:highlight>
              </a:rPr>
              <a:t>Contacts</a:t>
            </a:r>
            <a:r>
              <a:rPr lang="en-US" sz="1800" dirty="0">
                <a:highlight>
                  <a:srgbClr val="FFFFFF"/>
                </a:highlight>
              </a:rPr>
              <a:t> - Ability to see all contacts associated to a case (including unregistered) </a:t>
            </a:r>
          </a:p>
          <a:p>
            <a:pPr>
              <a:buAutoNum type="arabicPeriod"/>
            </a:pPr>
            <a:r>
              <a:rPr lang="en-US" sz="1800" b="1" dirty="0">
                <a:highlight>
                  <a:srgbClr val="FFFFFF"/>
                </a:highlight>
              </a:rPr>
              <a:t>Case classification enhancements - </a:t>
            </a:r>
            <a:r>
              <a:rPr lang="en-US" sz="1800" dirty="0">
                <a:highlight>
                  <a:srgbClr val="FFFFFF"/>
                </a:highlight>
              </a:rPr>
              <a:t>Consistency across options, improved case types (link to doc)</a:t>
            </a:r>
          </a:p>
          <a:p>
            <a:pPr>
              <a:buAutoNum type="arabicPeriod"/>
            </a:pPr>
            <a:endParaRPr lang="en-US" sz="4000"/>
          </a:p>
        </p:txBody>
      </p:sp>
    </p:spTree>
    <p:extLst>
      <p:ext uri="{BB962C8B-B14F-4D97-AF65-F5344CB8AC3E}">
        <p14:creationId xmlns:p14="http://schemas.microsoft.com/office/powerpoint/2010/main" val="925731712"/>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FCE3A1C-6BA4-8B9B-41F1-6D8E0D1F66C5}"/>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F0A6D4D4-83A3-14F9-A64F-DD4963DDEE8E}"/>
              </a:ext>
            </a:extLst>
          </p:cNvPr>
          <p:cNvSpPr>
            <a:spLocks noGrp="1"/>
          </p:cNvSpPr>
          <p:nvPr>
            <p:ph type="sldNum" sz="quarter" idx="12"/>
          </p:nvPr>
        </p:nvSpPr>
        <p:spPr/>
        <p:txBody>
          <a:bodyPr/>
          <a:lstStyle/>
          <a:p>
            <a:fld id="{F8A89D12-4F33-44AF-85FC-689FEAF79A41}" type="slidenum">
              <a:rPr lang="en-US" smtClean="0"/>
              <a:t>3</a:t>
            </a:fld>
            <a:endParaRPr lang="en-US"/>
          </a:p>
        </p:txBody>
      </p:sp>
      <p:sp>
        <p:nvSpPr>
          <p:cNvPr id="4" name="Title 3">
            <a:extLst>
              <a:ext uri="{FF2B5EF4-FFF2-40B4-BE49-F238E27FC236}">
                <a16:creationId xmlns:a16="http://schemas.microsoft.com/office/drawing/2014/main" id="{F66A9159-ECA6-D1A7-38F1-B3DA6F620342}"/>
              </a:ext>
            </a:extLst>
          </p:cNvPr>
          <p:cNvSpPr>
            <a:spLocks noGrp="1"/>
          </p:cNvSpPr>
          <p:nvPr>
            <p:ph type="title"/>
          </p:nvPr>
        </p:nvSpPr>
        <p:spPr>
          <a:xfrm>
            <a:off x="552234" y="457200"/>
            <a:ext cx="4518235" cy="548640"/>
          </a:xfrm>
        </p:spPr>
        <p:txBody>
          <a:bodyPr>
            <a:noAutofit/>
          </a:bodyPr>
          <a:lstStyle/>
          <a:p>
            <a:r>
              <a:rPr lang="en-US" sz="3200"/>
              <a:t>Trouble tickets are now just Support cases</a:t>
            </a:r>
          </a:p>
        </p:txBody>
      </p:sp>
      <p:sp>
        <p:nvSpPr>
          <p:cNvPr id="6" name="Content Placeholder 5">
            <a:extLst>
              <a:ext uri="{FF2B5EF4-FFF2-40B4-BE49-F238E27FC236}">
                <a16:creationId xmlns:a16="http://schemas.microsoft.com/office/drawing/2014/main" id="{2F269E7E-243C-EDF7-8E22-12278390612F}"/>
              </a:ext>
            </a:extLst>
          </p:cNvPr>
          <p:cNvSpPr>
            <a:spLocks noGrp="1"/>
          </p:cNvSpPr>
          <p:nvPr>
            <p:ph sz="quarter" idx="14"/>
          </p:nvPr>
        </p:nvSpPr>
        <p:spPr>
          <a:xfrm>
            <a:off x="571731" y="1724123"/>
            <a:ext cx="4285372" cy="3394165"/>
          </a:xfrm>
        </p:spPr>
        <p:txBody>
          <a:bodyPr vert="horz" lIns="0" tIns="0" rIns="0" bIns="0" rtlCol="0" anchor="t">
            <a:noAutofit/>
          </a:bodyPr>
          <a:lstStyle/>
          <a:p>
            <a:pPr marL="0" indent="0">
              <a:buNone/>
            </a:pPr>
            <a:r>
              <a:rPr lang="en-US" sz="1400" b="1"/>
              <a:t>Reduced complexity </a:t>
            </a:r>
            <a:r>
              <a:rPr lang="en-US" sz="1400"/>
              <a:t>: Customer no longer needs to distinguish between a "Support Case" and a "Trouble Ticket". Users can view and manage all their tickets from case history and details page.</a:t>
            </a:r>
          </a:p>
          <a:p>
            <a:pPr marL="0" indent="0">
              <a:buNone/>
            </a:pPr>
            <a:endParaRPr lang="en-US" sz="1400"/>
          </a:p>
          <a:p>
            <a:pPr>
              <a:buFont typeface="Calibri" panose="020B0604020202020204" pitchFamily="34" charset="0"/>
              <a:buChar char="-"/>
            </a:pPr>
            <a:r>
              <a:rPr lang="en-US" sz="1400"/>
              <a:t>One flow for raising a case including trouble tickets</a:t>
            </a:r>
          </a:p>
          <a:p>
            <a:pPr>
              <a:buFont typeface="Calibri" panose="020B0604020202020204" pitchFamily="34" charset="0"/>
              <a:buChar char="-"/>
            </a:pPr>
            <a:r>
              <a:rPr lang="en-US" sz="1400"/>
              <a:t>Trouble tickets are now simply referred to as cases</a:t>
            </a:r>
          </a:p>
          <a:p>
            <a:pPr>
              <a:buFont typeface="Calibri" panose="020B0604020202020204" pitchFamily="34" charset="0"/>
              <a:buChar char="-"/>
            </a:pPr>
            <a:r>
              <a:rPr lang="en-US" sz="1400"/>
              <a:t>Extensive </a:t>
            </a:r>
            <a:r>
              <a:rPr lang="en-US" sz="1400" err="1"/>
              <a:t>Appque</a:t>
            </a:r>
            <a:r>
              <a:rPr lang="en-US" sz="1400"/>
              <a:t> messaging will be in place for LTC customers to explain changes</a:t>
            </a:r>
          </a:p>
          <a:p>
            <a:pPr>
              <a:buFont typeface="Calibri" panose="020B0604020202020204" pitchFamily="34" charset="0"/>
              <a:buChar char="-"/>
            </a:pPr>
            <a:r>
              <a:rPr lang="en-US" sz="1400">
                <a:hlinkClick r:id="rId3"/>
              </a:rPr>
              <a:t>See</a:t>
            </a:r>
            <a:r>
              <a:rPr lang="en-US" sz="1400">
                <a:ea typeface="+mn-lt"/>
                <a:cs typeface="+mn-lt"/>
                <a:hlinkClick r:id="rId3"/>
              </a:rPr>
              <a:t> full Figma walkthrough here</a:t>
            </a:r>
            <a:endParaRPr lang="en-US" sz="1400">
              <a:ea typeface="+mn-lt"/>
              <a:cs typeface="+mn-lt"/>
            </a:endParaRPr>
          </a:p>
          <a:p>
            <a:pPr marL="0" indent="0">
              <a:buNone/>
            </a:pPr>
            <a:br>
              <a:rPr lang="en-US" sz="1400"/>
            </a:br>
            <a:r>
              <a:rPr lang="en-US" sz="1400"/>
              <a:t>Measuring success: New stack CSAT submission should beat old stack CSAT for trouble tickets by 5% 90 days post migration</a:t>
            </a:r>
            <a:endParaRPr lang="en-US"/>
          </a:p>
          <a:p>
            <a:pPr marL="0" indent="0">
              <a:buNone/>
            </a:pPr>
            <a:endParaRPr lang="en-US" sz="1400"/>
          </a:p>
        </p:txBody>
      </p:sp>
      <p:pic>
        <p:nvPicPr>
          <p:cNvPr id="5" name="Picture 4" descr="A screenshot of a computer&#10;&#10;AI-generated content may be incorrect.">
            <a:extLst>
              <a:ext uri="{FF2B5EF4-FFF2-40B4-BE49-F238E27FC236}">
                <a16:creationId xmlns:a16="http://schemas.microsoft.com/office/drawing/2014/main" id="{A097FF5B-8AF0-DE55-62E9-7789AA3C86D6}"/>
              </a:ext>
            </a:extLst>
          </p:cNvPr>
          <p:cNvPicPr>
            <a:picLocks noChangeAspect="1"/>
          </p:cNvPicPr>
          <p:nvPr/>
        </p:nvPicPr>
        <p:blipFill>
          <a:blip r:embed="rId4"/>
          <a:srcRect l="1116" b="-59"/>
          <a:stretch>
            <a:fillRect/>
          </a:stretch>
        </p:blipFill>
        <p:spPr>
          <a:xfrm>
            <a:off x="6394419" y="-2368"/>
            <a:ext cx="5706056" cy="6365719"/>
          </a:xfrm>
          <a:prstGeom prst="rect">
            <a:avLst/>
          </a:prstGeom>
        </p:spPr>
      </p:pic>
      <p:graphicFrame>
        <p:nvGraphicFramePr>
          <p:cNvPr id="7" name="Table 6">
            <a:extLst>
              <a:ext uri="{FF2B5EF4-FFF2-40B4-BE49-F238E27FC236}">
                <a16:creationId xmlns:a16="http://schemas.microsoft.com/office/drawing/2014/main" id="{CE5F98A4-F63C-1C18-73DD-D0FAE82247EC}"/>
              </a:ext>
            </a:extLst>
          </p:cNvPr>
          <p:cNvGraphicFramePr>
            <a:graphicFrameLocks noGrp="1"/>
          </p:cNvGraphicFramePr>
          <p:nvPr>
            <p:extLst>
              <p:ext uri="{D42A27DB-BD31-4B8C-83A1-F6EECF244321}">
                <p14:modId xmlns:p14="http://schemas.microsoft.com/office/powerpoint/2010/main" val="1033212993"/>
              </p:ext>
            </p:extLst>
          </p:nvPr>
        </p:nvGraphicFramePr>
        <p:xfrm>
          <a:off x="552994" y="5255188"/>
          <a:ext cx="4410075" cy="1112520"/>
        </p:xfrm>
        <a:graphic>
          <a:graphicData uri="http://schemas.openxmlformats.org/drawingml/2006/table">
            <a:tbl>
              <a:tblPr firstRow="1" bandRow="1">
                <a:tableStyleId>{5C22544A-7EE6-4342-B048-85BDC9FD1C3A}</a:tableStyleId>
              </a:tblPr>
              <a:tblGrid>
                <a:gridCol w="1857375">
                  <a:extLst>
                    <a:ext uri="{9D8B030D-6E8A-4147-A177-3AD203B41FA5}">
                      <a16:colId xmlns:a16="http://schemas.microsoft.com/office/drawing/2014/main" val="4141433605"/>
                    </a:ext>
                  </a:extLst>
                </a:gridCol>
                <a:gridCol w="2552700">
                  <a:extLst>
                    <a:ext uri="{9D8B030D-6E8A-4147-A177-3AD203B41FA5}">
                      <a16:colId xmlns:a16="http://schemas.microsoft.com/office/drawing/2014/main" val="3853708922"/>
                    </a:ext>
                  </a:extLst>
                </a:gridCol>
              </a:tblGrid>
              <a:tr h="370840">
                <a:tc>
                  <a:txBody>
                    <a:bodyPr/>
                    <a:lstStyle/>
                    <a:p>
                      <a:r>
                        <a:rPr lang="en-US" sz="1600"/>
                        <a:t>Stack</a:t>
                      </a:r>
                    </a:p>
                  </a:txBody>
                  <a:tcPr/>
                </a:tc>
                <a:tc>
                  <a:txBody>
                    <a:bodyPr/>
                    <a:lstStyle/>
                    <a:p>
                      <a:r>
                        <a:rPr lang="en-US" sz="1600"/>
                        <a:t>CSAT - Case submission</a:t>
                      </a:r>
                    </a:p>
                  </a:txBody>
                  <a:tcPr/>
                </a:tc>
                <a:extLst>
                  <a:ext uri="{0D108BD9-81ED-4DB2-BD59-A6C34878D82A}">
                    <a16:rowId xmlns:a16="http://schemas.microsoft.com/office/drawing/2014/main" val="967370687"/>
                  </a:ext>
                </a:extLst>
              </a:tr>
              <a:tr h="370840">
                <a:tc>
                  <a:txBody>
                    <a:bodyPr/>
                    <a:lstStyle/>
                    <a:p>
                      <a:r>
                        <a:rPr lang="en-US" sz="1600"/>
                        <a:t>Old stack</a:t>
                      </a:r>
                    </a:p>
                  </a:txBody>
                  <a:tcPr/>
                </a:tc>
                <a:tc>
                  <a:txBody>
                    <a:bodyPr/>
                    <a:lstStyle/>
                    <a:p>
                      <a:r>
                        <a:rPr lang="en-US" sz="1600"/>
                        <a:t>79%</a:t>
                      </a:r>
                    </a:p>
                  </a:txBody>
                  <a:tcPr/>
                </a:tc>
                <a:extLst>
                  <a:ext uri="{0D108BD9-81ED-4DB2-BD59-A6C34878D82A}">
                    <a16:rowId xmlns:a16="http://schemas.microsoft.com/office/drawing/2014/main" val="2555123568"/>
                  </a:ext>
                </a:extLst>
              </a:tr>
              <a:tr h="370840">
                <a:tc>
                  <a:txBody>
                    <a:bodyPr/>
                    <a:lstStyle/>
                    <a:p>
                      <a:r>
                        <a:rPr lang="en-US" sz="1600"/>
                        <a:t>New stack (LTC)</a:t>
                      </a:r>
                    </a:p>
                  </a:txBody>
                  <a:tcPr/>
                </a:tc>
                <a:tc>
                  <a:txBody>
                    <a:bodyPr/>
                    <a:lstStyle/>
                    <a:p>
                      <a:r>
                        <a:rPr lang="en-US" sz="1600"/>
                        <a:t>83% (Target)</a:t>
                      </a:r>
                    </a:p>
                  </a:txBody>
                  <a:tcPr/>
                </a:tc>
                <a:extLst>
                  <a:ext uri="{0D108BD9-81ED-4DB2-BD59-A6C34878D82A}">
                    <a16:rowId xmlns:a16="http://schemas.microsoft.com/office/drawing/2014/main" val="312150390"/>
                  </a:ext>
                </a:extLst>
              </a:tr>
            </a:tbl>
          </a:graphicData>
        </a:graphic>
      </p:graphicFrame>
    </p:spTree>
    <p:extLst>
      <p:ext uri="{BB962C8B-B14F-4D97-AF65-F5344CB8AC3E}">
        <p14:creationId xmlns:p14="http://schemas.microsoft.com/office/powerpoint/2010/main" val="705801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7C88-9C9C-4BCE-0BBC-4ECA3703FF3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4EA85C3-970F-818B-03B2-B8E377D7642F}"/>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F9034D11-9299-8F8F-09C4-37F61A166BC5}"/>
              </a:ext>
            </a:extLst>
          </p:cNvPr>
          <p:cNvSpPr>
            <a:spLocks noGrp="1"/>
          </p:cNvSpPr>
          <p:nvPr>
            <p:ph type="sldNum" sz="quarter" idx="12"/>
          </p:nvPr>
        </p:nvSpPr>
        <p:spPr/>
        <p:txBody>
          <a:bodyPr/>
          <a:lstStyle/>
          <a:p>
            <a:fld id="{F8A89D12-4F33-44AF-85FC-689FEAF79A41}" type="slidenum">
              <a:rPr lang="en-US" smtClean="0"/>
              <a:t>4</a:t>
            </a:fld>
            <a:endParaRPr lang="en-US"/>
          </a:p>
        </p:txBody>
      </p:sp>
      <p:sp>
        <p:nvSpPr>
          <p:cNvPr id="4" name="Title 3">
            <a:extLst>
              <a:ext uri="{FF2B5EF4-FFF2-40B4-BE49-F238E27FC236}">
                <a16:creationId xmlns:a16="http://schemas.microsoft.com/office/drawing/2014/main" id="{AFF24AB6-7A7A-0669-F16E-F0C91108FA4C}"/>
              </a:ext>
            </a:extLst>
          </p:cNvPr>
          <p:cNvSpPr>
            <a:spLocks noGrp="1"/>
          </p:cNvSpPr>
          <p:nvPr>
            <p:ph type="title"/>
          </p:nvPr>
        </p:nvSpPr>
        <p:spPr>
          <a:xfrm>
            <a:off x="552234" y="457200"/>
            <a:ext cx="4518235" cy="548640"/>
          </a:xfrm>
        </p:spPr>
        <p:txBody>
          <a:bodyPr>
            <a:noAutofit/>
          </a:bodyPr>
          <a:lstStyle/>
          <a:p>
            <a:r>
              <a:rPr lang="en-US" sz="3200">
                <a:ea typeface="+mj-lt"/>
                <a:cs typeface="+mj-lt"/>
              </a:rPr>
              <a:t>Orders &amp; Tickets changed to just orders for clarity </a:t>
            </a:r>
            <a:endParaRPr lang="en-US"/>
          </a:p>
        </p:txBody>
      </p:sp>
      <p:sp>
        <p:nvSpPr>
          <p:cNvPr id="6" name="Content Placeholder 5">
            <a:extLst>
              <a:ext uri="{FF2B5EF4-FFF2-40B4-BE49-F238E27FC236}">
                <a16:creationId xmlns:a16="http://schemas.microsoft.com/office/drawing/2014/main" id="{CBA16406-8A26-DC55-0A76-99B60B5E6AE2}"/>
              </a:ext>
            </a:extLst>
          </p:cNvPr>
          <p:cNvSpPr>
            <a:spLocks noGrp="1"/>
          </p:cNvSpPr>
          <p:nvPr>
            <p:ph sz="quarter" idx="14"/>
          </p:nvPr>
        </p:nvSpPr>
        <p:spPr>
          <a:xfrm>
            <a:off x="595221" y="2188951"/>
            <a:ext cx="3443956" cy="1730829"/>
          </a:xfrm>
        </p:spPr>
        <p:txBody>
          <a:bodyPr vert="horz" lIns="0" tIns="0" rIns="0" bIns="0" rtlCol="0" anchor="t">
            <a:noAutofit/>
          </a:bodyPr>
          <a:lstStyle/>
          <a:p>
            <a:pPr marL="0" indent="0">
              <a:buNone/>
            </a:pPr>
            <a:r>
              <a:rPr lang="en-US" sz="1400" b="1"/>
              <a:t>Cases terminology consolidated on Support center</a:t>
            </a:r>
            <a:r>
              <a:rPr lang="en-US" sz="1400"/>
              <a:t>: In line with the trouble ticket changes the "Order &amp; ticket history" page will be simplified to just "Orders"</a:t>
            </a:r>
          </a:p>
          <a:p>
            <a:pPr marL="0" indent="0">
              <a:buNone/>
            </a:pPr>
            <a:r>
              <a:rPr lang="en-US" sz="1400">
                <a:ea typeface="+mn-lt"/>
                <a:cs typeface="+mn-lt"/>
                <a:hlinkClick r:id="rId3"/>
              </a:rPr>
              <a:t>See full Figma walkthrough here</a:t>
            </a:r>
          </a:p>
          <a:p>
            <a:pPr marL="0" indent="0">
              <a:buNone/>
            </a:pPr>
            <a:endParaRPr lang="en-US" sz="1400"/>
          </a:p>
          <a:p>
            <a:pPr marL="0" indent="0">
              <a:buNone/>
            </a:pPr>
            <a:endParaRPr lang="en-US" sz="1400"/>
          </a:p>
          <a:p>
            <a:pPr marL="0" indent="0">
              <a:buNone/>
            </a:pPr>
            <a:r>
              <a:rPr lang="en-US" sz="1400" b="1"/>
              <a:t>Measuring success:</a:t>
            </a:r>
          </a:p>
          <a:p>
            <a:pPr marL="0" indent="0">
              <a:buNone/>
            </a:pPr>
            <a:r>
              <a:rPr lang="en-US" sz="1200"/>
              <a:t>This is a small incremental change. </a:t>
            </a:r>
          </a:p>
          <a:p>
            <a:pPr marL="0" indent="0">
              <a:buNone/>
            </a:pPr>
            <a:r>
              <a:rPr lang="en-US" sz="1200"/>
              <a:t>Will look for decrease in Navigation / UI Complexity feedback from LTC customers. Currently 35% of CSAT case submission responses mention this.</a:t>
            </a:r>
          </a:p>
          <a:p>
            <a:pPr marL="0" indent="0">
              <a:buNone/>
            </a:pPr>
            <a:endParaRPr lang="en-US" sz="1200"/>
          </a:p>
          <a:p>
            <a:pPr marL="0" indent="0">
              <a:buNone/>
            </a:pPr>
            <a:endParaRPr lang="en-US"/>
          </a:p>
          <a:p>
            <a:pPr marL="0" indent="0">
              <a:buNone/>
            </a:pPr>
            <a:endParaRPr lang="en-US" sz="1400"/>
          </a:p>
          <a:p>
            <a:pPr marL="0" indent="0">
              <a:buNone/>
            </a:pPr>
            <a:endParaRPr lang="en-US" sz="1400"/>
          </a:p>
          <a:p>
            <a:pPr marL="0" indent="0">
              <a:buNone/>
            </a:pPr>
            <a:endParaRPr lang="en-US" sz="1400"/>
          </a:p>
          <a:p>
            <a:pPr marL="0" indent="0">
              <a:buNone/>
            </a:pPr>
            <a:endParaRPr lang="en-US" sz="1400"/>
          </a:p>
        </p:txBody>
      </p:sp>
      <p:pic>
        <p:nvPicPr>
          <p:cNvPr id="7" name="Picture 6" descr="A screenshot of a computer&#10;&#10;AI-generated content may be incorrect.">
            <a:extLst>
              <a:ext uri="{FF2B5EF4-FFF2-40B4-BE49-F238E27FC236}">
                <a16:creationId xmlns:a16="http://schemas.microsoft.com/office/drawing/2014/main" id="{1EBC806C-67EA-E6B4-CA5E-ED4E6E6D96D4}"/>
              </a:ext>
            </a:extLst>
          </p:cNvPr>
          <p:cNvPicPr>
            <a:picLocks noChangeAspect="1"/>
          </p:cNvPicPr>
          <p:nvPr/>
        </p:nvPicPr>
        <p:blipFill>
          <a:blip r:embed="rId4"/>
          <a:stretch>
            <a:fillRect/>
          </a:stretch>
        </p:blipFill>
        <p:spPr>
          <a:xfrm>
            <a:off x="5483221" y="0"/>
            <a:ext cx="6706366" cy="6858000"/>
          </a:xfrm>
          <a:prstGeom prst="rect">
            <a:avLst/>
          </a:prstGeom>
        </p:spPr>
      </p:pic>
      <p:pic>
        <p:nvPicPr>
          <p:cNvPr id="5" name="Picture 4" descr="A close-up of a white background&#10;&#10;AI-generated content may be incorrect.">
            <a:extLst>
              <a:ext uri="{FF2B5EF4-FFF2-40B4-BE49-F238E27FC236}">
                <a16:creationId xmlns:a16="http://schemas.microsoft.com/office/drawing/2014/main" id="{A041173E-2561-2395-E2F1-135955CE2B21}"/>
              </a:ext>
            </a:extLst>
          </p:cNvPr>
          <p:cNvPicPr>
            <a:picLocks noChangeAspect="1"/>
          </p:cNvPicPr>
          <p:nvPr/>
        </p:nvPicPr>
        <p:blipFill>
          <a:blip r:embed="rId5"/>
          <a:stretch>
            <a:fillRect/>
          </a:stretch>
        </p:blipFill>
        <p:spPr>
          <a:xfrm>
            <a:off x="580208" y="5183368"/>
            <a:ext cx="4121333" cy="1085034"/>
          </a:xfrm>
          <a:prstGeom prst="rect">
            <a:avLst/>
          </a:prstGeom>
        </p:spPr>
      </p:pic>
    </p:spTree>
    <p:extLst>
      <p:ext uri="{BB962C8B-B14F-4D97-AF65-F5344CB8AC3E}">
        <p14:creationId xmlns:p14="http://schemas.microsoft.com/office/powerpoint/2010/main" val="1361907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33291-31F1-1B72-766A-5212D5F238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92A26AA-1DA8-442F-ED4B-8E11A95116B6}"/>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9454C804-075B-3AA6-53B0-0BBB439518BA}"/>
              </a:ext>
            </a:extLst>
          </p:cNvPr>
          <p:cNvSpPr>
            <a:spLocks noGrp="1"/>
          </p:cNvSpPr>
          <p:nvPr>
            <p:ph type="sldNum" sz="quarter" idx="12"/>
          </p:nvPr>
        </p:nvSpPr>
        <p:spPr/>
        <p:txBody>
          <a:bodyPr/>
          <a:lstStyle/>
          <a:p>
            <a:fld id="{F8A89D12-4F33-44AF-85FC-689FEAF79A41}" type="slidenum">
              <a:rPr lang="en-US" smtClean="0"/>
              <a:t>5</a:t>
            </a:fld>
            <a:endParaRPr lang="en-US"/>
          </a:p>
        </p:txBody>
      </p:sp>
      <p:sp>
        <p:nvSpPr>
          <p:cNvPr id="4" name="Title 3">
            <a:extLst>
              <a:ext uri="{FF2B5EF4-FFF2-40B4-BE49-F238E27FC236}">
                <a16:creationId xmlns:a16="http://schemas.microsoft.com/office/drawing/2014/main" id="{D4170884-F7B0-7CF4-9E26-779B4A365F98}"/>
              </a:ext>
            </a:extLst>
          </p:cNvPr>
          <p:cNvSpPr>
            <a:spLocks noGrp="1"/>
          </p:cNvSpPr>
          <p:nvPr>
            <p:ph type="title"/>
          </p:nvPr>
        </p:nvSpPr>
        <p:spPr>
          <a:xfrm>
            <a:off x="552234" y="457200"/>
            <a:ext cx="4518235" cy="548640"/>
          </a:xfrm>
        </p:spPr>
        <p:txBody>
          <a:bodyPr>
            <a:noAutofit/>
          </a:bodyPr>
          <a:lstStyle/>
          <a:p>
            <a:r>
              <a:rPr lang="en-US" sz="3200">
                <a:ea typeface="+mj-lt"/>
                <a:cs typeface="+mj-lt"/>
              </a:rPr>
              <a:t>Select a Product or Service Category dropdown now grouped into sections </a:t>
            </a:r>
            <a:endParaRPr lang="en-US">
              <a:ea typeface="+mj-lt"/>
              <a:cs typeface="+mj-lt"/>
            </a:endParaRPr>
          </a:p>
        </p:txBody>
      </p:sp>
      <p:sp>
        <p:nvSpPr>
          <p:cNvPr id="6" name="Content Placeholder 5">
            <a:extLst>
              <a:ext uri="{FF2B5EF4-FFF2-40B4-BE49-F238E27FC236}">
                <a16:creationId xmlns:a16="http://schemas.microsoft.com/office/drawing/2014/main" id="{CFD96020-4CBB-4A64-4C88-5AE5771924DD}"/>
              </a:ext>
            </a:extLst>
          </p:cNvPr>
          <p:cNvSpPr>
            <a:spLocks noGrp="1"/>
          </p:cNvSpPr>
          <p:nvPr>
            <p:ph sz="quarter" idx="14"/>
          </p:nvPr>
        </p:nvSpPr>
        <p:spPr>
          <a:xfrm>
            <a:off x="552356" y="2531502"/>
            <a:ext cx="3457019" cy="1752600"/>
          </a:xfrm>
        </p:spPr>
        <p:txBody>
          <a:bodyPr vert="horz" lIns="0" tIns="0" rIns="0" bIns="0" rtlCol="0" anchor="t">
            <a:noAutofit/>
          </a:bodyPr>
          <a:lstStyle/>
          <a:p>
            <a:pPr marL="0" indent="0">
              <a:buNone/>
            </a:pPr>
            <a:r>
              <a:rPr lang="en-US" sz="1400" b="1"/>
              <a:t>Additional sections in dropdown for easier navigation:</a:t>
            </a:r>
            <a:r>
              <a:rPr lang="en-US" sz="1400"/>
              <a:t> Instead of one big list to navigate the dropdown for ticket creation will now be broken out into more logical sections. </a:t>
            </a:r>
          </a:p>
          <a:p>
            <a:pPr marL="285750" indent="-285750"/>
            <a:r>
              <a:rPr lang="en-US" sz="1200">
                <a:ea typeface="+mn-lt"/>
                <a:cs typeface="+mn-lt"/>
              </a:rPr>
              <a:t>This change will also apply to non-LTC customers</a:t>
            </a:r>
          </a:p>
          <a:p>
            <a:pPr marL="285750" indent="-285750"/>
            <a:r>
              <a:rPr lang="en-US" sz="1200">
                <a:ea typeface="+mn-lt"/>
                <a:cs typeface="+mn-lt"/>
                <a:hlinkClick r:id="rId3"/>
              </a:rPr>
              <a:t>See full Figma walkthrough here</a:t>
            </a:r>
            <a:endParaRPr lang="en-US" sz="1200"/>
          </a:p>
        </p:txBody>
      </p:sp>
      <p:pic>
        <p:nvPicPr>
          <p:cNvPr id="5" name="Picture 4" descr="A screenshot of a computer&#10;&#10;AI-generated content may be incorrect.">
            <a:extLst>
              <a:ext uri="{FF2B5EF4-FFF2-40B4-BE49-F238E27FC236}">
                <a16:creationId xmlns:a16="http://schemas.microsoft.com/office/drawing/2014/main" id="{8933B5C7-F5B2-3846-1B9C-3E956EBC5C3E}"/>
              </a:ext>
            </a:extLst>
          </p:cNvPr>
          <p:cNvPicPr>
            <a:picLocks noChangeAspect="1"/>
          </p:cNvPicPr>
          <p:nvPr/>
        </p:nvPicPr>
        <p:blipFill>
          <a:blip r:embed="rId4"/>
          <a:stretch>
            <a:fillRect/>
          </a:stretch>
        </p:blipFill>
        <p:spPr>
          <a:xfrm>
            <a:off x="5492085" y="0"/>
            <a:ext cx="6702618" cy="6858000"/>
          </a:xfrm>
          <a:prstGeom prst="rect">
            <a:avLst/>
          </a:prstGeom>
        </p:spPr>
      </p:pic>
      <p:cxnSp>
        <p:nvCxnSpPr>
          <p:cNvPr id="9" name="Straight Arrow Connector 8">
            <a:extLst>
              <a:ext uri="{FF2B5EF4-FFF2-40B4-BE49-F238E27FC236}">
                <a16:creationId xmlns:a16="http://schemas.microsoft.com/office/drawing/2014/main" id="{FD5976C8-EECE-8D1E-22B1-21E54DC88865}"/>
              </a:ext>
            </a:extLst>
          </p:cNvPr>
          <p:cNvCxnSpPr/>
          <p:nvPr/>
        </p:nvCxnSpPr>
        <p:spPr>
          <a:xfrm flipV="1">
            <a:off x="5070469" y="126124"/>
            <a:ext cx="421616" cy="1681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0" name="Straight Arrow Connector 9">
            <a:extLst>
              <a:ext uri="{FF2B5EF4-FFF2-40B4-BE49-F238E27FC236}">
                <a16:creationId xmlns:a16="http://schemas.microsoft.com/office/drawing/2014/main" id="{8ACF4B2C-CCA8-F238-D13D-EA5587A09907}"/>
              </a:ext>
            </a:extLst>
          </p:cNvPr>
          <p:cNvCxnSpPr/>
          <p:nvPr/>
        </p:nvCxnSpPr>
        <p:spPr>
          <a:xfrm flipV="1">
            <a:off x="5070469" y="1876097"/>
            <a:ext cx="421616" cy="1681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1" name="Straight Arrow Connector 10">
            <a:extLst>
              <a:ext uri="{FF2B5EF4-FFF2-40B4-BE49-F238E27FC236}">
                <a16:creationId xmlns:a16="http://schemas.microsoft.com/office/drawing/2014/main" id="{C33508AE-F83C-C63C-B248-7FF26B7672A8}"/>
              </a:ext>
            </a:extLst>
          </p:cNvPr>
          <p:cNvCxnSpPr/>
          <p:nvPr/>
        </p:nvCxnSpPr>
        <p:spPr>
          <a:xfrm flipV="1">
            <a:off x="5070469" y="4606377"/>
            <a:ext cx="421616" cy="1681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2" name="Straight Arrow Connector 11">
            <a:extLst>
              <a:ext uri="{FF2B5EF4-FFF2-40B4-BE49-F238E27FC236}">
                <a16:creationId xmlns:a16="http://schemas.microsoft.com/office/drawing/2014/main" id="{A040396C-EDC1-CC95-9A88-C635E3A74129}"/>
              </a:ext>
            </a:extLst>
          </p:cNvPr>
          <p:cNvCxnSpPr/>
          <p:nvPr/>
        </p:nvCxnSpPr>
        <p:spPr>
          <a:xfrm flipV="1">
            <a:off x="5070469" y="6637392"/>
            <a:ext cx="421616" cy="1681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7" name="TextBox 6">
            <a:extLst>
              <a:ext uri="{FF2B5EF4-FFF2-40B4-BE49-F238E27FC236}">
                <a16:creationId xmlns:a16="http://schemas.microsoft.com/office/drawing/2014/main" id="{75F27E14-A29D-91C2-F079-11EBD9FA3465}"/>
              </a:ext>
            </a:extLst>
          </p:cNvPr>
          <p:cNvSpPr txBox="1"/>
          <p:nvPr/>
        </p:nvSpPr>
        <p:spPr>
          <a:xfrm>
            <a:off x="409303" y="4195354"/>
            <a:ext cx="4654732" cy="1828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a:latin typeface="Aptos"/>
                <a:ea typeface="Segoe UI"/>
                <a:cs typeface="Segoe UI"/>
              </a:rPr>
              <a:t>​</a:t>
            </a:r>
          </a:p>
          <a:p>
            <a:pPr rtl="0">
              <a:lnSpc>
                <a:spcPts val="1500"/>
              </a:lnSpc>
            </a:pPr>
            <a:r>
              <a:rPr lang="en-US" sz="1400" b="1" baseline="0">
                <a:latin typeface="Aptos"/>
                <a:ea typeface="Segoe UI"/>
                <a:cs typeface="Segoe UI"/>
              </a:rPr>
              <a:t>Measuring success:</a:t>
            </a:r>
            <a:r>
              <a:rPr lang="en-US" sz="1400">
                <a:latin typeface="Aptos"/>
                <a:ea typeface="Segoe UI"/>
                <a:cs typeface="Segoe UI"/>
              </a:rPr>
              <a:t>​</a:t>
            </a:r>
          </a:p>
          <a:p>
            <a:pPr rtl="0">
              <a:lnSpc>
                <a:spcPts val="1275"/>
              </a:lnSpc>
            </a:pPr>
            <a:r>
              <a:rPr lang="en-US" sz="1200" baseline="0">
                <a:latin typeface="Aptos"/>
                <a:ea typeface="Segoe UI"/>
                <a:cs typeface="Segoe UI"/>
              </a:rPr>
              <a:t>This is a small incremental change. </a:t>
            </a:r>
            <a:r>
              <a:rPr lang="en-US" sz="1200">
                <a:latin typeface="Aptos"/>
                <a:ea typeface="Segoe UI"/>
                <a:cs typeface="Segoe UI"/>
              </a:rPr>
              <a:t>​</a:t>
            </a:r>
          </a:p>
          <a:p>
            <a:pPr>
              <a:lnSpc>
                <a:spcPts val="1275"/>
              </a:lnSpc>
            </a:pPr>
            <a:r>
              <a:rPr lang="en-US" sz="1200" baseline="0">
                <a:latin typeface="Aptos"/>
                <a:ea typeface="Segoe UI"/>
                <a:cs typeface="Segoe UI"/>
              </a:rPr>
              <a:t>Will look for decrease in Navigation / UI Complexity feedback from LTC customers. Currently 35% of CSAT case submission responses mention this</a:t>
            </a:r>
            <a:r>
              <a:rPr lang="en-US" sz="1200">
                <a:latin typeface="Aptos"/>
                <a:ea typeface="Segoe UI"/>
                <a:cs typeface="Segoe UI"/>
              </a:rPr>
              <a:t> theme</a:t>
            </a:r>
            <a:r>
              <a:rPr lang="en-US" sz="1200" baseline="0">
                <a:latin typeface="Aptos"/>
                <a:ea typeface="Segoe UI"/>
                <a:cs typeface="Segoe UI"/>
              </a:rPr>
              <a:t>.</a:t>
            </a:r>
            <a:r>
              <a:rPr lang="en-US" sz="1200">
                <a:latin typeface="Aptos"/>
                <a:ea typeface="Segoe UI"/>
                <a:cs typeface="Segoe UI"/>
              </a:rPr>
              <a:t>​</a:t>
            </a:r>
          </a:p>
          <a:p>
            <a:pPr rtl="0">
              <a:lnSpc>
                <a:spcPts val="1275"/>
              </a:lnSpc>
            </a:pPr>
            <a:r>
              <a:rPr lang="en-US" sz="1200">
                <a:latin typeface="Aptos"/>
                <a:ea typeface="Segoe UI"/>
                <a:cs typeface="Segoe UI"/>
              </a:rPr>
              <a:t>​</a:t>
            </a:r>
          </a:p>
          <a:p>
            <a:pPr rtl="0">
              <a:lnSpc>
                <a:spcPts val="1725"/>
              </a:lnSpc>
            </a:pPr>
            <a:r>
              <a:rPr lang="en-US" sz="1600">
                <a:latin typeface="Aptos"/>
                <a:ea typeface="Segoe UI"/>
                <a:cs typeface="Segoe UI"/>
              </a:rPr>
              <a:t>​</a:t>
            </a:r>
          </a:p>
          <a:p>
            <a:pPr algn="ctr"/>
            <a:endParaRPr lang="en-US"/>
          </a:p>
        </p:txBody>
      </p:sp>
      <p:pic>
        <p:nvPicPr>
          <p:cNvPr id="13" name="Picture 12" descr="A close-up of a white background&#10;&#10;AI-generated content may be incorrect.">
            <a:extLst>
              <a:ext uri="{FF2B5EF4-FFF2-40B4-BE49-F238E27FC236}">
                <a16:creationId xmlns:a16="http://schemas.microsoft.com/office/drawing/2014/main" id="{5D34A3B1-D107-0984-EC9D-8F4321FD6241}"/>
              </a:ext>
            </a:extLst>
          </p:cNvPr>
          <p:cNvPicPr>
            <a:picLocks noChangeAspect="1"/>
          </p:cNvPicPr>
          <p:nvPr/>
        </p:nvPicPr>
        <p:blipFill>
          <a:blip r:embed="rId5"/>
          <a:stretch>
            <a:fillRect/>
          </a:stretch>
        </p:blipFill>
        <p:spPr>
          <a:xfrm>
            <a:off x="410391" y="5353185"/>
            <a:ext cx="4121333" cy="1085034"/>
          </a:xfrm>
          <a:prstGeom prst="rect">
            <a:avLst/>
          </a:prstGeom>
        </p:spPr>
      </p:pic>
    </p:spTree>
    <p:extLst>
      <p:ext uri="{BB962C8B-B14F-4D97-AF65-F5344CB8AC3E}">
        <p14:creationId xmlns:p14="http://schemas.microsoft.com/office/powerpoint/2010/main" val="443700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E8D8-21BE-A84A-30C9-19378D75B4E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12F2267-9E4F-73DB-B0A3-D3038BE81CBB}"/>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6A61AE70-0CC4-04CF-BE1F-BA3D72C1C1ED}"/>
              </a:ext>
            </a:extLst>
          </p:cNvPr>
          <p:cNvSpPr>
            <a:spLocks noGrp="1"/>
          </p:cNvSpPr>
          <p:nvPr>
            <p:ph type="sldNum" sz="quarter" idx="12"/>
          </p:nvPr>
        </p:nvSpPr>
        <p:spPr/>
        <p:txBody>
          <a:bodyPr/>
          <a:lstStyle/>
          <a:p>
            <a:fld id="{F8A89D12-4F33-44AF-85FC-689FEAF79A41}" type="slidenum">
              <a:rPr lang="en-US" smtClean="0"/>
              <a:t>6</a:t>
            </a:fld>
            <a:endParaRPr lang="en-US"/>
          </a:p>
        </p:txBody>
      </p:sp>
      <p:sp>
        <p:nvSpPr>
          <p:cNvPr id="4" name="Title 3">
            <a:extLst>
              <a:ext uri="{FF2B5EF4-FFF2-40B4-BE49-F238E27FC236}">
                <a16:creationId xmlns:a16="http://schemas.microsoft.com/office/drawing/2014/main" id="{CDFEB175-364F-81F1-573B-53499B4AC0EF}"/>
              </a:ext>
            </a:extLst>
          </p:cNvPr>
          <p:cNvSpPr>
            <a:spLocks noGrp="1"/>
          </p:cNvSpPr>
          <p:nvPr>
            <p:ph type="title"/>
          </p:nvPr>
        </p:nvSpPr>
        <p:spPr>
          <a:xfrm>
            <a:off x="552234" y="457200"/>
            <a:ext cx="4965697" cy="548640"/>
          </a:xfrm>
        </p:spPr>
        <p:txBody>
          <a:bodyPr>
            <a:noAutofit/>
          </a:bodyPr>
          <a:lstStyle/>
          <a:p>
            <a:r>
              <a:rPr lang="en-US" sz="3200">
                <a:ea typeface="+mj-lt"/>
                <a:cs typeface="+mj-lt"/>
              </a:rPr>
              <a:t>More readable category for Support Case History table </a:t>
            </a:r>
          </a:p>
        </p:txBody>
      </p:sp>
      <p:sp>
        <p:nvSpPr>
          <p:cNvPr id="6" name="Content Placeholder 5">
            <a:extLst>
              <a:ext uri="{FF2B5EF4-FFF2-40B4-BE49-F238E27FC236}">
                <a16:creationId xmlns:a16="http://schemas.microsoft.com/office/drawing/2014/main" id="{44F53C18-3E54-07F5-FC7B-E73E3E00C7A7}"/>
              </a:ext>
            </a:extLst>
          </p:cNvPr>
          <p:cNvSpPr>
            <a:spLocks noGrp="1"/>
          </p:cNvSpPr>
          <p:nvPr>
            <p:ph sz="quarter" idx="14"/>
          </p:nvPr>
        </p:nvSpPr>
        <p:spPr>
          <a:xfrm>
            <a:off x="678191" y="1713575"/>
            <a:ext cx="4262802" cy="4187137"/>
          </a:xfrm>
        </p:spPr>
        <p:txBody>
          <a:bodyPr vert="horz" lIns="0" tIns="0" rIns="0" bIns="0" rtlCol="0" anchor="t">
            <a:noAutofit/>
          </a:bodyPr>
          <a:lstStyle/>
          <a:p>
            <a:pPr marL="0" indent="0">
              <a:buNone/>
            </a:pPr>
            <a:r>
              <a:rPr lang="en-US" sz="1400" b="1"/>
              <a:t>Case history table consistently populates a category:</a:t>
            </a:r>
            <a:r>
              <a:rPr lang="en-US" sz="1400"/>
              <a:t>  </a:t>
            </a:r>
            <a:r>
              <a:rPr lang="en-US" sz="1400">
                <a:ea typeface="+mn-lt"/>
                <a:cs typeface="+mn-lt"/>
              </a:rPr>
              <a:t>For LTC customers only category will accurately reflect the nature of the case</a:t>
            </a:r>
            <a:endParaRPr lang="en-US" sz="1400"/>
          </a:p>
          <a:p>
            <a:pPr marL="0" indent="0">
              <a:buNone/>
            </a:pPr>
            <a:r>
              <a:rPr lang="en-US" sz="1200">
                <a:ea typeface="+mn-lt"/>
                <a:cs typeface="+mn-lt"/>
                <a:hlinkClick r:id="rId4"/>
              </a:rPr>
              <a:t>See full Figma walkthrough here</a:t>
            </a:r>
            <a:endParaRPr lang="en-US" sz="1200">
              <a:ea typeface="+mn-lt"/>
              <a:cs typeface="+mn-lt"/>
            </a:endParaRPr>
          </a:p>
          <a:p>
            <a:pPr marL="0" indent="0">
              <a:buNone/>
            </a:pPr>
            <a:r>
              <a:rPr lang="en-US" sz="1200">
                <a:ea typeface="+mn-lt"/>
                <a:cs typeface="+mn-lt"/>
                <a:hlinkClick r:id="rId5"/>
              </a:rPr>
              <a:t>See mapping logic here</a:t>
            </a:r>
            <a:r>
              <a:rPr lang="en-US" sz="1200">
                <a:ea typeface="+mn-lt"/>
                <a:cs typeface="+mn-lt"/>
              </a:rPr>
              <a:t> </a:t>
            </a:r>
          </a:p>
          <a:p>
            <a:pPr marL="0" indent="0">
              <a:buNone/>
            </a:pPr>
            <a:endParaRPr lang="en-US" sz="1200"/>
          </a:p>
          <a:p>
            <a:pPr>
              <a:buNone/>
            </a:pPr>
            <a:r>
              <a:rPr lang="en-US" sz="1400" b="1"/>
              <a:t>Measuring success:</a:t>
            </a:r>
            <a:r>
              <a:rPr lang="en-US" sz="1400"/>
              <a:t> </a:t>
            </a:r>
          </a:p>
          <a:p>
            <a:pPr marL="0" indent="0">
              <a:buNone/>
            </a:pPr>
            <a:r>
              <a:rPr lang="en-US" sz="1200"/>
              <a:t>Only 19.9% of customers select a support case on the support case when navigating to Support Case History page. With more readable table, we expect to see a 10% increase in customers selecting a support case</a:t>
            </a:r>
          </a:p>
        </p:txBody>
      </p:sp>
      <p:pic>
        <p:nvPicPr>
          <p:cNvPr id="7" name="Picture 6" descr="A screenshot of a phone&#10;&#10;AI-generated content may be incorrect.">
            <a:extLst>
              <a:ext uri="{FF2B5EF4-FFF2-40B4-BE49-F238E27FC236}">
                <a16:creationId xmlns:a16="http://schemas.microsoft.com/office/drawing/2014/main" id="{89E8B0D9-262B-5181-529E-2382B971C632}"/>
              </a:ext>
            </a:extLst>
          </p:cNvPr>
          <p:cNvPicPr>
            <a:picLocks noChangeAspect="1"/>
          </p:cNvPicPr>
          <p:nvPr/>
        </p:nvPicPr>
        <p:blipFill>
          <a:blip r:embed="rId6"/>
          <a:stretch>
            <a:fillRect/>
          </a:stretch>
        </p:blipFill>
        <p:spPr>
          <a:xfrm>
            <a:off x="6836109" y="1209631"/>
            <a:ext cx="2294826" cy="4844206"/>
          </a:xfrm>
          <a:prstGeom prst="rect">
            <a:avLst/>
          </a:prstGeom>
        </p:spPr>
      </p:pic>
      <p:sp>
        <p:nvSpPr>
          <p:cNvPr id="8" name="TextBox 7">
            <a:extLst>
              <a:ext uri="{FF2B5EF4-FFF2-40B4-BE49-F238E27FC236}">
                <a16:creationId xmlns:a16="http://schemas.microsoft.com/office/drawing/2014/main" id="{FC0326B6-8244-C947-C078-E236946FC5B4}"/>
              </a:ext>
            </a:extLst>
          </p:cNvPr>
          <p:cNvSpPr txBox="1"/>
          <p:nvPr/>
        </p:nvSpPr>
        <p:spPr>
          <a:xfrm>
            <a:off x="7277449" y="821422"/>
            <a:ext cx="14051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New stack</a:t>
            </a:r>
            <a:endParaRPr lang="en-US"/>
          </a:p>
          <a:p>
            <a:pPr algn="ctr"/>
            <a:endParaRPr lang="en-US"/>
          </a:p>
        </p:txBody>
      </p:sp>
      <p:sp>
        <p:nvSpPr>
          <p:cNvPr id="9" name="TextBox 8">
            <a:extLst>
              <a:ext uri="{FF2B5EF4-FFF2-40B4-BE49-F238E27FC236}">
                <a16:creationId xmlns:a16="http://schemas.microsoft.com/office/drawing/2014/main" id="{FE7B9E3F-A0E0-8492-75B4-D377D42AB6F1}"/>
              </a:ext>
            </a:extLst>
          </p:cNvPr>
          <p:cNvSpPr txBox="1"/>
          <p:nvPr/>
        </p:nvSpPr>
        <p:spPr>
          <a:xfrm>
            <a:off x="9409650" y="814431"/>
            <a:ext cx="14051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Old stack</a:t>
            </a:r>
            <a:endParaRPr lang="en-US"/>
          </a:p>
          <a:p>
            <a:pPr algn="ctr"/>
            <a:endParaRPr lang="en-US"/>
          </a:p>
        </p:txBody>
      </p:sp>
      <p:pic>
        <p:nvPicPr>
          <p:cNvPr id="10" name="Picture 9" descr="A screenshot of a phone&#10;&#10;AI-generated content may be incorrect.">
            <a:extLst>
              <a:ext uri="{FF2B5EF4-FFF2-40B4-BE49-F238E27FC236}">
                <a16:creationId xmlns:a16="http://schemas.microsoft.com/office/drawing/2014/main" id="{D0ABEFD5-BC60-24C0-DA1F-9BE6C6244757}"/>
              </a:ext>
            </a:extLst>
          </p:cNvPr>
          <p:cNvPicPr>
            <a:picLocks noChangeAspect="1"/>
          </p:cNvPicPr>
          <p:nvPr/>
        </p:nvPicPr>
        <p:blipFill>
          <a:blip r:embed="rId7"/>
          <a:srcRect r="-457" b="15978"/>
          <a:stretch>
            <a:fillRect/>
          </a:stretch>
        </p:blipFill>
        <p:spPr>
          <a:xfrm>
            <a:off x="9459467" y="1209412"/>
            <a:ext cx="1543238" cy="4834159"/>
          </a:xfrm>
          <a:prstGeom prst="rect">
            <a:avLst/>
          </a:prstGeom>
        </p:spPr>
      </p:pic>
      <p:graphicFrame>
        <p:nvGraphicFramePr>
          <p:cNvPr id="13" name="Table 12">
            <a:extLst>
              <a:ext uri="{FF2B5EF4-FFF2-40B4-BE49-F238E27FC236}">
                <a16:creationId xmlns:a16="http://schemas.microsoft.com/office/drawing/2014/main" id="{E1155C7E-61BB-BBEF-E2AB-D2A9F0EBAE95}"/>
              </a:ext>
            </a:extLst>
          </p:cNvPr>
          <p:cNvGraphicFramePr>
            <a:graphicFrameLocks noGrp="1"/>
          </p:cNvGraphicFramePr>
          <p:nvPr>
            <p:extLst>
              <p:ext uri="{D42A27DB-BD31-4B8C-83A1-F6EECF244321}">
                <p14:modId xmlns:p14="http://schemas.microsoft.com/office/powerpoint/2010/main" val="2050846819"/>
              </p:ext>
            </p:extLst>
          </p:nvPr>
        </p:nvGraphicFramePr>
        <p:xfrm>
          <a:off x="679268" y="4789279"/>
          <a:ext cx="4410075" cy="1112520"/>
        </p:xfrm>
        <a:graphic>
          <a:graphicData uri="http://schemas.openxmlformats.org/drawingml/2006/table">
            <a:tbl>
              <a:tblPr firstRow="1" bandRow="1">
                <a:tableStyleId>{5C22544A-7EE6-4342-B048-85BDC9FD1C3A}</a:tableStyleId>
              </a:tblPr>
              <a:tblGrid>
                <a:gridCol w="1857375">
                  <a:extLst>
                    <a:ext uri="{9D8B030D-6E8A-4147-A177-3AD203B41FA5}">
                      <a16:colId xmlns:a16="http://schemas.microsoft.com/office/drawing/2014/main" val="4141433605"/>
                    </a:ext>
                  </a:extLst>
                </a:gridCol>
                <a:gridCol w="2552700">
                  <a:extLst>
                    <a:ext uri="{9D8B030D-6E8A-4147-A177-3AD203B41FA5}">
                      <a16:colId xmlns:a16="http://schemas.microsoft.com/office/drawing/2014/main" val="3853708922"/>
                    </a:ext>
                  </a:extLst>
                </a:gridCol>
              </a:tblGrid>
              <a:tr h="370840">
                <a:tc>
                  <a:txBody>
                    <a:bodyPr/>
                    <a:lstStyle/>
                    <a:p>
                      <a:r>
                        <a:rPr lang="en-US" sz="1600"/>
                        <a:t>Stack</a:t>
                      </a:r>
                    </a:p>
                  </a:txBody>
                  <a:tcPr/>
                </a:tc>
                <a:tc>
                  <a:txBody>
                    <a:bodyPr/>
                    <a:lstStyle/>
                    <a:p>
                      <a:pPr lvl="0">
                        <a:buNone/>
                      </a:pPr>
                      <a:r>
                        <a:rPr lang="en-US" sz="1600"/>
                        <a:t>Select support case</a:t>
                      </a:r>
                    </a:p>
                  </a:txBody>
                  <a:tcPr/>
                </a:tc>
                <a:extLst>
                  <a:ext uri="{0D108BD9-81ED-4DB2-BD59-A6C34878D82A}">
                    <a16:rowId xmlns:a16="http://schemas.microsoft.com/office/drawing/2014/main" val="967370687"/>
                  </a:ext>
                </a:extLst>
              </a:tr>
              <a:tr h="370840">
                <a:tc>
                  <a:txBody>
                    <a:bodyPr/>
                    <a:lstStyle/>
                    <a:p>
                      <a:r>
                        <a:rPr lang="en-US" sz="1600"/>
                        <a:t>Old stack</a:t>
                      </a:r>
                    </a:p>
                  </a:txBody>
                  <a:tcPr/>
                </a:tc>
                <a:tc>
                  <a:txBody>
                    <a:bodyPr/>
                    <a:lstStyle/>
                    <a:p>
                      <a:r>
                        <a:rPr lang="en-US" sz="1600"/>
                        <a:t>20%</a:t>
                      </a:r>
                    </a:p>
                  </a:txBody>
                  <a:tcPr/>
                </a:tc>
                <a:extLst>
                  <a:ext uri="{0D108BD9-81ED-4DB2-BD59-A6C34878D82A}">
                    <a16:rowId xmlns:a16="http://schemas.microsoft.com/office/drawing/2014/main" val="2555123568"/>
                  </a:ext>
                </a:extLst>
              </a:tr>
              <a:tr h="370840">
                <a:tc>
                  <a:txBody>
                    <a:bodyPr/>
                    <a:lstStyle/>
                    <a:p>
                      <a:r>
                        <a:rPr lang="en-US" sz="1600"/>
                        <a:t>New stack (LTC)</a:t>
                      </a:r>
                    </a:p>
                  </a:txBody>
                  <a:tcPr/>
                </a:tc>
                <a:tc>
                  <a:txBody>
                    <a:bodyPr/>
                    <a:lstStyle/>
                    <a:p>
                      <a:pPr lvl="0">
                        <a:buNone/>
                      </a:pPr>
                      <a:r>
                        <a:rPr lang="en-US" sz="1600"/>
                        <a:t>22% (target)</a:t>
                      </a:r>
                    </a:p>
                  </a:txBody>
                  <a:tcPr/>
                </a:tc>
                <a:extLst>
                  <a:ext uri="{0D108BD9-81ED-4DB2-BD59-A6C34878D82A}">
                    <a16:rowId xmlns:a16="http://schemas.microsoft.com/office/drawing/2014/main" val="312150390"/>
                  </a:ext>
                </a:extLst>
              </a:tr>
            </a:tbl>
          </a:graphicData>
        </a:graphic>
      </p:graphicFrame>
      <p:sp>
        <p:nvSpPr>
          <p:cNvPr id="5" name="TextBox 4">
            <a:extLst>
              <a:ext uri="{FF2B5EF4-FFF2-40B4-BE49-F238E27FC236}">
                <a16:creationId xmlns:a16="http://schemas.microsoft.com/office/drawing/2014/main" id="{7B91F5F5-38B1-30A7-FC6E-0CAB5844B25C}"/>
              </a:ext>
            </a:extLst>
          </p:cNvPr>
          <p:cNvSpPr txBox="1"/>
          <p:nvPr/>
        </p:nvSpPr>
        <p:spPr>
          <a:xfrm>
            <a:off x="6835422" y="6172200"/>
            <a:ext cx="439137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Aptos"/>
              </a:rPr>
              <a:t>Note for R4 customers will see high level category (not subcategory / supporting text underneath)</a:t>
            </a:r>
            <a:endParaRPr lang="en-US"/>
          </a:p>
          <a:p>
            <a:pPr algn="ctr"/>
            <a:endParaRPr lang="en-US"/>
          </a:p>
        </p:txBody>
      </p:sp>
    </p:spTree>
    <p:extLst>
      <p:ext uri="{BB962C8B-B14F-4D97-AF65-F5344CB8AC3E}">
        <p14:creationId xmlns:p14="http://schemas.microsoft.com/office/powerpoint/2010/main" val="209143328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B5871-6003-CA4E-7AEB-9FA1594FDC8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D0E81C-E675-3D73-6B9F-E07B7639FFDD}"/>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5794B9D1-5896-B9F8-C93A-013B9EEBB088}"/>
              </a:ext>
            </a:extLst>
          </p:cNvPr>
          <p:cNvSpPr>
            <a:spLocks noGrp="1"/>
          </p:cNvSpPr>
          <p:nvPr>
            <p:ph type="sldNum" sz="quarter" idx="12"/>
          </p:nvPr>
        </p:nvSpPr>
        <p:spPr/>
        <p:txBody>
          <a:bodyPr/>
          <a:lstStyle/>
          <a:p>
            <a:fld id="{F8A89D12-4F33-44AF-85FC-689FEAF79A41}" type="slidenum">
              <a:rPr lang="en-US" smtClean="0"/>
              <a:t>7</a:t>
            </a:fld>
            <a:endParaRPr lang="en-US"/>
          </a:p>
        </p:txBody>
      </p:sp>
      <p:sp>
        <p:nvSpPr>
          <p:cNvPr id="4" name="Title 3">
            <a:extLst>
              <a:ext uri="{FF2B5EF4-FFF2-40B4-BE49-F238E27FC236}">
                <a16:creationId xmlns:a16="http://schemas.microsoft.com/office/drawing/2014/main" id="{E8401013-5649-5D19-D687-FF5EE1D9C7D6}"/>
              </a:ext>
            </a:extLst>
          </p:cNvPr>
          <p:cNvSpPr>
            <a:spLocks noGrp="1"/>
          </p:cNvSpPr>
          <p:nvPr>
            <p:ph type="title"/>
          </p:nvPr>
        </p:nvSpPr>
        <p:spPr>
          <a:xfrm>
            <a:off x="552234" y="457200"/>
            <a:ext cx="4518235" cy="548640"/>
          </a:xfrm>
        </p:spPr>
        <p:txBody>
          <a:bodyPr>
            <a:noAutofit/>
          </a:bodyPr>
          <a:lstStyle/>
          <a:p>
            <a:r>
              <a:rPr lang="en-US" sz="3200">
                <a:ea typeface="+mj-lt"/>
                <a:cs typeface="+mj-lt"/>
              </a:rPr>
              <a:t>Filter simplification</a:t>
            </a:r>
            <a:endParaRPr lang="en-US"/>
          </a:p>
        </p:txBody>
      </p:sp>
      <p:sp>
        <p:nvSpPr>
          <p:cNvPr id="6" name="Content Placeholder 5">
            <a:extLst>
              <a:ext uri="{FF2B5EF4-FFF2-40B4-BE49-F238E27FC236}">
                <a16:creationId xmlns:a16="http://schemas.microsoft.com/office/drawing/2014/main" id="{2D10BCAA-65DB-4FC4-64BB-D7D5E4D244FA}"/>
              </a:ext>
            </a:extLst>
          </p:cNvPr>
          <p:cNvSpPr>
            <a:spLocks noGrp="1"/>
          </p:cNvSpPr>
          <p:nvPr>
            <p:ph sz="quarter" idx="14"/>
          </p:nvPr>
        </p:nvSpPr>
        <p:spPr>
          <a:xfrm>
            <a:off x="678191" y="1350053"/>
            <a:ext cx="4262802" cy="4617720"/>
          </a:xfrm>
        </p:spPr>
        <p:txBody>
          <a:bodyPr vert="horz" lIns="0" tIns="0" rIns="0" bIns="0" rtlCol="0" anchor="t">
            <a:noAutofit/>
          </a:bodyPr>
          <a:lstStyle/>
          <a:p>
            <a:pPr marL="0" indent="0">
              <a:buNone/>
            </a:pPr>
            <a:r>
              <a:rPr lang="en-US" sz="1400">
                <a:ea typeface="+mn-lt"/>
                <a:cs typeface="+mn-lt"/>
              </a:rPr>
              <a:t>Old stack had two competing filters that customers would need to switch between to sort their cases. This has been simplified so that users just have one category filter to sort on. </a:t>
            </a:r>
            <a:endParaRPr lang="en-US">
              <a:ea typeface="+mn-lt"/>
              <a:cs typeface="+mn-lt"/>
            </a:endParaRPr>
          </a:p>
          <a:p>
            <a:pPr marL="285750" indent="-285750">
              <a:buFont typeface="Calibri" panose="020B0604020202020204" pitchFamily="34" charset="0"/>
              <a:buChar char="-"/>
            </a:pPr>
            <a:r>
              <a:rPr lang="en-US" sz="1400">
                <a:ea typeface="+mn-lt"/>
                <a:cs typeface="+mn-lt"/>
              </a:rPr>
              <a:t>For ease of use, category filter is a 1:1 match to the category selections we provided to customers on case creation</a:t>
            </a:r>
            <a:endParaRPr lang="en-US" sz="1400"/>
          </a:p>
          <a:p>
            <a:pPr marL="0" indent="0">
              <a:buNone/>
            </a:pPr>
            <a:r>
              <a:rPr lang="en-US" sz="1400">
                <a:ea typeface="+mn-lt"/>
                <a:cs typeface="+mn-lt"/>
                <a:hlinkClick r:id="rId3"/>
              </a:rPr>
              <a:t>See mapping logic here</a:t>
            </a:r>
            <a:r>
              <a:rPr lang="en-US" sz="1400">
                <a:ea typeface="+mn-lt"/>
                <a:cs typeface="+mn-lt"/>
              </a:rPr>
              <a:t> </a:t>
            </a:r>
          </a:p>
          <a:p>
            <a:pPr marL="0" indent="0">
              <a:buNone/>
            </a:pPr>
            <a:endParaRPr lang="en-US" sz="1400"/>
          </a:p>
          <a:p>
            <a:pPr marL="0" indent="0">
              <a:buNone/>
            </a:pPr>
            <a:endParaRPr lang="en-US" sz="1400"/>
          </a:p>
          <a:p>
            <a:pPr marL="0" indent="0">
              <a:buNone/>
            </a:pPr>
            <a:r>
              <a:rPr lang="en-US" sz="1400"/>
              <a:t>Measuring success:</a:t>
            </a:r>
          </a:p>
          <a:p>
            <a:pPr marL="0" indent="0">
              <a:buNone/>
            </a:pPr>
            <a:r>
              <a:rPr lang="en-US" sz="1400"/>
              <a:t>A 5% improvement on percentage of customers who select a support case after interacting with our filters (looking into how this is tracked today for baseline)</a:t>
            </a:r>
            <a:endParaRPr lang="en-US"/>
          </a:p>
          <a:p>
            <a:pPr marL="0" indent="0">
              <a:buNone/>
            </a:pPr>
            <a:endParaRPr lang="en-US" sz="1400"/>
          </a:p>
        </p:txBody>
      </p:sp>
      <p:sp>
        <p:nvSpPr>
          <p:cNvPr id="8" name="TextBox 7">
            <a:extLst>
              <a:ext uri="{FF2B5EF4-FFF2-40B4-BE49-F238E27FC236}">
                <a16:creationId xmlns:a16="http://schemas.microsoft.com/office/drawing/2014/main" id="{4FC13C47-FEA6-7E6E-9086-D524067D2A2B}"/>
              </a:ext>
            </a:extLst>
          </p:cNvPr>
          <p:cNvSpPr txBox="1"/>
          <p:nvPr/>
        </p:nvSpPr>
        <p:spPr>
          <a:xfrm>
            <a:off x="7053743" y="1059110"/>
            <a:ext cx="14051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New stack</a:t>
            </a:r>
            <a:endParaRPr lang="en-US"/>
          </a:p>
          <a:p>
            <a:pPr algn="ctr"/>
            <a:endParaRPr lang="en-US"/>
          </a:p>
        </p:txBody>
      </p:sp>
      <p:sp>
        <p:nvSpPr>
          <p:cNvPr id="9" name="TextBox 8">
            <a:extLst>
              <a:ext uri="{FF2B5EF4-FFF2-40B4-BE49-F238E27FC236}">
                <a16:creationId xmlns:a16="http://schemas.microsoft.com/office/drawing/2014/main" id="{400DBBA0-0A48-1C20-3A10-9FD3B80CEC89}"/>
              </a:ext>
            </a:extLst>
          </p:cNvPr>
          <p:cNvSpPr txBox="1"/>
          <p:nvPr/>
        </p:nvSpPr>
        <p:spPr>
          <a:xfrm>
            <a:off x="7053742" y="4267899"/>
            <a:ext cx="14051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Old stack</a:t>
            </a:r>
            <a:endParaRPr lang="en-US"/>
          </a:p>
          <a:p>
            <a:pPr algn="ctr"/>
            <a:endParaRPr lang="en-US"/>
          </a:p>
        </p:txBody>
      </p:sp>
      <p:pic>
        <p:nvPicPr>
          <p:cNvPr id="5" name="Picture 4" descr="A screenshot of a computer screen&#10;&#10;AI-generated content may be incorrect.">
            <a:extLst>
              <a:ext uri="{FF2B5EF4-FFF2-40B4-BE49-F238E27FC236}">
                <a16:creationId xmlns:a16="http://schemas.microsoft.com/office/drawing/2014/main" id="{3C9380DC-F7E2-3459-2947-B0875D714199}"/>
              </a:ext>
            </a:extLst>
          </p:cNvPr>
          <p:cNvPicPr>
            <a:picLocks noChangeAspect="1"/>
          </p:cNvPicPr>
          <p:nvPr/>
        </p:nvPicPr>
        <p:blipFill>
          <a:blip r:embed="rId4"/>
          <a:srcRect l="66" t="187" r="7339" b="265"/>
          <a:stretch>
            <a:fillRect/>
          </a:stretch>
        </p:blipFill>
        <p:spPr>
          <a:xfrm>
            <a:off x="7053743" y="1352725"/>
            <a:ext cx="4939022" cy="2626517"/>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E75D016B-E5C6-E0D6-66DE-9DE6FBF425A4}"/>
              </a:ext>
            </a:extLst>
          </p:cNvPr>
          <p:cNvPicPr>
            <a:picLocks noChangeAspect="1"/>
          </p:cNvPicPr>
          <p:nvPr/>
        </p:nvPicPr>
        <p:blipFill>
          <a:blip r:embed="rId5"/>
          <a:srcRect l="1820" t="33871" r="14860" b="402"/>
          <a:stretch>
            <a:fillRect/>
          </a:stretch>
        </p:blipFill>
        <p:spPr>
          <a:xfrm>
            <a:off x="7113515" y="4557057"/>
            <a:ext cx="4529491" cy="1172909"/>
          </a:xfrm>
          <a:prstGeom prst="rect">
            <a:avLst/>
          </a:prstGeom>
        </p:spPr>
      </p:pic>
      <p:graphicFrame>
        <p:nvGraphicFramePr>
          <p:cNvPr id="13" name="Table 12">
            <a:extLst>
              <a:ext uri="{FF2B5EF4-FFF2-40B4-BE49-F238E27FC236}">
                <a16:creationId xmlns:a16="http://schemas.microsoft.com/office/drawing/2014/main" id="{5A7DA845-0434-210A-810B-166B75FCA1B0}"/>
              </a:ext>
            </a:extLst>
          </p:cNvPr>
          <p:cNvGraphicFramePr>
            <a:graphicFrameLocks noGrp="1"/>
          </p:cNvGraphicFramePr>
          <p:nvPr>
            <p:extLst>
              <p:ext uri="{D42A27DB-BD31-4B8C-83A1-F6EECF244321}">
                <p14:modId xmlns:p14="http://schemas.microsoft.com/office/powerpoint/2010/main" val="1287943374"/>
              </p:ext>
            </p:extLst>
          </p:nvPr>
        </p:nvGraphicFramePr>
        <p:xfrm>
          <a:off x="679268" y="4936917"/>
          <a:ext cx="4410075" cy="1112520"/>
        </p:xfrm>
        <a:graphic>
          <a:graphicData uri="http://schemas.openxmlformats.org/drawingml/2006/table">
            <a:tbl>
              <a:tblPr firstRow="1" bandRow="1">
                <a:tableStyleId>{5C22544A-7EE6-4342-B048-85BDC9FD1C3A}</a:tableStyleId>
              </a:tblPr>
              <a:tblGrid>
                <a:gridCol w="1857375">
                  <a:extLst>
                    <a:ext uri="{9D8B030D-6E8A-4147-A177-3AD203B41FA5}">
                      <a16:colId xmlns:a16="http://schemas.microsoft.com/office/drawing/2014/main" val="4141433605"/>
                    </a:ext>
                  </a:extLst>
                </a:gridCol>
                <a:gridCol w="2552700">
                  <a:extLst>
                    <a:ext uri="{9D8B030D-6E8A-4147-A177-3AD203B41FA5}">
                      <a16:colId xmlns:a16="http://schemas.microsoft.com/office/drawing/2014/main" val="3853708922"/>
                    </a:ext>
                  </a:extLst>
                </a:gridCol>
              </a:tblGrid>
              <a:tr h="370840">
                <a:tc>
                  <a:txBody>
                    <a:bodyPr/>
                    <a:lstStyle/>
                    <a:p>
                      <a:r>
                        <a:rPr lang="en-US" sz="1600"/>
                        <a:t>Stack</a:t>
                      </a:r>
                    </a:p>
                  </a:txBody>
                  <a:tcPr/>
                </a:tc>
                <a:tc>
                  <a:txBody>
                    <a:bodyPr/>
                    <a:lstStyle/>
                    <a:p>
                      <a:pPr lvl="0">
                        <a:buNone/>
                      </a:pPr>
                      <a:r>
                        <a:rPr lang="en-US" sz="1600"/>
                        <a:t>Select support case</a:t>
                      </a:r>
                    </a:p>
                  </a:txBody>
                  <a:tcPr/>
                </a:tc>
                <a:extLst>
                  <a:ext uri="{0D108BD9-81ED-4DB2-BD59-A6C34878D82A}">
                    <a16:rowId xmlns:a16="http://schemas.microsoft.com/office/drawing/2014/main" val="967370687"/>
                  </a:ext>
                </a:extLst>
              </a:tr>
              <a:tr h="370840">
                <a:tc>
                  <a:txBody>
                    <a:bodyPr/>
                    <a:lstStyle/>
                    <a:p>
                      <a:r>
                        <a:rPr lang="en-US" sz="1600"/>
                        <a:t>Old stack</a:t>
                      </a:r>
                    </a:p>
                  </a:txBody>
                  <a:tcPr/>
                </a:tc>
                <a:tc>
                  <a:txBody>
                    <a:bodyPr/>
                    <a:lstStyle/>
                    <a:p>
                      <a:r>
                        <a:rPr lang="en-US" sz="1600"/>
                        <a:t>35%</a:t>
                      </a:r>
                    </a:p>
                  </a:txBody>
                  <a:tcPr/>
                </a:tc>
                <a:extLst>
                  <a:ext uri="{0D108BD9-81ED-4DB2-BD59-A6C34878D82A}">
                    <a16:rowId xmlns:a16="http://schemas.microsoft.com/office/drawing/2014/main" val="2555123568"/>
                  </a:ext>
                </a:extLst>
              </a:tr>
              <a:tr h="370840">
                <a:tc>
                  <a:txBody>
                    <a:bodyPr/>
                    <a:lstStyle/>
                    <a:p>
                      <a:r>
                        <a:rPr lang="en-US" sz="1600"/>
                        <a:t>New stack (LTC)</a:t>
                      </a:r>
                    </a:p>
                  </a:txBody>
                  <a:tcPr/>
                </a:tc>
                <a:tc>
                  <a:txBody>
                    <a:bodyPr/>
                    <a:lstStyle/>
                    <a:p>
                      <a:pPr lvl="0">
                        <a:buNone/>
                      </a:pPr>
                      <a:r>
                        <a:rPr lang="en-US" sz="1600"/>
                        <a:t>37% (target)</a:t>
                      </a:r>
                    </a:p>
                  </a:txBody>
                  <a:tcPr/>
                </a:tc>
                <a:extLst>
                  <a:ext uri="{0D108BD9-81ED-4DB2-BD59-A6C34878D82A}">
                    <a16:rowId xmlns:a16="http://schemas.microsoft.com/office/drawing/2014/main" val="312150390"/>
                  </a:ext>
                </a:extLst>
              </a:tr>
            </a:tbl>
          </a:graphicData>
        </a:graphic>
      </p:graphicFrame>
      <p:sp>
        <p:nvSpPr>
          <p:cNvPr id="10" name="Rectangle 9">
            <a:extLst>
              <a:ext uri="{FF2B5EF4-FFF2-40B4-BE49-F238E27FC236}">
                <a16:creationId xmlns:a16="http://schemas.microsoft.com/office/drawing/2014/main" id="{7DA7B922-9E66-6896-C67D-04E292C15248}"/>
              </a:ext>
            </a:extLst>
          </p:cNvPr>
          <p:cNvSpPr/>
          <p:nvPr/>
        </p:nvSpPr>
        <p:spPr>
          <a:xfrm>
            <a:off x="9988320" y="3216955"/>
            <a:ext cx="1162505" cy="531587"/>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51D018-DF56-711C-AD39-D9DF4D90FEA7}"/>
              </a:ext>
            </a:extLst>
          </p:cNvPr>
          <p:cNvSpPr/>
          <p:nvPr/>
        </p:nvSpPr>
        <p:spPr>
          <a:xfrm>
            <a:off x="10097176" y="5303382"/>
            <a:ext cx="1543504" cy="4408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1115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EE196-9EF5-392D-0CD9-1A3B2BA8D80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A03564-1BDE-C474-D5D0-60B6A8753870}"/>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08D2A1A2-5B1E-62A3-2AA0-133908CE7CFE}"/>
              </a:ext>
            </a:extLst>
          </p:cNvPr>
          <p:cNvSpPr>
            <a:spLocks noGrp="1"/>
          </p:cNvSpPr>
          <p:nvPr>
            <p:ph type="sldNum" sz="quarter" idx="12"/>
          </p:nvPr>
        </p:nvSpPr>
        <p:spPr/>
        <p:txBody>
          <a:bodyPr/>
          <a:lstStyle/>
          <a:p>
            <a:fld id="{F8A89D12-4F33-44AF-85FC-689FEAF79A41}" type="slidenum">
              <a:rPr lang="en-US" smtClean="0"/>
              <a:t>8</a:t>
            </a:fld>
            <a:endParaRPr lang="en-US"/>
          </a:p>
        </p:txBody>
      </p:sp>
      <p:sp>
        <p:nvSpPr>
          <p:cNvPr id="4" name="Title 3">
            <a:extLst>
              <a:ext uri="{FF2B5EF4-FFF2-40B4-BE49-F238E27FC236}">
                <a16:creationId xmlns:a16="http://schemas.microsoft.com/office/drawing/2014/main" id="{F9A2F702-B26A-CC59-CC4F-0BE8F467F1D1}"/>
              </a:ext>
            </a:extLst>
          </p:cNvPr>
          <p:cNvSpPr>
            <a:spLocks noGrp="1"/>
          </p:cNvSpPr>
          <p:nvPr>
            <p:ph type="title"/>
          </p:nvPr>
        </p:nvSpPr>
        <p:spPr>
          <a:xfrm>
            <a:off x="552234" y="457200"/>
            <a:ext cx="4518235" cy="548640"/>
          </a:xfrm>
        </p:spPr>
        <p:txBody>
          <a:bodyPr>
            <a:noAutofit/>
          </a:bodyPr>
          <a:lstStyle/>
          <a:p>
            <a:r>
              <a:rPr lang="en-US" sz="3200">
                <a:ea typeface="+mj-lt"/>
                <a:cs typeface="+mj-lt"/>
              </a:rPr>
              <a:t>Subject line provides details on case(no longer generic)</a:t>
            </a:r>
            <a:endParaRPr lang="en-US"/>
          </a:p>
        </p:txBody>
      </p:sp>
      <p:sp>
        <p:nvSpPr>
          <p:cNvPr id="6" name="Content Placeholder 5">
            <a:extLst>
              <a:ext uri="{FF2B5EF4-FFF2-40B4-BE49-F238E27FC236}">
                <a16:creationId xmlns:a16="http://schemas.microsoft.com/office/drawing/2014/main" id="{36D28538-EF97-4906-A842-849CEE6C6252}"/>
              </a:ext>
            </a:extLst>
          </p:cNvPr>
          <p:cNvSpPr>
            <a:spLocks noGrp="1"/>
          </p:cNvSpPr>
          <p:nvPr>
            <p:ph sz="quarter" idx="14"/>
          </p:nvPr>
        </p:nvSpPr>
        <p:spPr>
          <a:xfrm>
            <a:off x="639003" y="2192548"/>
            <a:ext cx="4192894" cy="2374464"/>
          </a:xfrm>
        </p:spPr>
        <p:txBody>
          <a:bodyPr vert="horz" lIns="0" tIns="0" rIns="0" bIns="0" rtlCol="0" anchor="t">
            <a:noAutofit/>
          </a:bodyPr>
          <a:lstStyle/>
          <a:p>
            <a:pPr marL="0" indent="0">
              <a:buNone/>
            </a:pPr>
            <a:r>
              <a:rPr lang="en-US" sz="1400">
                <a:ea typeface="+mn-lt"/>
                <a:cs typeface="+mn-lt"/>
              </a:rPr>
              <a:t>In the old stack subject lines were generic and missing key details, making it hard to understand what the case was about. </a:t>
            </a:r>
            <a:r>
              <a:rPr lang="en-US" sz="1400">
                <a:ea typeface="+mn-lt"/>
                <a:cs typeface="+mn-lt"/>
                <a:hlinkClick r:id="rId3"/>
              </a:rPr>
              <a:t>See mapping logic here</a:t>
            </a:r>
            <a:r>
              <a:rPr lang="en-US" sz="1400">
                <a:ea typeface="+mn-lt"/>
                <a:cs typeface="+mn-lt"/>
              </a:rPr>
              <a:t> </a:t>
            </a:r>
          </a:p>
          <a:p>
            <a:pPr marL="0" indent="0">
              <a:buNone/>
            </a:pPr>
            <a:endParaRPr lang="en-US" sz="1400"/>
          </a:p>
          <a:p>
            <a:pPr marL="285750" indent="-285750">
              <a:buFont typeface="Calibri" panose="020B0604020202020204" pitchFamily="34" charset="0"/>
              <a:buChar char="-"/>
            </a:pPr>
            <a:r>
              <a:rPr lang="en-US" sz="1400"/>
              <a:t>For case submitted in portal subject line will contain [Product category] + [Product Sub-Category] + [Specific Case Type]</a:t>
            </a:r>
          </a:p>
          <a:p>
            <a:pPr marL="285750" indent="-285750">
              <a:buFont typeface="Calibri" panose="020B0604020202020204" pitchFamily="34" charset="0"/>
              <a:buChar char="-"/>
            </a:pPr>
            <a:r>
              <a:rPr lang="en-US" sz="1400"/>
              <a:t>For case submitted outside the portal ECP will use the SFDC subject line</a:t>
            </a:r>
          </a:p>
          <a:p>
            <a:pPr marL="285750" indent="-285750">
              <a:buFont typeface="Calibri" panose="020B0604020202020204" pitchFamily="34" charset="0"/>
              <a:buChar char="-"/>
            </a:pPr>
            <a:endParaRPr lang="en-US" sz="1400"/>
          </a:p>
          <a:p>
            <a:pPr marL="285750" indent="-285750">
              <a:buFont typeface="Calibri" panose="020B0604020202020204" pitchFamily="34" charset="0"/>
              <a:buChar char="-"/>
            </a:pPr>
            <a:endParaRPr lang="en-US" sz="1400"/>
          </a:p>
          <a:p>
            <a:pPr marL="0" indent="0">
              <a:buNone/>
            </a:pPr>
            <a:endParaRPr lang="en-US" sz="1400"/>
          </a:p>
          <a:p>
            <a:pPr marL="0" indent="0">
              <a:buNone/>
            </a:pPr>
            <a:endParaRPr lang="en-US" sz="1400"/>
          </a:p>
          <a:p>
            <a:pPr marL="0" indent="0">
              <a:buNone/>
            </a:pPr>
            <a:endParaRPr lang="en-US" sz="1400"/>
          </a:p>
          <a:p>
            <a:pPr marL="0" indent="0">
              <a:buNone/>
            </a:pPr>
            <a:endParaRPr lang="en-US" sz="1400"/>
          </a:p>
          <a:p>
            <a:pPr marL="0" indent="0">
              <a:buNone/>
            </a:pPr>
            <a:endParaRPr lang="en-US" sz="1400"/>
          </a:p>
          <a:p>
            <a:pPr marL="0" indent="0">
              <a:buNone/>
            </a:pPr>
            <a:endParaRPr lang="en-US" sz="1400"/>
          </a:p>
          <a:p>
            <a:pPr marL="0" indent="0">
              <a:buNone/>
            </a:pPr>
            <a:endParaRPr lang="en-US" sz="1400"/>
          </a:p>
          <a:p>
            <a:pPr marL="0" indent="0">
              <a:buNone/>
            </a:pPr>
            <a:endParaRPr lang="en-US" sz="1400"/>
          </a:p>
        </p:txBody>
      </p:sp>
      <p:sp>
        <p:nvSpPr>
          <p:cNvPr id="8" name="TextBox 7">
            <a:extLst>
              <a:ext uri="{FF2B5EF4-FFF2-40B4-BE49-F238E27FC236}">
                <a16:creationId xmlns:a16="http://schemas.microsoft.com/office/drawing/2014/main" id="{D3A3618E-432C-9897-73F3-41294D3103EB}"/>
              </a:ext>
            </a:extLst>
          </p:cNvPr>
          <p:cNvSpPr txBox="1"/>
          <p:nvPr/>
        </p:nvSpPr>
        <p:spPr>
          <a:xfrm>
            <a:off x="5838137" y="2859907"/>
            <a:ext cx="1405156"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Old stack</a:t>
            </a:r>
            <a:endParaRPr lang="en-US" sz="1400"/>
          </a:p>
          <a:p>
            <a:endParaRPr lang="en-US" sz="1400" b="1"/>
          </a:p>
          <a:p>
            <a:pPr algn="ctr"/>
            <a:endParaRPr lang="en-US"/>
          </a:p>
        </p:txBody>
      </p:sp>
      <p:sp>
        <p:nvSpPr>
          <p:cNvPr id="12" name="TextBox 11">
            <a:extLst>
              <a:ext uri="{FF2B5EF4-FFF2-40B4-BE49-F238E27FC236}">
                <a16:creationId xmlns:a16="http://schemas.microsoft.com/office/drawing/2014/main" id="{D2EF5A03-FA0B-9CF3-FE24-F2A76D0548CA}"/>
              </a:ext>
            </a:extLst>
          </p:cNvPr>
          <p:cNvSpPr txBox="1"/>
          <p:nvPr/>
        </p:nvSpPr>
        <p:spPr>
          <a:xfrm>
            <a:off x="5894742" y="4174541"/>
            <a:ext cx="269402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New stack</a:t>
            </a:r>
            <a:endParaRPr lang="en-US"/>
          </a:p>
        </p:txBody>
      </p:sp>
      <p:sp>
        <p:nvSpPr>
          <p:cNvPr id="5" name="TextBox 4">
            <a:extLst>
              <a:ext uri="{FF2B5EF4-FFF2-40B4-BE49-F238E27FC236}">
                <a16:creationId xmlns:a16="http://schemas.microsoft.com/office/drawing/2014/main" id="{0156AA8F-F27A-FEB1-E480-79013D892163}"/>
              </a:ext>
            </a:extLst>
          </p:cNvPr>
          <p:cNvSpPr txBox="1"/>
          <p:nvPr/>
        </p:nvSpPr>
        <p:spPr>
          <a:xfrm>
            <a:off x="5895702" y="5231674"/>
            <a:ext cx="6096000"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ea typeface="Segoe UI"/>
                <a:cs typeface="Segoe UI"/>
              </a:rPr>
              <a:t>More examples from new stack</a:t>
            </a:r>
          </a:p>
          <a:p>
            <a:r>
              <a:rPr lang="en-US" sz="1400">
                <a:latin typeface="Segoe UI"/>
                <a:ea typeface="Segoe UI"/>
                <a:cs typeface="Segoe UI"/>
              </a:rPr>
              <a:t>Fabric</a:t>
            </a:r>
            <a:r>
              <a:rPr lang="en-US" sz="1400" i="0">
                <a:latin typeface="Segoe UI"/>
                <a:ea typeface="Segoe UI"/>
                <a:cs typeface="Segoe UI"/>
              </a:rPr>
              <a:t> – Ports: Provisioning &amp; Deprovisioning</a:t>
            </a:r>
            <a:endParaRPr lang="en-US" sz="1400"/>
          </a:p>
          <a:p>
            <a:r>
              <a:rPr lang="en-US" sz="1400" i="0">
                <a:latin typeface="Segoe UI"/>
                <a:ea typeface="Segoe UI"/>
                <a:cs typeface="Segoe UI"/>
              </a:rPr>
              <a:t>Precision Time – Services: Configuration Change</a:t>
            </a:r>
          </a:p>
          <a:p>
            <a:r>
              <a:rPr lang="en-US" sz="1400" i="0">
                <a:latin typeface="Segoe UI"/>
                <a:ea typeface="Segoe UI"/>
                <a:cs typeface="Segoe UI"/>
              </a:rPr>
              <a:t>Colocation – Remote Hands: Installation Assistance</a:t>
            </a:r>
          </a:p>
          <a:p>
            <a:endParaRPr lang="en-US" b="0" i="0">
              <a:latin typeface="Segoe UI"/>
              <a:ea typeface="Segoe UI"/>
              <a:cs typeface="Segoe UI"/>
            </a:endParaRPr>
          </a:p>
          <a:p>
            <a:pPr algn="ctr"/>
            <a:endParaRPr lang="en-US"/>
          </a:p>
        </p:txBody>
      </p:sp>
      <p:pic>
        <p:nvPicPr>
          <p:cNvPr id="11" name="Picture 10" descr="A blue sign with white text&#10;&#10;AI-generated content may be incorrect.">
            <a:extLst>
              <a:ext uri="{FF2B5EF4-FFF2-40B4-BE49-F238E27FC236}">
                <a16:creationId xmlns:a16="http://schemas.microsoft.com/office/drawing/2014/main" id="{A16E7E55-4FFC-AE50-1C0B-479F0FC98907}"/>
              </a:ext>
            </a:extLst>
          </p:cNvPr>
          <p:cNvPicPr>
            <a:picLocks noChangeAspect="1"/>
          </p:cNvPicPr>
          <p:nvPr/>
        </p:nvPicPr>
        <p:blipFill>
          <a:blip r:embed="rId4"/>
          <a:stretch>
            <a:fillRect/>
          </a:stretch>
        </p:blipFill>
        <p:spPr>
          <a:xfrm>
            <a:off x="5910943" y="4480016"/>
            <a:ext cx="6217920" cy="384266"/>
          </a:xfrm>
          <a:prstGeom prst="rect">
            <a:avLst/>
          </a:prstGeom>
        </p:spPr>
      </p:pic>
      <p:pic>
        <p:nvPicPr>
          <p:cNvPr id="13" name="Picture 12" descr="A blue square with white text&#10;&#10;AI-generated content may be incorrect.">
            <a:extLst>
              <a:ext uri="{FF2B5EF4-FFF2-40B4-BE49-F238E27FC236}">
                <a16:creationId xmlns:a16="http://schemas.microsoft.com/office/drawing/2014/main" id="{4D770CC1-E4D6-AF68-54E7-7B4644443F6A}"/>
              </a:ext>
            </a:extLst>
          </p:cNvPr>
          <p:cNvPicPr>
            <a:picLocks noChangeAspect="1"/>
          </p:cNvPicPr>
          <p:nvPr/>
        </p:nvPicPr>
        <p:blipFill>
          <a:blip r:embed="rId5"/>
          <a:stretch>
            <a:fillRect/>
          </a:stretch>
        </p:blipFill>
        <p:spPr>
          <a:xfrm>
            <a:off x="5896249" y="3167472"/>
            <a:ext cx="6225540" cy="375012"/>
          </a:xfrm>
          <a:prstGeom prst="rect">
            <a:avLst/>
          </a:prstGeom>
        </p:spPr>
      </p:pic>
      <p:sp>
        <p:nvSpPr>
          <p:cNvPr id="14" name="TextBox 13">
            <a:extLst>
              <a:ext uri="{FF2B5EF4-FFF2-40B4-BE49-F238E27FC236}">
                <a16:creationId xmlns:a16="http://schemas.microsoft.com/office/drawing/2014/main" id="{8135A53A-AE83-3656-6BFC-228586FC280F}"/>
              </a:ext>
            </a:extLst>
          </p:cNvPr>
          <p:cNvSpPr txBox="1"/>
          <p:nvPr/>
        </p:nvSpPr>
        <p:spPr>
          <a:xfrm>
            <a:off x="5839096" y="2170612"/>
            <a:ext cx="4798424" cy="8704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rPr>
              <a:t>What subject line looks like for a case submitted for IBX environment &gt; water leak:</a:t>
            </a:r>
            <a:endParaRPr lang="en-US" sz="1600"/>
          </a:p>
          <a:p>
            <a:pPr algn="ctr"/>
            <a:endParaRPr lang="en-US"/>
          </a:p>
        </p:txBody>
      </p:sp>
      <p:pic>
        <p:nvPicPr>
          <p:cNvPr id="16" name="Picture 15" descr="A close-up of a white background&#10;&#10;AI-generated content may be incorrect.">
            <a:extLst>
              <a:ext uri="{FF2B5EF4-FFF2-40B4-BE49-F238E27FC236}">
                <a16:creationId xmlns:a16="http://schemas.microsoft.com/office/drawing/2014/main" id="{04DAC818-0E28-15EE-DDBE-3FA2D711FE35}"/>
              </a:ext>
            </a:extLst>
          </p:cNvPr>
          <p:cNvPicPr>
            <a:picLocks noChangeAspect="1"/>
          </p:cNvPicPr>
          <p:nvPr/>
        </p:nvPicPr>
        <p:blipFill>
          <a:blip r:embed="rId6"/>
          <a:stretch>
            <a:fillRect/>
          </a:stretch>
        </p:blipFill>
        <p:spPr>
          <a:xfrm>
            <a:off x="863236" y="5631859"/>
            <a:ext cx="4121333" cy="1085034"/>
          </a:xfrm>
          <a:prstGeom prst="rect">
            <a:avLst/>
          </a:prstGeom>
        </p:spPr>
      </p:pic>
      <p:sp>
        <p:nvSpPr>
          <p:cNvPr id="17" name="TextBox 16">
            <a:extLst>
              <a:ext uri="{FF2B5EF4-FFF2-40B4-BE49-F238E27FC236}">
                <a16:creationId xmlns:a16="http://schemas.microsoft.com/office/drawing/2014/main" id="{F7F33901-45D2-AA8B-DAA1-756A5389A430}"/>
              </a:ext>
            </a:extLst>
          </p:cNvPr>
          <p:cNvSpPr txBox="1"/>
          <p:nvPr/>
        </p:nvSpPr>
        <p:spPr>
          <a:xfrm>
            <a:off x="748937" y="4565469"/>
            <a:ext cx="4772298"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b="1">
                <a:latin typeface="Aptos"/>
                <a:ea typeface="Segoe UI"/>
                <a:cs typeface="Segoe UI"/>
              </a:rPr>
              <a:t>Measuring success:</a:t>
            </a:r>
            <a:r>
              <a:rPr lang="en-US" sz="1400">
                <a:latin typeface="Aptos"/>
                <a:ea typeface="Segoe UI"/>
                <a:cs typeface="Segoe UI"/>
              </a:rPr>
              <a:t>​​</a:t>
            </a:r>
          </a:p>
          <a:p>
            <a:r>
              <a:rPr lang="en-US" sz="1200">
                <a:latin typeface="Aptos"/>
                <a:ea typeface="Segoe UI"/>
                <a:cs typeface="Segoe UI"/>
              </a:rPr>
              <a:t>This is a small incremental change. ​​Will look for decrease in Navigation / UI Complexity feedback from LTC customers. Currently 35% of CSAT case submission responses mention this theme.​​</a:t>
            </a:r>
          </a:p>
          <a:p>
            <a:pPr algn="ctr"/>
            <a:endParaRPr lang="en-US"/>
          </a:p>
        </p:txBody>
      </p:sp>
    </p:spTree>
    <p:extLst>
      <p:ext uri="{BB962C8B-B14F-4D97-AF65-F5344CB8AC3E}">
        <p14:creationId xmlns:p14="http://schemas.microsoft.com/office/powerpoint/2010/main" val="565198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435F7-174C-30A2-8E96-6E183686C75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08F4B0B-C07D-84AF-D37A-C50176190AC6}"/>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B0384A65-B8C9-03D9-DDB7-EBCE6D033406}"/>
              </a:ext>
            </a:extLst>
          </p:cNvPr>
          <p:cNvSpPr>
            <a:spLocks noGrp="1"/>
          </p:cNvSpPr>
          <p:nvPr>
            <p:ph type="sldNum" sz="quarter" idx="12"/>
          </p:nvPr>
        </p:nvSpPr>
        <p:spPr/>
        <p:txBody>
          <a:bodyPr/>
          <a:lstStyle/>
          <a:p>
            <a:fld id="{F8A89D12-4F33-44AF-85FC-689FEAF79A41}" type="slidenum">
              <a:rPr lang="en-US" smtClean="0"/>
              <a:t>9</a:t>
            </a:fld>
            <a:endParaRPr lang="en-US"/>
          </a:p>
        </p:txBody>
      </p:sp>
      <p:sp>
        <p:nvSpPr>
          <p:cNvPr id="4" name="Title 3">
            <a:extLst>
              <a:ext uri="{FF2B5EF4-FFF2-40B4-BE49-F238E27FC236}">
                <a16:creationId xmlns:a16="http://schemas.microsoft.com/office/drawing/2014/main" id="{8C78A16A-69D6-F0AC-73FB-D722737FFF1D}"/>
              </a:ext>
            </a:extLst>
          </p:cNvPr>
          <p:cNvSpPr>
            <a:spLocks noGrp="1"/>
          </p:cNvSpPr>
          <p:nvPr>
            <p:ph type="title"/>
          </p:nvPr>
        </p:nvSpPr>
        <p:spPr>
          <a:xfrm>
            <a:off x="552234" y="457200"/>
            <a:ext cx="4518235" cy="548640"/>
          </a:xfrm>
        </p:spPr>
        <p:txBody>
          <a:bodyPr>
            <a:noAutofit/>
          </a:bodyPr>
          <a:lstStyle/>
          <a:p>
            <a:r>
              <a:rPr lang="en-US" sz="3200">
                <a:ea typeface="+mj-lt"/>
                <a:cs typeface="+mj-lt"/>
              </a:rPr>
              <a:t>More case details mapped to fields vs concatenated</a:t>
            </a:r>
            <a:endParaRPr lang="en-US">
              <a:ea typeface="+mj-lt"/>
              <a:cs typeface="+mj-lt"/>
            </a:endParaRPr>
          </a:p>
        </p:txBody>
      </p:sp>
      <p:sp>
        <p:nvSpPr>
          <p:cNvPr id="6" name="Content Placeholder 5">
            <a:extLst>
              <a:ext uri="{FF2B5EF4-FFF2-40B4-BE49-F238E27FC236}">
                <a16:creationId xmlns:a16="http://schemas.microsoft.com/office/drawing/2014/main" id="{BDC66F09-A14A-08F1-34D0-AB0FFBEE914C}"/>
              </a:ext>
            </a:extLst>
          </p:cNvPr>
          <p:cNvSpPr>
            <a:spLocks noGrp="1"/>
          </p:cNvSpPr>
          <p:nvPr>
            <p:ph sz="quarter" idx="14"/>
          </p:nvPr>
        </p:nvSpPr>
        <p:spPr>
          <a:xfrm>
            <a:off x="678191" y="1725023"/>
            <a:ext cx="4286614" cy="1117283"/>
          </a:xfrm>
        </p:spPr>
        <p:txBody>
          <a:bodyPr vert="horz" lIns="0" tIns="0" rIns="0" bIns="0" rtlCol="0" anchor="t">
            <a:noAutofit/>
          </a:bodyPr>
          <a:lstStyle/>
          <a:p>
            <a:pPr marL="0" indent="0">
              <a:buNone/>
            </a:pPr>
            <a:r>
              <a:rPr lang="en-US" sz="1400">
                <a:ea typeface="+mn-lt"/>
                <a:cs typeface="+mn-lt"/>
              </a:rPr>
              <a:t>In the old stack the case details tab had much of the key information concatenated. In the new stack there are more fields that are mapped, to making the information easier to digest</a:t>
            </a:r>
            <a:endParaRPr lang="en-US"/>
          </a:p>
          <a:p>
            <a:pPr marL="0" indent="0">
              <a:buNone/>
            </a:pPr>
            <a:endParaRPr lang="en-US" sz="1400"/>
          </a:p>
        </p:txBody>
      </p:sp>
      <p:sp>
        <p:nvSpPr>
          <p:cNvPr id="8" name="TextBox 7">
            <a:extLst>
              <a:ext uri="{FF2B5EF4-FFF2-40B4-BE49-F238E27FC236}">
                <a16:creationId xmlns:a16="http://schemas.microsoft.com/office/drawing/2014/main" id="{C023F62B-55B3-AB41-1246-2368727015F8}"/>
              </a:ext>
            </a:extLst>
          </p:cNvPr>
          <p:cNvSpPr txBox="1"/>
          <p:nvPr/>
        </p:nvSpPr>
        <p:spPr>
          <a:xfrm>
            <a:off x="7088417" y="1769098"/>
            <a:ext cx="14051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Old stack</a:t>
            </a:r>
            <a:endParaRPr lang="en-US"/>
          </a:p>
          <a:p>
            <a:pPr algn="ctr"/>
            <a:endParaRPr lang="en-US"/>
          </a:p>
        </p:txBody>
      </p:sp>
      <p:sp>
        <p:nvSpPr>
          <p:cNvPr id="9" name="TextBox 8">
            <a:extLst>
              <a:ext uri="{FF2B5EF4-FFF2-40B4-BE49-F238E27FC236}">
                <a16:creationId xmlns:a16="http://schemas.microsoft.com/office/drawing/2014/main" id="{D162D3FB-A4CB-1A81-21A9-3A05B2851489}"/>
              </a:ext>
            </a:extLst>
          </p:cNvPr>
          <p:cNvSpPr txBox="1"/>
          <p:nvPr/>
        </p:nvSpPr>
        <p:spPr>
          <a:xfrm>
            <a:off x="7193279" y="4390657"/>
            <a:ext cx="14051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New stack</a:t>
            </a:r>
            <a:endParaRPr lang="en-US"/>
          </a:p>
          <a:p>
            <a:pPr algn="ctr"/>
            <a:endParaRPr lang="en-US"/>
          </a:p>
        </p:txBody>
      </p:sp>
      <p:pic>
        <p:nvPicPr>
          <p:cNvPr id="11" name="Picture 10" descr="A close-up of a white background&#10;&#10;AI-generated content may be incorrect.">
            <a:extLst>
              <a:ext uri="{FF2B5EF4-FFF2-40B4-BE49-F238E27FC236}">
                <a16:creationId xmlns:a16="http://schemas.microsoft.com/office/drawing/2014/main" id="{C03EF450-3668-F5CD-C69A-8A4C92A780B3}"/>
              </a:ext>
            </a:extLst>
          </p:cNvPr>
          <p:cNvPicPr>
            <a:picLocks noChangeAspect="1"/>
          </p:cNvPicPr>
          <p:nvPr/>
        </p:nvPicPr>
        <p:blipFill>
          <a:blip r:embed="rId3"/>
          <a:stretch>
            <a:fillRect/>
          </a:stretch>
        </p:blipFill>
        <p:spPr>
          <a:xfrm>
            <a:off x="767986" y="4060234"/>
            <a:ext cx="4121333" cy="1085034"/>
          </a:xfrm>
          <a:prstGeom prst="rect">
            <a:avLst/>
          </a:prstGeom>
        </p:spPr>
      </p:pic>
      <p:sp>
        <p:nvSpPr>
          <p:cNvPr id="13" name="TextBox 12">
            <a:extLst>
              <a:ext uri="{FF2B5EF4-FFF2-40B4-BE49-F238E27FC236}">
                <a16:creationId xmlns:a16="http://schemas.microsoft.com/office/drawing/2014/main" id="{8818E405-FB6A-4623-ED03-63F3EB1F1CFD}"/>
              </a:ext>
            </a:extLst>
          </p:cNvPr>
          <p:cNvSpPr txBox="1"/>
          <p:nvPr/>
        </p:nvSpPr>
        <p:spPr>
          <a:xfrm>
            <a:off x="653687" y="2993844"/>
            <a:ext cx="4772298"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b="1">
                <a:latin typeface="Aptos"/>
                <a:ea typeface="Segoe UI"/>
                <a:cs typeface="Segoe UI"/>
              </a:rPr>
              <a:t>Measuring success:</a:t>
            </a:r>
            <a:r>
              <a:rPr lang="en-US" sz="1400">
                <a:latin typeface="Aptos"/>
                <a:ea typeface="Segoe UI"/>
                <a:cs typeface="Segoe UI"/>
              </a:rPr>
              <a:t>​​</a:t>
            </a:r>
          </a:p>
          <a:p>
            <a:r>
              <a:rPr lang="en-US" sz="1200">
                <a:latin typeface="Aptos"/>
                <a:ea typeface="Segoe UI"/>
                <a:cs typeface="Segoe UI"/>
              </a:rPr>
              <a:t>This is a small incremental change. ​​Will look for decrease in Navigation / UI Complexity feedback from LTC customers. Currently 35% of CSAT case submission responses mention this theme.​​</a:t>
            </a:r>
          </a:p>
          <a:p>
            <a:pPr algn="ctr"/>
            <a:endParaRPr lang="en-US"/>
          </a:p>
        </p:txBody>
      </p:sp>
      <p:pic>
        <p:nvPicPr>
          <p:cNvPr id="14" name="Picture 13" descr="A screenshot of a computer&#10;&#10;AI-generated content may be incorrect.">
            <a:extLst>
              <a:ext uri="{FF2B5EF4-FFF2-40B4-BE49-F238E27FC236}">
                <a16:creationId xmlns:a16="http://schemas.microsoft.com/office/drawing/2014/main" id="{029C0911-DC48-9C9F-7A55-F3A6F897707C}"/>
              </a:ext>
            </a:extLst>
          </p:cNvPr>
          <p:cNvPicPr>
            <a:picLocks noChangeAspect="1"/>
          </p:cNvPicPr>
          <p:nvPr/>
        </p:nvPicPr>
        <p:blipFill>
          <a:blip r:embed="rId4"/>
          <a:stretch>
            <a:fillRect/>
          </a:stretch>
        </p:blipFill>
        <p:spPr>
          <a:xfrm>
            <a:off x="8491537" y="4043363"/>
            <a:ext cx="3638550" cy="2381250"/>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A4B5C959-227F-7AF9-1BE4-CF585E4BB07F}"/>
              </a:ext>
            </a:extLst>
          </p:cNvPr>
          <p:cNvPicPr>
            <a:picLocks noChangeAspect="1"/>
          </p:cNvPicPr>
          <p:nvPr/>
        </p:nvPicPr>
        <p:blipFill>
          <a:blip r:embed="rId5"/>
          <a:stretch>
            <a:fillRect/>
          </a:stretch>
        </p:blipFill>
        <p:spPr>
          <a:xfrm>
            <a:off x="8489806" y="257175"/>
            <a:ext cx="3603914" cy="3257550"/>
          </a:xfrm>
          <a:prstGeom prst="rect">
            <a:avLst/>
          </a:prstGeom>
        </p:spPr>
      </p:pic>
      <p:sp>
        <p:nvSpPr>
          <p:cNvPr id="16" name="Rectangle 15">
            <a:extLst>
              <a:ext uri="{FF2B5EF4-FFF2-40B4-BE49-F238E27FC236}">
                <a16:creationId xmlns:a16="http://schemas.microsoft.com/office/drawing/2014/main" id="{2795AEB1-90B9-F42E-2F58-4E94D00FABF0}"/>
              </a:ext>
            </a:extLst>
          </p:cNvPr>
          <p:cNvSpPr/>
          <p:nvPr/>
        </p:nvSpPr>
        <p:spPr>
          <a:xfrm>
            <a:off x="8488310" y="2353290"/>
            <a:ext cx="3598913" cy="12947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388BACC-5FFC-F518-5D54-5638E842ED18}"/>
              </a:ext>
            </a:extLst>
          </p:cNvPr>
          <p:cNvSpPr txBox="1"/>
          <p:nvPr/>
        </p:nvSpPr>
        <p:spPr>
          <a:xfrm>
            <a:off x="6200775" y="2714625"/>
            <a:ext cx="19812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ptos"/>
              </a:rPr>
              <a:t>Fields concatenated, hard to read through</a:t>
            </a:r>
            <a:endParaRPr lang="en-US"/>
          </a:p>
          <a:p>
            <a:pPr algn="ctr"/>
            <a:endParaRPr lang="en-US"/>
          </a:p>
        </p:txBody>
      </p:sp>
      <p:cxnSp>
        <p:nvCxnSpPr>
          <p:cNvPr id="18" name="Straight Arrow Connector 17">
            <a:extLst>
              <a:ext uri="{FF2B5EF4-FFF2-40B4-BE49-F238E27FC236}">
                <a16:creationId xmlns:a16="http://schemas.microsoft.com/office/drawing/2014/main" id="{B1EF6DCC-E98A-F099-528C-A08F89C2D8D4}"/>
              </a:ext>
            </a:extLst>
          </p:cNvPr>
          <p:cNvCxnSpPr/>
          <p:nvPr/>
        </p:nvCxnSpPr>
        <p:spPr>
          <a:xfrm>
            <a:off x="8043861" y="2962274"/>
            <a:ext cx="276225" cy="95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95665FF6-85B4-C69C-1441-6B24E4029963}"/>
              </a:ext>
            </a:extLst>
          </p:cNvPr>
          <p:cNvSpPr/>
          <p:nvPr/>
        </p:nvSpPr>
        <p:spPr>
          <a:xfrm>
            <a:off x="8491535" y="4976813"/>
            <a:ext cx="3648075" cy="1447799"/>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A0A5E5E-7CAA-7613-2479-7FD91D49A513}"/>
              </a:ext>
            </a:extLst>
          </p:cNvPr>
          <p:cNvSpPr txBox="1"/>
          <p:nvPr/>
        </p:nvSpPr>
        <p:spPr>
          <a:xfrm>
            <a:off x="6457950" y="5300663"/>
            <a:ext cx="1557338"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ptos"/>
              </a:rPr>
              <a:t>Mapped to fields and easier to read</a:t>
            </a:r>
            <a:endParaRPr lang="en-US"/>
          </a:p>
          <a:p>
            <a:pPr algn="ctr"/>
            <a:endParaRPr lang="en-US"/>
          </a:p>
        </p:txBody>
      </p:sp>
      <p:cxnSp>
        <p:nvCxnSpPr>
          <p:cNvPr id="21" name="Straight Arrow Connector 20">
            <a:extLst>
              <a:ext uri="{FF2B5EF4-FFF2-40B4-BE49-F238E27FC236}">
                <a16:creationId xmlns:a16="http://schemas.microsoft.com/office/drawing/2014/main" id="{CB22331F-B020-36F0-0290-6A5D510E79C7}"/>
              </a:ext>
            </a:extLst>
          </p:cNvPr>
          <p:cNvCxnSpPr>
            <a:cxnSpLocks/>
          </p:cNvCxnSpPr>
          <p:nvPr/>
        </p:nvCxnSpPr>
        <p:spPr>
          <a:xfrm>
            <a:off x="8043861" y="5667373"/>
            <a:ext cx="276225" cy="95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1066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EF3C4-C37E-350A-EFF5-76DB7BFB8923}"/>
            </a:ext>
          </a:extLst>
        </p:cNvPr>
        <p:cNvGrpSpPr/>
        <p:nvPr/>
      </p:nvGrpSpPr>
      <p:grpSpPr>
        <a:xfrm>
          <a:off x="0" y="0"/>
          <a:ext cx="0" cy="0"/>
          <a:chOff x="0" y="0"/>
          <a:chExt cx="0" cy="0"/>
        </a:xfrm>
      </p:grpSpPr>
      <p:pic>
        <p:nvPicPr>
          <p:cNvPr id="12" name="Picture 11" descr="A screenshot of a contact page&#10;&#10;AI-generated content may be incorrect.">
            <a:extLst>
              <a:ext uri="{FF2B5EF4-FFF2-40B4-BE49-F238E27FC236}">
                <a16:creationId xmlns:a16="http://schemas.microsoft.com/office/drawing/2014/main" id="{3A69B388-8FAD-8A9C-34D6-FE6856F73F54}"/>
              </a:ext>
            </a:extLst>
          </p:cNvPr>
          <p:cNvPicPr>
            <a:picLocks noChangeAspect="1"/>
          </p:cNvPicPr>
          <p:nvPr/>
        </p:nvPicPr>
        <p:blipFill>
          <a:blip r:embed="rId3"/>
          <a:stretch>
            <a:fillRect/>
          </a:stretch>
        </p:blipFill>
        <p:spPr>
          <a:xfrm>
            <a:off x="8946017" y="1622425"/>
            <a:ext cx="2691040" cy="1372508"/>
          </a:xfrm>
          <a:prstGeom prst="rect">
            <a:avLst/>
          </a:prstGeom>
        </p:spPr>
      </p:pic>
      <p:pic>
        <p:nvPicPr>
          <p:cNvPr id="10" name="Picture 9" descr="A screenshot of a contact form&#10;&#10;AI-generated content may be incorrect.">
            <a:extLst>
              <a:ext uri="{FF2B5EF4-FFF2-40B4-BE49-F238E27FC236}">
                <a16:creationId xmlns:a16="http://schemas.microsoft.com/office/drawing/2014/main" id="{3D8AA2A8-B53C-623B-28FE-55ADE2530DA9}"/>
              </a:ext>
            </a:extLst>
          </p:cNvPr>
          <p:cNvPicPr>
            <a:picLocks noChangeAspect="1"/>
          </p:cNvPicPr>
          <p:nvPr/>
        </p:nvPicPr>
        <p:blipFill>
          <a:blip r:embed="rId4"/>
          <a:stretch>
            <a:fillRect/>
          </a:stretch>
        </p:blipFill>
        <p:spPr>
          <a:xfrm>
            <a:off x="8858457" y="3877597"/>
            <a:ext cx="2672732" cy="2660856"/>
          </a:xfrm>
          <a:prstGeom prst="rect">
            <a:avLst/>
          </a:prstGeom>
        </p:spPr>
      </p:pic>
      <p:sp>
        <p:nvSpPr>
          <p:cNvPr id="2" name="Footer Placeholder 1">
            <a:extLst>
              <a:ext uri="{FF2B5EF4-FFF2-40B4-BE49-F238E27FC236}">
                <a16:creationId xmlns:a16="http://schemas.microsoft.com/office/drawing/2014/main" id="{EFFC2429-8C65-DBF7-133E-511BCB76EF70}"/>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6DB02424-7A91-9908-87F3-3E6AC28E9654}"/>
              </a:ext>
            </a:extLst>
          </p:cNvPr>
          <p:cNvSpPr>
            <a:spLocks noGrp="1"/>
          </p:cNvSpPr>
          <p:nvPr>
            <p:ph type="sldNum" sz="quarter" idx="12"/>
          </p:nvPr>
        </p:nvSpPr>
        <p:spPr/>
        <p:txBody>
          <a:bodyPr/>
          <a:lstStyle/>
          <a:p>
            <a:fld id="{F8A89D12-4F33-44AF-85FC-689FEAF79A41}" type="slidenum">
              <a:rPr lang="en-US" smtClean="0"/>
              <a:t>10</a:t>
            </a:fld>
            <a:endParaRPr lang="en-US"/>
          </a:p>
        </p:txBody>
      </p:sp>
      <p:sp>
        <p:nvSpPr>
          <p:cNvPr id="4" name="Title 3">
            <a:extLst>
              <a:ext uri="{FF2B5EF4-FFF2-40B4-BE49-F238E27FC236}">
                <a16:creationId xmlns:a16="http://schemas.microsoft.com/office/drawing/2014/main" id="{B5A029FF-B60B-26F1-6565-39957AE645BD}"/>
              </a:ext>
            </a:extLst>
          </p:cNvPr>
          <p:cNvSpPr>
            <a:spLocks noGrp="1"/>
          </p:cNvSpPr>
          <p:nvPr>
            <p:ph type="title"/>
          </p:nvPr>
        </p:nvSpPr>
        <p:spPr>
          <a:xfrm>
            <a:off x="552234" y="457200"/>
            <a:ext cx="4518235" cy="548640"/>
          </a:xfrm>
        </p:spPr>
        <p:txBody>
          <a:bodyPr>
            <a:noAutofit/>
          </a:bodyPr>
          <a:lstStyle/>
          <a:p>
            <a:r>
              <a:rPr lang="en-US" sz="3200" dirty="0">
                <a:ea typeface="+mj-lt"/>
                <a:cs typeface="+mj-lt"/>
              </a:rPr>
              <a:t>Ability to see all contacts associated to a case (including unregistered) </a:t>
            </a:r>
            <a:endParaRPr lang="en-US" dirty="0">
              <a:ea typeface="+mj-lt"/>
              <a:cs typeface="+mj-lt"/>
            </a:endParaRPr>
          </a:p>
        </p:txBody>
      </p:sp>
      <p:sp>
        <p:nvSpPr>
          <p:cNvPr id="6" name="Content Placeholder 5">
            <a:extLst>
              <a:ext uri="{FF2B5EF4-FFF2-40B4-BE49-F238E27FC236}">
                <a16:creationId xmlns:a16="http://schemas.microsoft.com/office/drawing/2014/main" id="{0E34A95E-75B0-E026-FFD7-8ED7A3A14EFA}"/>
              </a:ext>
            </a:extLst>
          </p:cNvPr>
          <p:cNvSpPr>
            <a:spLocks noGrp="1"/>
          </p:cNvSpPr>
          <p:nvPr>
            <p:ph sz="quarter" idx="14"/>
          </p:nvPr>
        </p:nvSpPr>
        <p:spPr>
          <a:xfrm>
            <a:off x="684336" y="1884797"/>
            <a:ext cx="4286614" cy="1117283"/>
          </a:xfrm>
        </p:spPr>
        <p:txBody>
          <a:bodyPr vert="horz" lIns="0" tIns="0" rIns="0" bIns="0" rtlCol="0" anchor="t">
            <a:noAutofit/>
          </a:bodyPr>
          <a:lstStyle/>
          <a:p>
            <a:pPr marL="0" indent="0">
              <a:buNone/>
            </a:pPr>
            <a:r>
              <a:rPr lang="en-US" sz="1400" dirty="0">
                <a:ea typeface="+mn-lt"/>
                <a:cs typeface="+mn-lt"/>
              </a:rPr>
              <a:t>Previously you could only see requester contacts, now you can see unregistered and technical contacts associated to case as well</a:t>
            </a:r>
            <a:endParaRPr lang="en-US" dirty="0"/>
          </a:p>
          <a:p>
            <a:pPr marL="0" indent="0">
              <a:buNone/>
            </a:pPr>
            <a:endParaRPr lang="en-US" sz="1400"/>
          </a:p>
        </p:txBody>
      </p:sp>
      <p:sp>
        <p:nvSpPr>
          <p:cNvPr id="8" name="TextBox 7">
            <a:extLst>
              <a:ext uri="{FF2B5EF4-FFF2-40B4-BE49-F238E27FC236}">
                <a16:creationId xmlns:a16="http://schemas.microsoft.com/office/drawing/2014/main" id="{4CEEB280-AC16-068E-1830-4D6FC42420EB}"/>
              </a:ext>
            </a:extLst>
          </p:cNvPr>
          <p:cNvSpPr txBox="1"/>
          <p:nvPr/>
        </p:nvSpPr>
        <p:spPr>
          <a:xfrm>
            <a:off x="7088417" y="1769098"/>
            <a:ext cx="14051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Old stack</a:t>
            </a:r>
            <a:endParaRPr lang="en-US"/>
          </a:p>
          <a:p>
            <a:pPr algn="ctr"/>
            <a:endParaRPr lang="en-US"/>
          </a:p>
        </p:txBody>
      </p:sp>
      <p:sp>
        <p:nvSpPr>
          <p:cNvPr id="9" name="TextBox 8">
            <a:extLst>
              <a:ext uri="{FF2B5EF4-FFF2-40B4-BE49-F238E27FC236}">
                <a16:creationId xmlns:a16="http://schemas.microsoft.com/office/drawing/2014/main" id="{CC881E66-E650-9F6A-82FF-C2360476062C}"/>
              </a:ext>
            </a:extLst>
          </p:cNvPr>
          <p:cNvSpPr txBox="1"/>
          <p:nvPr/>
        </p:nvSpPr>
        <p:spPr>
          <a:xfrm>
            <a:off x="7193279" y="4390657"/>
            <a:ext cx="14051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New stack</a:t>
            </a:r>
            <a:endParaRPr lang="en-US"/>
          </a:p>
          <a:p>
            <a:pPr algn="ctr"/>
            <a:endParaRPr lang="en-US"/>
          </a:p>
        </p:txBody>
      </p:sp>
      <p:pic>
        <p:nvPicPr>
          <p:cNvPr id="11" name="Picture 10" descr="A close-up of a white background&#10;&#10;AI-generated content may be incorrect.">
            <a:extLst>
              <a:ext uri="{FF2B5EF4-FFF2-40B4-BE49-F238E27FC236}">
                <a16:creationId xmlns:a16="http://schemas.microsoft.com/office/drawing/2014/main" id="{68E02B02-E00B-430B-397B-4E8A20016CB2}"/>
              </a:ext>
            </a:extLst>
          </p:cNvPr>
          <p:cNvPicPr>
            <a:picLocks noChangeAspect="1"/>
          </p:cNvPicPr>
          <p:nvPr/>
        </p:nvPicPr>
        <p:blipFill>
          <a:blip r:embed="rId5"/>
          <a:stretch>
            <a:fillRect/>
          </a:stretch>
        </p:blipFill>
        <p:spPr>
          <a:xfrm>
            <a:off x="767986" y="4060234"/>
            <a:ext cx="4121333" cy="1085034"/>
          </a:xfrm>
          <a:prstGeom prst="rect">
            <a:avLst/>
          </a:prstGeom>
        </p:spPr>
      </p:pic>
      <p:sp>
        <p:nvSpPr>
          <p:cNvPr id="13" name="TextBox 12">
            <a:extLst>
              <a:ext uri="{FF2B5EF4-FFF2-40B4-BE49-F238E27FC236}">
                <a16:creationId xmlns:a16="http://schemas.microsoft.com/office/drawing/2014/main" id="{73029DB9-FAF8-21F1-E59C-D3D8805AB7D4}"/>
              </a:ext>
            </a:extLst>
          </p:cNvPr>
          <p:cNvSpPr txBox="1"/>
          <p:nvPr/>
        </p:nvSpPr>
        <p:spPr>
          <a:xfrm>
            <a:off x="653687" y="2993844"/>
            <a:ext cx="4772298"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b="1">
                <a:latin typeface="Aptos"/>
                <a:ea typeface="Segoe UI"/>
                <a:cs typeface="Segoe UI"/>
              </a:rPr>
              <a:t>Measuring success:</a:t>
            </a:r>
            <a:r>
              <a:rPr lang="en-US" sz="1400">
                <a:latin typeface="Aptos"/>
                <a:ea typeface="Segoe UI"/>
                <a:cs typeface="Segoe UI"/>
              </a:rPr>
              <a:t>​​</a:t>
            </a:r>
          </a:p>
          <a:p>
            <a:r>
              <a:rPr lang="en-US" sz="1200">
                <a:latin typeface="Aptos"/>
                <a:ea typeface="Segoe UI"/>
                <a:cs typeface="Segoe UI"/>
              </a:rPr>
              <a:t>This is a small incremental change. ​​Will look for decrease in Navigation / UI Complexity feedback from LTC customers. Currently 35% of CSAT case submission responses mention this theme.​​</a:t>
            </a:r>
          </a:p>
          <a:p>
            <a:pPr algn="ctr"/>
            <a:endParaRPr lang="en-US"/>
          </a:p>
        </p:txBody>
      </p:sp>
      <p:sp>
        <p:nvSpPr>
          <p:cNvPr id="16" name="Rectangle 15">
            <a:extLst>
              <a:ext uri="{FF2B5EF4-FFF2-40B4-BE49-F238E27FC236}">
                <a16:creationId xmlns:a16="http://schemas.microsoft.com/office/drawing/2014/main" id="{F99D3C52-B3B7-0247-D664-D68BA87DA572}"/>
              </a:ext>
            </a:extLst>
          </p:cNvPr>
          <p:cNvSpPr/>
          <p:nvPr/>
        </p:nvSpPr>
        <p:spPr>
          <a:xfrm>
            <a:off x="8948026" y="2148838"/>
            <a:ext cx="2700274" cy="8791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91CA02A-89F3-108A-53CD-A09E958565E5}"/>
              </a:ext>
            </a:extLst>
          </p:cNvPr>
          <p:cNvSpPr txBox="1"/>
          <p:nvPr/>
        </p:nvSpPr>
        <p:spPr>
          <a:xfrm>
            <a:off x="6748462" y="2190750"/>
            <a:ext cx="19812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Aptos"/>
              </a:rPr>
              <a:t>Can only view requester contact</a:t>
            </a:r>
            <a:endParaRPr lang="en-US" dirty="0"/>
          </a:p>
          <a:p>
            <a:pPr algn="ctr"/>
            <a:endParaRPr lang="en-US"/>
          </a:p>
        </p:txBody>
      </p:sp>
      <p:cxnSp>
        <p:nvCxnSpPr>
          <p:cNvPr id="18" name="Straight Arrow Connector 17">
            <a:extLst>
              <a:ext uri="{FF2B5EF4-FFF2-40B4-BE49-F238E27FC236}">
                <a16:creationId xmlns:a16="http://schemas.microsoft.com/office/drawing/2014/main" id="{608FE9B8-4627-3CAC-355D-3911D7559FD9}"/>
              </a:ext>
            </a:extLst>
          </p:cNvPr>
          <p:cNvCxnSpPr/>
          <p:nvPr/>
        </p:nvCxnSpPr>
        <p:spPr>
          <a:xfrm>
            <a:off x="8591548" y="2438399"/>
            <a:ext cx="276225" cy="95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61173B5A-F189-3A22-015E-E2A09EF03CE0}"/>
              </a:ext>
            </a:extLst>
          </p:cNvPr>
          <p:cNvSpPr/>
          <p:nvPr/>
        </p:nvSpPr>
        <p:spPr>
          <a:xfrm>
            <a:off x="8860244" y="4528216"/>
            <a:ext cx="2670996" cy="1945557"/>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41D5BB5-D60D-A1B2-2695-9742D4BEE216}"/>
              </a:ext>
            </a:extLst>
          </p:cNvPr>
          <p:cNvSpPr txBox="1"/>
          <p:nvPr/>
        </p:nvSpPr>
        <p:spPr>
          <a:xfrm>
            <a:off x="6948027" y="4714569"/>
            <a:ext cx="1557338"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Aptos"/>
              </a:rPr>
              <a:t>All contact types shown</a:t>
            </a:r>
            <a:endParaRPr lang="en-US" dirty="0"/>
          </a:p>
          <a:p>
            <a:pPr algn="ctr"/>
            <a:endParaRPr lang="en-US"/>
          </a:p>
        </p:txBody>
      </p:sp>
      <p:cxnSp>
        <p:nvCxnSpPr>
          <p:cNvPr id="21" name="Straight Arrow Connector 20">
            <a:extLst>
              <a:ext uri="{FF2B5EF4-FFF2-40B4-BE49-F238E27FC236}">
                <a16:creationId xmlns:a16="http://schemas.microsoft.com/office/drawing/2014/main" id="{D80BAB98-B051-87FF-4B77-55F404EDF291}"/>
              </a:ext>
            </a:extLst>
          </p:cNvPr>
          <p:cNvCxnSpPr>
            <a:cxnSpLocks/>
          </p:cNvCxnSpPr>
          <p:nvPr/>
        </p:nvCxnSpPr>
        <p:spPr>
          <a:xfrm>
            <a:off x="8533938" y="5081279"/>
            <a:ext cx="276225" cy="95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8085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05DB3-FE42-E5D4-025E-E7999DF3F05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DE6361A-211A-9419-EE77-DE3C54956EF7}"/>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2FECDA1E-7AFC-E6DD-1001-E4E078656B92}"/>
              </a:ext>
            </a:extLst>
          </p:cNvPr>
          <p:cNvSpPr>
            <a:spLocks noGrp="1"/>
          </p:cNvSpPr>
          <p:nvPr>
            <p:ph type="sldNum" sz="quarter" idx="12"/>
          </p:nvPr>
        </p:nvSpPr>
        <p:spPr/>
        <p:txBody>
          <a:bodyPr/>
          <a:lstStyle/>
          <a:p>
            <a:fld id="{F8A89D12-4F33-44AF-85FC-689FEAF79A41}" type="slidenum">
              <a:rPr lang="en-US" smtClean="0"/>
              <a:t>11</a:t>
            </a:fld>
            <a:endParaRPr lang="en-US"/>
          </a:p>
        </p:txBody>
      </p:sp>
      <p:sp>
        <p:nvSpPr>
          <p:cNvPr id="4" name="Title 3">
            <a:extLst>
              <a:ext uri="{FF2B5EF4-FFF2-40B4-BE49-F238E27FC236}">
                <a16:creationId xmlns:a16="http://schemas.microsoft.com/office/drawing/2014/main" id="{04A3B839-B430-11A3-FBF0-1E9DFEAF36B6}"/>
              </a:ext>
            </a:extLst>
          </p:cNvPr>
          <p:cNvSpPr>
            <a:spLocks noGrp="1"/>
          </p:cNvSpPr>
          <p:nvPr>
            <p:ph type="title"/>
          </p:nvPr>
        </p:nvSpPr>
        <p:spPr>
          <a:xfrm>
            <a:off x="552234" y="457200"/>
            <a:ext cx="4518235" cy="548640"/>
          </a:xfrm>
        </p:spPr>
        <p:txBody>
          <a:bodyPr>
            <a:noAutofit/>
          </a:bodyPr>
          <a:lstStyle/>
          <a:p>
            <a:r>
              <a:rPr lang="en-US" sz="3200">
                <a:ea typeface="+mj-lt"/>
                <a:cs typeface="+mj-lt"/>
              </a:rPr>
              <a:t>Case Classification Enhancements</a:t>
            </a:r>
            <a:endParaRPr lang="en-US"/>
          </a:p>
        </p:txBody>
      </p:sp>
      <p:sp>
        <p:nvSpPr>
          <p:cNvPr id="6" name="Content Placeholder 5">
            <a:extLst>
              <a:ext uri="{FF2B5EF4-FFF2-40B4-BE49-F238E27FC236}">
                <a16:creationId xmlns:a16="http://schemas.microsoft.com/office/drawing/2014/main" id="{DBF7A00D-2915-8C81-B91A-FA04E0F09F2C}"/>
              </a:ext>
            </a:extLst>
          </p:cNvPr>
          <p:cNvSpPr>
            <a:spLocks noGrp="1"/>
          </p:cNvSpPr>
          <p:nvPr>
            <p:ph sz="quarter" idx="14"/>
          </p:nvPr>
        </p:nvSpPr>
        <p:spPr>
          <a:xfrm>
            <a:off x="678191" y="1714318"/>
            <a:ext cx="4262802" cy="1387650"/>
          </a:xfrm>
        </p:spPr>
        <p:txBody>
          <a:bodyPr vert="horz" lIns="0" tIns="0" rIns="0" bIns="0" rtlCol="0" anchor="t">
            <a:noAutofit/>
          </a:bodyPr>
          <a:lstStyle/>
          <a:p>
            <a:pPr marL="0" indent="0">
              <a:buNone/>
            </a:pPr>
            <a:r>
              <a:rPr lang="en-US" sz="1400">
                <a:ea typeface="+mn-lt"/>
                <a:cs typeface="+mn-lt"/>
              </a:rPr>
              <a:t>The case types that customers can select when creating a ticket are more intuitive and consistent across our product offerings, the subsequent mapping to SFDC has also been improved.</a:t>
            </a:r>
            <a:endParaRPr lang="en-US" sz="1400"/>
          </a:p>
          <a:p>
            <a:pPr marL="285750" indent="-285750">
              <a:buFont typeface="Calibri" panose="020B0604020202020204" pitchFamily="34" charset="0"/>
              <a:buChar char="-"/>
            </a:pPr>
            <a:r>
              <a:rPr lang="en-US" sz="1400"/>
              <a:t>Case types are now a reflection of what the customer needs help with, not the severity of issue</a:t>
            </a:r>
          </a:p>
          <a:p>
            <a:pPr marL="285750" indent="-285750">
              <a:buFont typeface="Calibri" panose="020B0604020202020204" pitchFamily="34" charset="0"/>
              <a:buChar char="-"/>
            </a:pPr>
            <a:r>
              <a:rPr lang="en-US" sz="1400"/>
              <a:t>More consistent case types across Equinix products</a:t>
            </a:r>
          </a:p>
          <a:p>
            <a:pPr marL="0" indent="0">
              <a:buNone/>
            </a:pPr>
            <a:endParaRPr lang="en-US" sz="1400"/>
          </a:p>
          <a:p>
            <a:pPr marL="0" indent="0">
              <a:buNone/>
            </a:pPr>
            <a:r>
              <a:rPr lang="en-US" sz="1400"/>
              <a:t>See mapping sheet here</a:t>
            </a:r>
          </a:p>
          <a:p>
            <a:pPr marL="0" indent="0">
              <a:buNone/>
            </a:pPr>
            <a:r>
              <a:rPr lang="en-US" sz="1800">
                <a:hlinkClick r:id="rId3"/>
              </a:rPr>
              <a:t>MVP Master Case Sheet.xlsx</a:t>
            </a:r>
            <a:endParaRPr lang="en-US"/>
          </a:p>
          <a:p>
            <a:pPr marL="0" indent="0">
              <a:buNone/>
            </a:pPr>
            <a:endParaRPr lang="en-US" sz="1400"/>
          </a:p>
        </p:txBody>
      </p:sp>
      <p:pic>
        <p:nvPicPr>
          <p:cNvPr id="10" name="Picture 9" descr="A screenshot of a computer&#10;&#10;AI-generated content may be incorrect.">
            <a:extLst>
              <a:ext uri="{FF2B5EF4-FFF2-40B4-BE49-F238E27FC236}">
                <a16:creationId xmlns:a16="http://schemas.microsoft.com/office/drawing/2014/main" id="{7C4E4DCE-42A2-6460-261F-B0CCEF3C8FAC}"/>
              </a:ext>
            </a:extLst>
          </p:cNvPr>
          <p:cNvPicPr>
            <a:picLocks noChangeAspect="1"/>
          </p:cNvPicPr>
          <p:nvPr/>
        </p:nvPicPr>
        <p:blipFill>
          <a:blip r:embed="rId4"/>
          <a:stretch>
            <a:fillRect/>
          </a:stretch>
        </p:blipFill>
        <p:spPr>
          <a:xfrm>
            <a:off x="5204285" y="1370202"/>
            <a:ext cx="6432331" cy="3789028"/>
          </a:xfrm>
          <a:prstGeom prst="rect">
            <a:avLst/>
          </a:prstGeom>
        </p:spPr>
      </p:pic>
    </p:spTree>
    <p:extLst>
      <p:ext uri="{BB962C8B-B14F-4D97-AF65-F5344CB8AC3E}">
        <p14:creationId xmlns:p14="http://schemas.microsoft.com/office/powerpoint/2010/main" val="3570996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5A5177-A3C9-B244-7920-A13BF9A7BA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DF80C73-5952-6D6C-B74C-33376126CB34}"/>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F7830C0C-6558-A230-CF6E-A65EAD197F3D}"/>
              </a:ext>
            </a:extLst>
          </p:cNvPr>
          <p:cNvSpPr>
            <a:spLocks noGrp="1"/>
          </p:cNvSpPr>
          <p:nvPr>
            <p:ph type="sldNum" sz="quarter" idx="12"/>
          </p:nvPr>
        </p:nvSpPr>
        <p:spPr/>
        <p:txBody>
          <a:bodyPr/>
          <a:lstStyle/>
          <a:p>
            <a:fld id="{F8A89D12-4F33-44AF-85FC-689FEAF79A41}" type="slidenum">
              <a:rPr lang="en-US" smtClean="0"/>
              <a:t>12</a:t>
            </a:fld>
            <a:endParaRPr lang="en-US"/>
          </a:p>
        </p:txBody>
      </p:sp>
      <p:sp>
        <p:nvSpPr>
          <p:cNvPr id="4" name="Title 3">
            <a:extLst>
              <a:ext uri="{FF2B5EF4-FFF2-40B4-BE49-F238E27FC236}">
                <a16:creationId xmlns:a16="http://schemas.microsoft.com/office/drawing/2014/main" id="{7FC42AF2-0D9C-6823-232C-CB96DF7B6B20}"/>
              </a:ext>
            </a:extLst>
          </p:cNvPr>
          <p:cNvSpPr>
            <a:spLocks noGrp="1"/>
          </p:cNvSpPr>
          <p:nvPr>
            <p:ph type="title"/>
          </p:nvPr>
        </p:nvSpPr>
        <p:spPr>
          <a:xfrm>
            <a:off x="552234" y="457200"/>
            <a:ext cx="4518235" cy="548640"/>
          </a:xfrm>
        </p:spPr>
        <p:txBody>
          <a:bodyPr>
            <a:noAutofit/>
          </a:bodyPr>
          <a:lstStyle/>
          <a:p>
            <a:r>
              <a:rPr lang="en-US" sz="3200">
                <a:ea typeface="+mj-lt"/>
                <a:cs typeface="+mj-lt"/>
              </a:rPr>
              <a:t>Measuring success</a:t>
            </a:r>
            <a:endParaRPr lang="en-US"/>
          </a:p>
        </p:txBody>
      </p:sp>
      <p:sp>
        <p:nvSpPr>
          <p:cNvPr id="6" name="Content Placeholder 5">
            <a:extLst>
              <a:ext uri="{FF2B5EF4-FFF2-40B4-BE49-F238E27FC236}">
                <a16:creationId xmlns:a16="http://schemas.microsoft.com/office/drawing/2014/main" id="{03077E90-C133-155D-A768-A3C13CCF904A}"/>
              </a:ext>
            </a:extLst>
          </p:cNvPr>
          <p:cNvSpPr>
            <a:spLocks noGrp="1"/>
          </p:cNvSpPr>
          <p:nvPr>
            <p:ph sz="quarter" idx="14"/>
          </p:nvPr>
        </p:nvSpPr>
        <p:spPr>
          <a:xfrm>
            <a:off x="678191" y="1734548"/>
            <a:ext cx="4262802" cy="4617720"/>
          </a:xfrm>
        </p:spPr>
        <p:txBody>
          <a:bodyPr vert="horz" lIns="0" tIns="0" rIns="0" bIns="0" rtlCol="0" anchor="t">
            <a:noAutofit/>
          </a:bodyPr>
          <a:lstStyle/>
          <a:p>
            <a:pPr marL="0" indent="0">
              <a:buNone/>
            </a:pPr>
            <a:endParaRPr lang="en-US" sz="1400"/>
          </a:p>
          <a:p>
            <a:pPr marL="0" indent="0">
              <a:buNone/>
            </a:pPr>
            <a:r>
              <a:rPr lang="en-US" sz="1400"/>
              <a:t>Outline here how we will do this</a:t>
            </a:r>
          </a:p>
          <a:p>
            <a:pPr marL="0" indent="0">
              <a:buNone/>
            </a:pPr>
            <a:endParaRPr lang="en-US" sz="1400"/>
          </a:p>
          <a:p>
            <a:pPr marL="0" indent="0">
              <a:buNone/>
            </a:pPr>
            <a:r>
              <a:rPr lang="en-US" sz="1400"/>
              <a:t>Also chat to Nicole to do a survey / interview to get to a baseline. 10-15 super users to work with that can show us before and after</a:t>
            </a:r>
          </a:p>
          <a:p>
            <a:pPr marL="0" indent="0">
              <a:buNone/>
            </a:pPr>
            <a:r>
              <a:rPr lang="en-US" sz="1400"/>
              <a:t>Additional survey for LTC migrated customers on case submission with check on willing to talk to us about their experience</a:t>
            </a:r>
          </a:p>
        </p:txBody>
      </p:sp>
    </p:spTree>
    <p:extLst>
      <p:ext uri="{BB962C8B-B14F-4D97-AF65-F5344CB8AC3E}">
        <p14:creationId xmlns:p14="http://schemas.microsoft.com/office/powerpoint/2010/main" val="1456342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54745-D300-428E-EFCE-1FA327206ACB}"/>
              </a:ext>
            </a:extLst>
          </p:cNvPr>
          <p:cNvSpPr>
            <a:spLocks noGrp="1"/>
          </p:cNvSpPr>
          <p:nvPr>
            <p:ph type="title"/>
          </p:nvPr>
        </p:nvSpPr>
        <p:spPr/>
        <p:txBody>
          <a:bodyPr>
            <a:normAutofit fontScale="90000"/>
          </a:bodyPr>
          <a:lstStyle/>
          <a:p>
            <a:r>
              <a:rPr lang="en-US"/>
              <a:t>One pager</a:t>
            </a:r>
          </a:p>
        </p:txBody>
      </p:sp>
      <p:sp>
        <p:nvSpPr>
          <p:cNvPr id="3" name="Text Placeholder 2">
            <a:extLst>
              <a:ext uri="{FF2B5EF4-FFF2-40B4-BE49-F238E27FC236}">
                <a16:creationId xmlns:a16="http://schemas.microsoft.com/office/drawing/2014/main" id="{A7B241B3-7C1F-6AC2-39BD-D886596A9DD9}"/>
              </a:ext>
            </a:extLst>
          </p:cNvPr>
          <p:cNvSpPr>
            <a:spLocks noGrp="1"/>
          </p:cNvSpPr>
          <p:nvPr>
            <p:ph type="body" sz="quarter" idx="15"/>
          </p:nvPr>
        </p:nvSpPr>
        <p:spPr/>
        <p:txBody>
          <a:bodyPr vert="horz" lIns="91440" tIns="45720" rIns="91440" bIns="45720" rtlCol="0" anchor="t">
            <a:normAutofit/>
          </a:bodyPr>
          <a:lstStyle/>
          <a:p>
            <a:pPr marL="0" indent="0">
              <a:buNone/>
            </a:pPr>
            <a:endParaRPr lang="en-US"/>
          </a:p>
        </p:txBody>
      </p:sp>
      <p:sp>
        <p:nvSpPr>
          <p:cNvPr id="4" name="Content Placeholder 3">
            <a:extLst>
              <a:ext uri="{FF2B5EF4-FFF2-40B4-BE49-F238E27FC236}">
                <a16:creationId xmlns:a16="http://schemas.microsoft.com/office/drawing/2014/main" id="{AC085978-3A2E-307C-B341-5A524498158E}"/>
              </a:ext>
            </a:extLst>
          </p:cNvPr>
          <p:cNvSpPr>
            <a:spLocks noGrp="1"/>
          </p:cNvSpPr>
          <p:nvPr>
            <p:ph sz="quarter" idx="14"/>
          </p:nvPr>
        </p:nvSpPr>
        <p:spPr/>
        <p:txBody>
          <a:bodyPr vert="horz" lIns="91440" tIns="45720" rIns="91440" bIns="45720" rtlCol="0" anchor="t">
            <a:normAutofit/>
          </a:bodyPr>
          <a:lstStyle/>
          <a:p>
            <a:pPr marL="0" indent="0">
              <a:buNone/>
            </a:pPr>
            <a:r>
              <a:rPr lang="en-US"/>
              <a:t>High level summary of changes along with appendix and deck can be the reference for this. </a:t>
            </a:r>
          </a:p>
        </p:txBody>
      </p:sp>
    </p:spTree>
    <p:extLst>
      <p:ext uri="{BB962C8B-B14F-4D97-AF65-F5344CB8AC3E}">
        <p14:creationId xmlns:p14="http://schemas.microsoft.com/office/powerpoint/2010/main" val="4216369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0bd2185-7f4f-483c-8403-3480aaa4171f}" enabled="1" method="Standard" siteId="{72adb271-2fc7-4afe-a5ee-9de6a59f6bfb}"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12</Notes>
  <HiddenSlides>2</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ECP Support Enhancements for R4</vt:lpstr>
      <vt:lpstr>Enhancements</vt:lpstr>
      <vt:lpstr>Trouble tickets are now just Support cases</vt:lpstr>
      <vt:lpstr>Orders &amp; Tickets changed to just orders for clarity </vt:lpstr>
      <vt:lpstr>Select a Product or Service Category dropdown now grouped into sections </vt:lpstr>
      <vt:lpstr>More readable category for Support Case History table </vt:lpstr>
      <vt:lpstr>Filter simplification</vt:lpstr>
      <vt:lpstr>Subject line provides details on case(no longer generic)</vt:lpstr>
      <vt:lpstr>More case details mapped to fields vs concatenated</vt:lpstr>
      <vt:lpstr>Ability to see all contacts associated to a case (including unregistered) </vt:lpstr>
      <vt:lpstr>Case Classification Enhancements</vt:lpstr>
      <vt:lpstr>Measuring success</vt:lpstr>
      <vt:lpstr>One pager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75</cp:revision>
  <dcterms:created xsi:type="dcterms:W3CDTF">2026-01-07T17:26:13Z</dcterms:created>
  <dcterms:modified xsi:type="dcterms:W3CDTF">2026-01-16T18:53:48Z</dcterms:modified>
</cp:coreProperties>
</file>