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3.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theme/theme7.xml" ContentType="application/vnd.openxmlformats-officedocument.theme+xml"/>
  <Override PartName="/ppt/tags/tag10.xml" ContentType="application/vnd.openxmlformats-officedocument.presentationml.tags+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theme/theme8.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7FFFFFF7_6E14D13D.xml" ContentType="application/vnd.ms-powerpoint.comments+xml"/>
  <Override PartName="/ppt/comments/modernComment_7FFFFFFB_3EDE37C7.xml" ContentType="application/vnd.ms-powerpoint.comments+xml"/>
  <Override PartName="/ppt/comments/modernComment_7FFFFFFE_43127EA8.xml" ContentType="application/vnd.ms-powerpoint.comments+xml"/>
  <Override PartName="/ppt/notesSlides/notesSlide1.xml" ContentType="application/vnd.openxmlformats-officedocument.presentationml.notesSlide+xml"/>
  <Override PartName="/ppt/comments/modernComment_114_1EF15FF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CDA0_139AD012.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4" r:id="rId5"/>
    <p:sldMasterId id="2147483737" r:id="rId6"/>
    <p:sldMasterId id="2147483786" r:id="rId7"/>
    <p:sldMasterId id="2147483827" r:id="rId8"/>
    <p:sldMasterId id="2147483878" r:id="rId9"/>
    <p:sldMasterId id="2147483929" r:id="rId10"/>
    <p:sldMasterId id="2147483967" r:id="rId11"/>
  </p:sldMasterIdLst>
  <p:notesMasterIdLst>
    <p:notesMasterId r:id="rId32"/>
  </p:notesMasterIdLst>
  <p:handoutMasterIdLst>
    <p:handoutMasterId r:id="rId33"/>
  </p:handoutMasterIdLst>
  <p:sldIdLst>
    <p:sldId id="333" r:id="rId12"/>
    <p:sldId id="2147483640" r:id="rId13"/>
    <p:sldId id="2147483620" r:id="rId14"/>
    <p:sldId id="2147470754" r:id="rId15"/>
    <p:sldId id="2147483639" r:id="rId16"/>
    <p:sldId id="2147483643" r:id="rId17"/>
    <p:sldId id="2147483646" r:id="rId18"/>
    <p:sldId id="2147483647" r:id="rId19"/>
    <p:sldId id="351" r:id="rId20"/>
    <p:sldId id="2147483622" r:id="rId21"/>
    <p:sldId id="2147483623" r:id="rId22"/>
    <p:sldId id="256" r:id="rId23"/>
    <p:sldId id="2147483641" r:id="rId24"/>
    <p:sldId id="2147483642" r:id="rId25"/>
    <p:sldId id="276" r:id="rId26"/>
    <p:sldId id="261" r:id="rId27"/>
    <p:sldId id="263" r:id="rId28"/>
    <p:sldId id="264" r:id="rId29"/>
    <p:sldId id="2147470750" r:id="rId30"/>
    <p:sldId id="214747075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65284F-C0AA-A915-DBED-13C9ED412874}" name="Karthick Punyakoteeswaran" initials="KP" userId="S::kpunyakoteeswaran@equinix.com::e25fa6f6-e527-4156-8f98-0893d88c4fb6" providerId="AD"/>
  <p188:author id="{7060C89A-28E2-7250-4710-E9000F01AEC7}" name="Manish Dharod" initials="MD" userId="S::mdharod@equinix.com::9d68ab4d-a22d-4a72-8d0f-01986337b0c2" providerId="AD"/>
  <p188:author id="{5D8C95BA-0508-DF6A-25B4-6FC0B7AC11C8}" name="Sid Grover" initials="SG" userId="S::sigrover@equinix.com::3c5f3431-7987-4f6a-b89c-8ffa742a791f" providerId="AD"/>
  <p188:author id="{3ED1FFC9-2245-3FA9-336C-219A67541F04}" name="Masako Ongole" initials="MO" userId="S::mongole@equinix.com::adbb926a-92f5-479c-a839-d082ed165844" providerId="AD"/>
  <p188:author id="{A16EBED2-4823-D92B-064C-F899C97107C3}" name="Bharat Kilaparthi" initials="BK" userId="S::bkilaparthi@ap.equinix.com::810e7228-bc0d-4e0a-8aa8-2c97f47756c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776"/>
    <a:srgbClr val="86DA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7D8D1F-8AEB-4D11-A793-47056228069F}" styleName="Equinix Table Style Neutral">
    <a:wholeTbl>
      <a:tcTxStyle b="off" i="off">
        <a:fontRef idx="minor">
          <a:prstClr val="black"/>
        </a:fontRef>
        <a:srgbClr val="000000"/>
      </a:tcTxStyle>
      <a:tcStyle>
        <a:tcBdr>
          <a:left>
            <a:ln w="3175" cap="flat">
              <a:solidFill>
                <a:srgbClr val="BDC1CA"/>
              </a:solidFill>
            </a:ln>
          </a:left>
          <a:right>
            <a:ln w="3175" cap="flat">
              <a:solidFill>
                <a:srgbClr val="BDC1CA"/>
              </a:solidFill>
            </a:ln>
          </a:right>
          <a:top>
            <a:ln w="3175" cap="flat">
              <a:solidFill>
                <a:srgbClr val="BDC1CA"/>
              </a:solidFill>
            </a:ln>
          </a:top>
          <a:bottom>
            <a:ln w="3175" cap="flat">
              <a:solidFill>
                <a:srgbClr val="BDC1CA"/>
              </a:solidFill>
            </a:ln>
          </a:bottom>
          <a:insideH>
            <a:ln w="3175" cap="flat">
              <a:solidFill>
                <a:srgbClr val="BDC1CA"/>
              </a:solidFill>
            </a:ln>
          </a:insideH>
          <a:insideV>
            <a:ln w="3175" cap="flat">
              <a:solidFill>
                <a:srgbClr val="BDC1CA"/>
              </a:solidFill>
            </a:ln>
          </a:insideV>
        </a:tcBdr>
        <a:fill>
          <a:noFill/>
        </a:fill>
      </a:tcStyle>
    </a:wholeTbl>
    <a:band2H>
      <a:tcTxStyle/>
      <a:tcStyle>
        <a:tcBdr/>
        <a:fill>
          <a:solidFill>
            <a:srgbClr val="F2F3F5"/>
          </a:solidFill>
        </a:fill>
      </a:tcStyle>
    </a:band2H>
    <a:band2V>
      <a:tcTxStyle/>
      <a:tcStyle>
        <a:tcBdr/>
        <a:fill>
          <a:solidFill>
            <a:srgbClr val="F2F3F5"/>
          </a:solidFill>
        </a:fill>
      </a:tcStyle>
    </a:band2V>
    <a:lastCol>
      <a:tcTxStyle b="on" i="off">
        <a:fontRef idx="minor">
          <a:prstClr val="black"/>
        </a:fontRef>
        <a:srgbClr val="FFFFFF"/>
      </a:tcTxStyle>
      <a:tcStyle>
        <a:tcBdr>
          <a:left>
            <a:ln w="3175" cap="flat">
              <a:solidFill>
                <a:srgbClr val="BDC1CA"/>
              </a:solidFill>
            </a:ln>
          </a:left>
          <a:right>
            <a:ln w="3175" cap="flat">
              <a:solidFill>
                <a:srgbClr val="BDC1CA"/>
              </a:solidFill>
            </a:ln>
          </a:right>
          <a:top>
            <a:ln w="3175" cap="flat">
              <a:solidFill>
                <a:srgbClr val="BDC1CA"/>
              </a:solidFill>
            </a:ln>
          </a:top>
          <a:bottom>
            <a:ln w="3175" cap="flat">
              <a:solidFill>
                <a:srgbClr val="BDC1CA"/>
              </a:solidFill>
            </a:ln>
          </a:bottom>
          <a:insideH>
            <a:ln w="3175" cap="flat">
              <a:solidFill>
                <a:srgbClr val="BDC1CA"/>
              </a:solidFill>
            </a:ln>
          </a:insideH>
          <a:insideV>
            <a:ln w="3175" cap="flat">
              <a:solidFill>
                <a:srgbClr val="BDC1CA"/>
              </a:solidFill>
            </a:ln>
          </a:insideV>
        </a:tcBdr>
        <a:fill>
          <a:solidFill>
            <a:srgbClr val="000000"/>
          </a:solidFill>
        </a:fill>
      </a:tcStyle>
    </a:lastCol>
    <a:firstCol>
      <a:tcTxStyle b="on" i="off">
        <a:fontRef idx="minor">
          <a:prstClr val="black"/>
        </a:fontRef>
        <a:srgbClr val="FFFFFF"/>
      </a:tcTxStyle>
      <a:tcStyle>
        <a:tcBdr>
          <a:left>
            <a:ln w="3175" cap="flat">
              <a:solidFill>
                <a:srgbClr val="BDC1CA"/>
              </a:solidFill>
            </a:ln>
          </a:left>
          <a:right>
            <a:ln w="3175" cap="flat">
              <a:solidFill>
                <a:srgbClr val="BDC1CA"/>
              </a:solidFill>
            </a:ln>
          </a:right>
          <a:top>
            <a:ln w="3175" cap="flat">
              <a:solidFill>
                <a:srgbClr val="BDC1CA"/>
              </a:solidFill>
            </a:ln>
          </a:top>
          <a:bottom>
            <a:ln w="3175" cap="flat">
              <a:solidFill>
                <a:srgbClr val="BDC1CA"/>
              </a:solidFill>
            </a:ln>
          </a:bottom>
          <a:insideH>
            <a:ln w="3175" cap="flat">
              <a:solidFill>
                <a:srgbClr val="BDC1CA"/>
              </a:solidFill>
            </a:ln>
          </a:insideH>
          <a:insideV>
            <a:ln w="3175" cap="flat">
              <a:solidFill>
                <a:srgbClr val="BDC1CA"/>
              </a:solidFill>
            </a:ln>
          </a:insideV>
        </a:tcBdr>
        <a:fill>
          <a:solidFill>
            <a:srgbClr val="000000"/>
          </a:solidFill>
        </a:fill>
      </a:tcStyle>
    </a:firstCol>
    <a:lastRow>
      <a:tcTxStyle b="on" i="off">
        <a:fontRef idx="minor">
          <a:prstClr val="black"/>
        </a:fontRef>
        <a:srgbClr val="FFFFFF"/>
      </a:tcTxStyle>
      <a:tcStyle>
        <a:tcBdr>
          <a:left>
            <a:ln w="3175" cap="flat">
              <a:solidFill>
                <a:srgbClr val="BDC1CA"/>
              </a:solidFill>
            </a:ln>
          </a:left>
          <a:right>
            <a:ln w="3175" cap="flat">
              <a:solidFill>
                <a:srgbClr val="BDC1CA"/>
              </a:solidFill>
            </a:ln>
          </a:right>
          <a:top>
            <a:ln w="3175" cap="flat">
              <a:solidFill>
                <a:srgbClr val="BDC1CA"/>
              </a:solidFill>
            </a:ln>
          </a:top>
          <a:bottom>
            <a:ln w="3175" cap="flat">
              <a:solidFill>
                <a:srgbClr val="BDC1CA"/>
              </a:solidFill>
            </a:ln>
          </a:bottom>
          <a:insideH>
            <a:ln w="3175" cap="flat">
              <a:solidFill>
                <a:srgbClr val="BDC1CA"/>
              </a:solidFill>
            </a:ln>
          </a:insideH>
          <a:insideV>
            <a:ln w="3175" cap="flat">
              <a:solidFill>
                <a:srgbClr val="FFFFFF"/>
              </a:solidFill>
            </a:ln>
          </a:insideV>
        </a:tcBdr>
        <a:fill>
          <a:solidFill>
            <a:srgbClr val="000000"/>
          </a:solidFill>
        </a:fill>
      </a:tcStyle>
    </a:lastRow>
    <a:firstRow>
      <a:tcTxStyle b="on" i="off">
        <a:fontRef idx="minor">
          <a:prstClr val="black"/>
        </a:fontRef>
        <a:srgbClr val="FFFFFF"/>
      </a:tcTxStyle>
      <a:tcStyle>
        <a:tcBdr>
          <a:left>
            <a:ln w="3175" cap="flat">
              <a:solidFill>
                <a:srgbClr val="BDC1CA"/>
              </a:solidFill>
            </a:ln>
          </a:left>
          <a:right>
            <a:ln w="3175" cap="flat">
              <a:solidFill>
                <a:srgbClr val="BDC1CA"/>
              </a:solidFill>
            </a:ln>
          </a:right>
          <a:top>
            <a:ln w="3175" cap="flat">
              <a:solidFill>
                <a:srgbClr val="BDC1CA"/>
              </a:solidFill>
            </a:ln>
          </a:top>
          <a:bottom>
            <a:ln w="3175" cap="flat">
              <a:solidFill>
                <a:srgbClr val="BDC1CA"/>
              </a:solidFill>
            </a:ln>
          </a:bottom>
          <a:insideH>
            <a:ln w="3175" cap="flat">
              <a:solidFill>
                <a:srgbClr val="BDC1CA"/>
              </a:solidFill>
            </a:ln>
          </a:insideH>
          <a:insideV>
            <a:ln w="3175" cap="flat">
              <a:solidFill>
                <a:srgbClr val="BDC1CA"/>
              </a:solidFill>
            </a:ln>
          </a:insideV>
        </a:tcBdr>
        <a:fill>
          <a:solidFill>
            <a:srgbClr val="000000"/>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62"/>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handoutMaster" Target="handoutMasters/handoutMaster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omments/modernComment_7FFFCDA0_139AD012.xml><?xml version="1.0" encoding="utf-8"?>
<p188:cmLst xmlns:a="http://schemas.openxmlformats.org/drawingml/2006/main" xmlns:r="http://schemas.openxmlformats.org/officeDocument/2006/relationships" xmlns:p188="http://schemas.microsoft.com/office/powerpoint/2018/8/main">
  <p188:cm id="{22F85A88-63FE-4627-8EF3-CAB3B5D048F5}" authorId="{8A65284F-C0AA-A915-DBED-13C9ED412874}" created="2025-02-03T20:39:54.486">
    <pc:sldMkLst xmlns:pc="http://schemas.microsoft.com/office/powerpoint/2013/main/command">
      <pc:docMk/>
      <pc:sldMk cId="328912914" sldId="2147470752"/>
    </pc:sldMkLst>
    <p188:txBody>
      <a:bodyPr/>
      <a:lstStyle/>
      <a:p>
        <a:r>
          <a:rPr lang="en-US"/>
          <a:t>[@Jagdish Pathak]  Please can you update the sales Qualification box with Quoting dependencies with Legal</a:t>
        </a:r>
      </a:p>
    </p188:txBody>
  </p188:cm>
</p188:cmLst>
</file>

<file path=ppt/comments/modernComment_7FFFFFF7_6E14D13D.xml><?xml version="1.0" encoding="utf-8"?>
<p188:cmLst xmlns:a="http://schemas.openxmlformats.org/drawingml/2006/main" xmlns:r="http://schemas.openxmlformats.org/officeDocument/2006/relationships" xmlns:p188="http://schemas.microsoft.com/office/powerpoint/2018/8/main">
  <p188:cm id="{D01EF18D-482A-4A97-88FF-62394409C8E7}" authorId="{3ED1FFC9-2245-3FA9-336C-219A67541F04}" created="2025-08-26T20:31:38.267">
    <ac:txMkLst xmlns:ac="http://schemas.microsoft.com/office/drawing/2013/main/command">
      <pc:docMk xmlns:pc="http://schemas.microsoft.com/office/powerpoint/2013/main/command"/>
      <pc:sldMk xmlns:pc="http://schemas.microsoft.com/office/powerpoint/2013/main/command" cId="1846858045" sldId="2147483639"/>
      <ac:spMk id="2" creationId="{999FFBE0-08A0-27FD-9210-8D10CE4EF1FA}"/>
      <ac:txMk cp="0" len="12">
        <ac:context len="13" hash="1440511465"/>
      </ac:txMk>
    </ac:txMkLst>
    <p188:pos x="2473569" y="281353"/>
    <p188:replyLst>
      <p188:reply id="{6496268A-A9AB-427A-BAC2-90BA5AA3F511}" authorId="{8A65284F-C0AA-A915-DBED-13C9ED412874}" created="2025-08-26T23:07:50.450">
        <p188:txBody>
          <a:bodyPr/>
          <a:lstStyle/>
          <a:p>
            <a:r>
              <a:rPr lang="en-US"/>
              <a:t>Yes I updated my local not this version</a:t>
            </a:r>
          </a:p>
        </p188:txBody>
      </p188:reply>
    </p188:replyLst>
    <p188:txBody>
      <a:bodyPr/>
      <a:lstStyle/>
      <a:p>
        <a:r>
          <a:rPr lang="en-US"/>
          <a:t>[@Karthick Punyakoteeswaran] - is this Future State?</a:t>
        </a:r>
      </a:p>
    </p188:txBody>
  </p188:cm>
</p188:cmLst>
</file>

<file path=ppt/comments/modernComment_7FFFFFFB_3EDE37C7.xml><?xml version="1.0" encoding="utf-8"?>
<p188:cmLst xmlns:a="http://schemas.openxmlformats.org/drawingml/2006/main" xmlns:r="http://schemas.openxmlformats.org/officeDocument/2006/relationships" xmlns:p188="http://schemas.microsoft.com/office/powerpoint/2018/8/main">
  <p188:cm id="{91A570E7-D31E-EF47-8732-B6FF5E1A994B}" authorId="{5D8C95BA-0508-DF6A-25B4-6FC0B7AC11C8}" created="2025-08-28T16:22:56.967" startDate="2025-08-28T16:22:56.967" dueDate="2025-08-28T16:22:56.967" assignedTo="{8A65284F-C0AA-A915-DBED-13C9ED412874}" title="@Karthick Punyakoteeswaran, the quote should be created against the Domestic Lehal Account or DUNS Legal account? and how will the sales know which one to use? ">
    <pc:sldMkLst xmlns:pc="http://schemas.microsoft.com/office/powerpoint/2013/main/command">
      <pc:docMk/>
      <pc:sldMk cId="1054750663" sldId="2147483643"/>
    </pc:sldMkLst>
    <p188:replyLst>
      <p188:reply id="{223B8399-0543-43D6-8E86-2CD64F3DC3C5}" authorId="{8A65284F-C0AA-A915-DBED-13C9ED412874}" created="2025-08-29T14:19:31.636">
        <p188:txBody>
          <a:bodyPr/>
          <a:lstStyle/>
          <a:p>
            <a:r>
              <a:rPr lang="en-US"/>
              <a:t>[@Sid Grover] - Domestic and DUNS Legal will be Account records based on which account Customer wants to use as Purchasing entity they Sales will pick them. Future state actually simplifies/drastically reduces the number of accounts from what they choose with removal of Billing Accounts.</a:t>
            </a:r>
          </a:p>
        </p188:txBody>
      </p188:reply>
    </p188:replyLst>
    <p188:txBody>
      <a:bodyPr/>
      <a:lstStyle/>
      <a:p>
        <a:r>
          <a:rPr lang="en-US"/>
          <a:t>[@Karthick Punyakoteeswaran], the quote should be created against the Domestic Lehal Account or DUNS Legal account? and how will the sales know which one to use? </a:t>
        </a:r>
      </a:p>
    </p188:txBody>
    <p188:extLst>
      <p:ext xmlns:p="http://schemas.openxmlformats.org/presentationml/2006/main" uri="{5BB2D875-25FF-4072-B9AC-8F64D62656EB}">
        <p228:taskDetails xmlns:p228="http://schemas.microsoft.com/office/powerpoint/2022/08/main">
          <p228:history>
            <p228:event time="2025-08-28T16:22:56.967" id="{1FEFD33E-3580-E244-87B7-7045CCE4D23D}">
              <p228:atrbtn authorId="{5D8C95BA-0508-DF6A-25B4-6FC0B7AC11C8}"/>
              <p228:anchr>
                <p228:comment id="{91A570E7-D31E-EF47-8732-B6FF5E1A994B}"/>
              </p228:anchr>
              <p228:add/>
            </p228:event>
            <p228:event time="2025-08-28T16:22:56.967" id="{FC406F4D-AAD4-B644-8EE2-3EB8D9972C9B}">
              <p228:atrbtn authorId="{5D8C95BA-0508-DF6A-25B4-6FC0B7AC11C8}"/>
              <p228:anchr>
                <p228:comment id="{91A570E7-D31E-EF47-8732-B6FF5E1A994B}"/>
              </p228:anchr>
              <p228:asgn authorId="{8A65284F-C0AA-A915-DBED-13C9ED412874}"/>
            </p228:event>
            <p228:event time="2025-08-28T16:22:56.967" id="{0ECB7AA4-D877-024D-A736-C738F7C9274D}">
              <p228:atrbtn authorId="{5D8C95BA-0508-DF6A-25B4-6FC0B7AC11C8}"/>
              <p228:anchr>
                <p228:comment id="{91A570E7-D31E-EF47-8732-B6FF5E1A994B}"/>
              </p228:anchr>
              <p228:title val="@Karthick Punyakoteeswaran, the quote should be created against the Domestic Lehal Account or DUNS Legal account? and how will the sales know which one to use? "/>
            </p228:event>
            <p228:event time="2025-08-28T16:22:56.967" id="{2CB6A1B9-C8CC-3649-B5A0-6AEF723FB258}">
              <p228:atrbtn authorId="{5D8C95BA-0508-DF6A-25B4-6FC0B7AC11C8}"/>
              <p228:anchr>
                <p228:comment id="{91A570E7-D31E-EF47-8732-B6FF5E1A994B}"/>
              </p228:anchr>
              <p228:date stDt="2025-08-28T16:22:56.967" endDt="2025-08-28T16:22:56.967"/>
            </p228:event>
          </p228:history>
        </p228:taskDetails>
      </p:ext>
    </p188:extLst>
  </p188:cm>
</p188:cmLst>
</file>

<file path=ppt/comments/modernComment_7FFFFFFE_43127EA8.xml><?xml version="1.0" encoding="utf-8"?>
<p188:cmLst xmlns:a="http://schemas.openxmlformats.org/drawingml/2006/main" xmlns:r="http://schemas.openxmlformats.org/officeDocument/2006/relationships" xmlns:p188="http://schemas.microsoft.com/office/powerpoint/2018/8/main">
  <p188:cm id="{976F84E9-B7A2-499C-9D46-2AA03998FE8A}" authorId="{3ED1FFC9-2245-3FA9-336C-219A67541F04}" created="2025-08-28T13:23:36.879">
    <ac:deMkLst xmlns:ac="http://schemas.microsoft.com/office/drawing/2013/main/command">
      <pc:docMk xmlns:pc="http://schemas.microsoft.com/office/powerpoint/2013/main/command"/>
      <pc:sldMk xmlns:pc="http://schemas.microsoft.com/office/powerpoint/2013/main/command" cId="1125285544" sldId="2147483646"/>
      <ac:graphicFrameMk id="26" creationId="{0EE23477-B125-2566-4917-256698182F8F}"/>
    </ac:deMkLst>
    <p188:txBody>
      <a:bodyPr/>
      <a:lstStyle/>
      <a:p>
        <a:r>
          <a:rPr lang="en-US"/>
          <a:t>Are there any instances where there are two sets of Terms for the same LE for the same EQX LE?  e.g. Partner/Distributor vs. Customer</a:t>
        </a:r>
      </a:p>
    </p188:txBody>
  </p188:cm>
  <p188:cm id="{87EB0BDE-F760-45EC-8AD2-C49AA7C6124F}" authorId="{3ED1FFC9-2245-3FA9-336C-219A67541F04}" created="2025-08-28T13:58:53.850">
    <pc:sldMkLst xmlns:pc="http://schemas.microsoft.com/office/powerpoint/2013/main/command">
      <pc:docMk/>
      <pc:sldMk cId="1125285544" sldId="2147483646"/>
    </pc:sldMkLst>
    <p188:replyLst>
      <p188:reply id="{60D3BEC0-F545-44F7-ACCC-63017480D23F}" authorId="{8A65284F-C0AA-A915-DBED-13C9ED412874}" created="2025-08-29T14:23:15.462">
        <p188:txBody>
          <a:bodyPr/>
          <a:lstStyle/>
          <a:p>
            <a:r>
              <a:rPr lang="en-US"/>
              <a:t>Account team will be stored at the Account Record level. DUNS Legal Account, Domestic legal(if required) will definitely store. Global ulitimate is TBD will be based on if we allow transactions to flow at the top level.</a:t>
            </a:r>
          </a:p>
        </p188:txBody>
      </p188:reply>
    </p188:replyLst>
    <p188:txBody>
      <a:bodyPr/>
      <a:lstStyle/>
      <a:p>
        <a:r>
          <a:rPr lang="en-US"/>
          <a:t>where will sales support assignments be stored and at what level?  - CSM, Billing Analyst, SE, etc.</a:t>
        </a:r>
      </a:p>
    </p188:txBody>
  </p188:cm>
  <p188:cm id="{1C0AF6DE-2168-42E5-AE85-85810853DB82}" authorId="{5D8C95BA-0508-DF6A-25B4-6FC0B7AC11C8}" created="2025-08-28T15:10:36.420" startDate="2025-08-28T15:10:36.420" dueDate="2025-08-28T15:10:36.420" assignedTo="{8A65284F-C0AA-A915-DBED-13C9ED412874}" title="@Karthick Punyakoteeswaran , would there be an attribute to identify the Legal Entity as an Equinix Partner, and then perhaps go further to classify type of partner - Disti, Operator, Referral, etc">
    <pc:sldMkLst xmlns:pc="http://schemas.microsoft.com/office/powerpoint/2013/main/command">
      <pc:docMk/>
      <pc:sldMk cId="1125285544" sldId="2147483646"/>
    </pc:sldMkLst>
    <p188:replyLst>
      <p188:reply id="{6AA387AD-47A0-4B42-955C-B659ED2244E0}" authorId="{8A65284F-C0AA-A915-DBED-13C9ED412874}" created="2025-08-29T14:25:43.620">
        <p188:txBody>
          <a:bodyPr/>
          <a:lstStyle/>
          <a:p>
            <a:r>
              <a:rPr lang="en-US"/>
              <a:t>Yes, the plan is to have a one-to-many field to map that field. As a single Legal record will have multiple sales motions.</a:t>
            </a:r>
          </a:p>
        </p188:txBody>
      </p188:reply>
    </p188:replyLst>
    <p188:txBody>
      <a:bodyPr/>
      <a:lstStyle/>
      <a:p>
        <a:r>
          <a:rPr lang="en-US"/>
          <a:t>[@Karthick Punyakoteeswaran] , would there be an attribute to identify the Legal Entity as an Equinix Partner, and then perhaps go further to classify type of partner - Disti, Operator, Referral, etc</a:t>
        </a:r>
      </a:p>
    </p188:txBody>
    <p188:extLst>
      <p:ext xmlns:p="http://schemas.openxmlformats.org/presentationml/2006/main" uri="{5BB2D875-25FF-4072-B9AC-8F64D62656EB}">
        <p228:taskDetails xmlns:p228="http://schemas.microsoft.com/office/powerpoint/2022/08/main">
          <p228:history>
            <p228:event time="2025-08-28T15:10:36.420" id="{F6BC61E5-D817-4487-9567-7436CF9600FE}">
              <p228:atrbtn authorId="{5D8C95BA-0508-DF6A-25B4-6FC0B7AC11C8}"/>
              <p228:anchr>
                <p228:comment id="{1C0AF6DE-2168-42E5-AE85-85810853DB82}"/>
              </p228:anchr>
              <p228:add/>
            </p228:event>
            <p228:event time="2025-08-28T15:10:36.420" id="{D64F73E8-2143-42A5-A025-17498B9A3ED7}">
              <p228:atrbtn authorId="{5D8C95BA-0508-DF6A-25B4-6FC0B7AC11C8}"/>
              <p228:anchr>
                <p228:comment id="{1C0AF6DE-2168-42E5-AE85-85810853DB82}"/>
              </p228:anchr>
              <p228:asgn authorId="{8A65284F-C0AA-A915-DBED-13C9ED412874}"/>
            </p228:event>
            <p228:event time="2025-08-28T15:10:36.420" id="{F8D634CD-9B44-4B72-8AEF-62E92036A06D}">
              <p228:atrbtn authorId="{5D8C95BA-0508-DF6A-25B4-6FC0B7AC11C8}"/>
              <p228:anchr>
                <p228:comment id="{1C0AF6DE-2168-42E5-AE85-85810853DB82}"/>
              </p228:anchr>
              <p228:title val="@Karthick Punyakoteeswaran , would there be an attribute to identify the Legal Entity as an Equinix Partner, and then perhaps go further to classify type of partner - Disti, Operator, Referral, etc"/>
            </p228:event>
            <p228:event time="2025-08-28T15:10:36.420" id="{5B58D07E-E0C2-4961-B0F5-FB242AE63B19}">
              <p228:atrbtn authorId="{5D8C95BA-0508-DF6A-25B4-6FC0B7AC11C8}"/>
              <p228:anchr>
                <p228:comment id="{1C0AF6DE-2168-42E5-AE85-85810853DB82}"/>
              </p228:anchr>
              <p228:date stDt="2025-08-28T15:10:36.420" endDt="2025-08-28T15:10:36.420"/>
            </p228:event>
          </p228:history>
        </p228:taskDetails>
      </p:ext>
    </p188:extLst>
  </p188:cm>
</p188:cmLst>
</file>

<file path=ppt/comments/modernComment_114_1EF15FF0.xml><?xml version="1.0" encoding="utf-8"?>
<p188:cmLst xmlns:a="http://schemas.openxmlformats.org/drawingml/2006/main" xmlns:r="http://schemas.openxmlformats.org/officeDocument/2006/relationships" xmlns:p188="http://schemas.microsoft.com/office/powerpoint/2018/8/main">
  <p188:cm id="{389879BE-C872-4F7B-8D8E-1B55FEB97CD7}" authorId="{3ED1FFC9-2245-3FA9-336C-219A67541F04}" created="2025-08-28T13:15:49.429">
    <ac:deMkLst xmlns:ac="http://schemas.microsoft.com/office/drawing/2013/main/command">
      <pc:docMk xmlns:pc="http://schemas.microsoft.com/office/powerpoint/2013/main/command"/>
      <pc:sldMk xmlns:pc="http://schemas.microsoft.com/office/powerpoint/2013/main/command" cId="519135216" sldId="276"/>
      <ac:spMk id="2162" creationId="{89FFF868-657A-9766-E6B1-12F7675935E7}"/>
    </ac:deMkLst>
    <p188:txBody>
      <a:bodyPr/>
      <a:lstStyle/>
      <a:p>
        <a:r>
          <a:rPr lang="en-US"/>
          <a:t>where do invoicing accounts sit?</a:t>
        </a:r>
      </a:p>
    </p188:txBody>
  </p188:cm>
</p188: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FBE28F-AEAB-4E06-93C4-F3785D5C83CB}" type="doc">
      <dgm:prSet loTypeId="urn:microsoft.com/office/officeart/2005/8/layout/hList1" loCatId="list" qsTypeId="urn:microsoft.com/office/officeart/2005/8/quickstyle/simple1" qsCatId="simple" csTypeId="urn:microsoft.com/office/officeart/2005/8/colors/accent2_2" csCatId="accent2" phldr="1"/>
      <dgm:spPr/>
      <dgm:t>
        <a:bodyPr/>
        <a:lstStyle/>
        <a:p>
          <a:endParaRPr lang="en-US"/>
        </a:p>
      </dgm:t>
    </dgm:pt>
    <dgm:pt modelId="{B7C7DAA5-9992-4BCA-B320-F9920B6111A3}">
      <dgm:prSet phldrT="[Text]" custT="1"/>
      <dgm:spPr/>
      <dgm:t>
        <a:bodyPr/>
        <a:lstStyle/>
        <a:p>
          <a:pPr>
            <a:buAutoNum type="arabicParenR"/>
          </a:pPr>
          <a:r>
            <a:rPr lang="en-US" sz="1800"/>
            <a:t>Single Customer Account</a:t>
          </a:r>
        </a:p>
      </dgm:t>
    </dgm:pt>
    <dgm:pt modelId="{1F7D7768-FCC0-4B21-A935-1B4E161472EC}" type="parTrans" cxnId="{DB09D103-E2C4-4CA0-B5DA-97DFB60EF542}">
      <dgm:prSet/>
      <dgm:spPr/>
      <dgm:t>
        <a:bodyPr/>
        <a:lstStyle/>
        <a:p>
          <a:endParaRPr lang="en-US" sz="1600"/>
        </a:p>
      </dgm:t>
    </dgm:pt>
    <dgm:pt modelId="{344E3F1D-096D-416E-ADB6-AD04196BC5EC}" type="sibTrans" cxnId="{DB09D103-E2C4-4CA0-B5DA-97DFB60EF542}">
      <dgm:prSet/>
      <dgm:spPr/>
      <dgm:t>
        <a:bodyPr/>
        <a:lstStyle/>
        <a:p>
          <a:endParaRPr lang="en-US" sz="1600"/>
        </a:p>
      </dgm:t>
    </dgm:pt>
    <dgm:pt modelId="{1EC09B13-677A-4252-AB68-0F38375654E2}">
      <dgm:prSet phldrT="[Text]" custT="1"/>
      <dgm:spPr>
        <a:solidFill>
          <a:schemeClr val="bg1">
            <a:lumMod val="95000"/>
            <a:alpha val="90000"/>
          </a:schemeClr>
        </a:solidFill>
      </dgm:spPr>
      <dgm:t>
        <a:bodyPr/>
        <a:lstStyle/>
        <a:p>
          <a:pPr>
            <a:lnSpc>
              <a:spcPct val="100000"/>
            </a:lnSpc>
            <a:buFont typeface="Arial" panose="020B0604020202020204" pitchFamily="34" charset="0"/>
            <a:buNone/>
          </a:pPr>
          <a:endParaRPr lang="en-US" sz="1400"/>
        </a:p>
      </dgm:t>
    </dgm:pt>
    <dgm:pt modelId="{ECCA20EB-40E2-46E6-9EBB-ACD01919F951}" type="parTrans" cxnId="{8B88FB1E-EE73-4FA3-9E94-5523BA48521D}">
      <dgm:prSet/>
      <dgm:spPr/>
      <dgm:t>
        <a:bodyPr/>
        <a:lstStyle/>
        <a:p>
          <a:endParaRPr lang="en-US" sz="1600"/>
        </a:p>
      </dgm:t>
    </dgm:pt>
    <dgm:pt modelId="{A3D6AE71-96A4-48A8-AAC1-9687E77C6E11}" type="sibTrans" cxnId="{8B88FB1E-EE73-4FA3-9E94-5523BA48521D}">
      <dgm:prSet/>
      <dgm:spPr/>
      <dgm:t>
        <a:bodyPr/>
        <a:lstStyle/>
        <a:p>
          <a:endParaRPr lang="en-US" sz="1600"/>
        </a:p>
      </dgm:t>
    </dgm:pt>
    <dgm:pt modelId="{23AC08F8-8184-4830-8A73-B8C3BA5DE2DB}">
      <dgm:prSet phldrT="[Text]" custT="1"/>
      <dgm:spPr/>
      <dgm:t>
        <a:bodyPr/>
        <a:lstStyle/>
        <a:p>
          <a:pPr>
            <a:buAutoNum type="arabicParenR"/>
          </a:pPr>
          <a:r>
            <a:rPr lang="en-US" sz="1800"/>
            <a:t>Contract Entitlement Model</a:t>
          </a:r>
        </a:p>
      </dgm:t>
    </dgm:pt>
    <dgm:pt modelId="{68E7C7F4-A605-4F9A-A3C3-1E6F17F14DB1}" type="parTrans" cxnId="{558A84D5-2DF3-418B-8626-61B710E0F241}">
      <dgm:prSet/>
      <dgm:spPr/>
      <dgm:t>
        <a:bodyPr/>
        <a:lstStyle/>
        <a:p>
          <a:endParaRPr lang="en-US" sz="1600"/>
        </a:p>
      </dgm:t>
    </dgm:pt>
    <dgm:pt modelId="{06D7B1E7-A838-483D-8FA8-7120725DF11E}" type="sibTrans" cxnId="{558A84D5-2DF3-418B-8626-61B710E0F241}">
      <dgm:prSet/>
      <dgm:spPr/>
      <dgm:t>
        <a:bodyPr/>
        <a:lstStyle/>
        <a:p>
          <a:endParaRPr lang="en-US" sz="1600"/>
        </a:p>
      </dgm:t>
    </dgm:pt>
    <dgm:pt modelId="{8E756C00-0A62-40BC-94B3-CF4D9CA626C5}">
      <dgm:prSet phldrT="[Text]" custT="1"/>
      <dgm:spPr>
        <a:solidFill>
          <a:schemeClr val="bg1">
            <a:lumMod val="95000"/>
            <a:alpha val="90000"/>
          </a:schemeClr>
        </a:solidFill>
      </dgm:spPr>
      <dgm:t>
        <a:bodyPr/>
        <a:lstStyle/>
        <a:p>
          <a:pPr>
            <a:lnSpc>
              <a:spcPct val="100000"/>
            </a:lnSpc>
            <a:buFont typeface="Arial" panose="020B0604020202020204" pitchFamily="34" charset="0"/>
            <a:buChar char="•"/>
          </a:pPr>
          <a:r>
            <a:rPr lang="en-US" sz="1400" b="0" i="0"/>
            <a:t>Transactions are considered qualified based on the presence of legally binding contracts</a:t>
          </a:r>
          <a:endParaRPr lang="en-US" sz="1400"/>
        </a:p>
      </dgm:t>
    </dgm:pt>
    <dgm:pt modelId="{5F9EBF08-8517-4E99-86FE-742423663539}" type="parTrans" cxnId="{C61318A7-4338-4D0F-8B3E-FF9C265BB2FF}">
      <dgm:prSet/>
      <dgm:spPr/>
      <dgm:t>
        <a:bodyPr/>
        <a:lstStyle/>
        <a:p>
          <a:endParaRPr lang="en-US" sz="1600"/>
        </a:p>
      </dgm:t>
    </dgm:pt>
    <dgm:pt modelId="{2D207590-4193-4D9E-A8B4-9083DC61FD20}" type="sibTrans" cxnId="{C61318A7-4338-4D0F-8B3E-FF9C265BB2FF}">
      <dgm:prSet/>
      <dgm:spPr/>
      <dgm:t>
        <a:bodyPr/>
        <a:lstStyle/>
        <a:p>
          <a:endParaRPr lang="en-US" sz="1600"/>
        </a:p>
      </dgm:t>
    </dgm:pt>
    <dgm:pt modelId="{822C96F2-E7DB-4F92-9B97-EC9370CA6B1C}">
      <dgm:prSet phldrT="[Text]" custT="1"/>
      <dgm:spPr/>
      <dgm:t>
        <a:bodyPr/>
        <a:lstStyle/>
        <a:p>
          <a:pPr>
            <a:buAutoNum type="arabicParenR"/>
          </a:pPr>
          <a:r>
            <a:rPr lang="en-US" sz="1800"/>
            <a:t>Customer Portfolio Management</a:t>
          </a:r>
        </a:p>
      </dgm:t>
    </dgm:pt>
    <dgm:pt modelId="{6BCCBD08-32C6-458A-84A3-C0E45B4DF9A7}" type="parTrans" cxnId="{0E9F292F-7BD9-497E-AB67-FB9EADFE96D5}">
      <dgm:prSet/>
      <dgm:spPr/>
      <dgm:t>
        <a:bodyPr/>
        <a:lstStyle/>
        <a:p>
          <a:endParaRPr lang="en-US" sz="1600"/>
        </a:p>
      </dgm:t>
    </dgm:pt>
    <dgm:pt modelId="{94F2ADD0-66A1-4992-B3D1-3D4336CF8D7C}" type="sibTrans" cxnId="{0E9F292F-7BD9-497E-AB67-FB9EADFE96D5}">
      <dgm:prSet/>
      <dgm:spPr/>
      <dgm:t>
        <a:bodyPr/>
        <a:lstStyle/>
        <a:p>
          <a:endParaRPr lang="en-US" sz="1600"/>
        </a:p>
      </dgm:t>
    </dgm:pt>
    <dgm:pt modelId="{E0FFD7F7-BF7C-44E4-A072-F86D8DA9A64D}">
      <dgm:prSet phldrT="[Text]" custT="1"/>
      <dgm:spPr>
        <a:solidFill>
          <a:schemeClr val="bg1">
            <a:lumMod val="95000"/>
            <a:alpha val="90000"/>
          </a:schemeClr>
        </a:solidFill>
      </dgm:spPr>
      <dgm:t>
        <a:bodyPr/>
        <a:lstStyle/>
        <a:p>
          <a:pPr>
            <a:lnSpc>
              <a:spcPct val="100000"/>
            </a:lnSpc>
            <a:buFont typeface="Arial" panose="020B0604020202020204" pitchFamily="34" charset="0"/>
            <a:buChar char="•"/>
          </a:pPr>
          <a:r>
            <a:rPr lang="en-US" sz="1400" b="0"/>
            <a:t>Enable partners to manage End-Customer profiles</a:t>
          </a:r>
          <a:endParaRPr lang="en-US" sz="1400"/>
        </a:p>
      </dgm:t>
    </dgm:pt>
    <dgm:pt modelId="{0D813376-F81E-4594-86D8-B48CEED017D0}" type="parTrans" cxnId="{F0346310-0E4B-40EB-A339-87A272ED1E08}">
      <dgm:prSet/>
      <dgm:spPr/>
      <dgm:t>
        <a:bodyPr/>
        <a:lstStyle/>
        <a:p>
          <a:endParaRPr lang="en-US" sz="1600"/>
        </a:p>
      </dgm:t>
    </dgm:pt>
    <dgm:pt modelId="{3BC7152F-1E2B-4421-9C06-0087440920F3}" type="sibTrans" cxnId="{F0346310-0E4B-40EB-A339-87A272ED1E08}">
      <dgm:prSet/>
      <dgm:spPr/>
      <dgm:t>
        <a:bodyPr/>
        <a:lstStyle/>
        <a:p>
          <a:endParaRPr lang="en-US" sz="1600"/>
        </a:p>
      </dgm:t>
    </dgm:pt>
    <dgm:pt modelId="{727B7740-7FF8-4AC7-BB6E-2A4AD568DE88}">
      <dgm:prSet custT="1"/>
      <dgm:spPr>
        <a:solidFill>
          <a:schemeClr val="bg1">
            <a:lumMod val="95000"/>
            <a:alpha val="90000"/>
          </a:schemeClr>
        </a:solidFill>
      </dgm:spPr>
      <dgm:t>
        <a:bodyPr/>
        <a:lstStyle/>
        <a:p>
          <a:pPr>
            <a:lnSpc>
              <a:spcPct val="100000"/>
            </a:lnSpc>
          </a:pPr>
          <a:r>
            <a:rPr lang="en-US" sz="1400" b="0" i="0"/>
            <a:t>All partner contracts must be stored in Agiloft. This enables customers to purchase, resell, and refer services using a single account.</a:t>
          </a:r>
          <a:endParaRPr lang="en-US" sz="1400"/>
        </a:p>
      </dgm:t>
    </dgm:pt>
    <dgm:pt modelId="{D651B8A8-AF99-4FF2-B513-4CEBDC07CB74}" type="parTrans" cxnId="{0FF4FC36-C29D-485D-82C2-2CD792A0AA59}">
      <dgm:prSet/>
      <dgm:spPr/>
      <dgm:t>
        <a:bodyPr/>
        <a:lstStyle/>
        <a:p>
          <a:endParaRPr lang="en-US" sz="1600"/>
        </a:p>
      </dgm:t>
    </dgm:pt>
    <dgm:pt modelId="{EA44E245-15B8-4B67-A983-94814814A093}" type="sibTrans" cxnId="{0FF4FC36-C29D-485D-82C2-2CD792A0AA59}">
      <dgm:prSet/>
      <dgm:spPr/>
      <dgm:t>
        <a:bodyPr/>
        <a:lstStyle/>
        <a:p>
          <a:endParaRPr lang="en-US" sz="1600"/>
        </a:p>
      </dgm:t>
    </dgm:pt>
    <dgm:pt modelId="{1CAF4161-B142-40E6-99E2-D006AEB7BF2E}">
      <dgm:prSet custT="1"/>
      <dgm:spPr>
        <a:solidFill>
          <a:schemeClr val="bg1">
            <a:lumMod val="95000"/>
            <a:alpha val="90000"/>
          </a:schemeClr>
        </a:solidFill>
      </dgm:spPr>
      <dgm:t>
        <a:bodyPr/>
        <a:lstStyle/>
        <a:p>
          <a:pPr>
            <a:lnSpc>
              <a:spcPct val="100000"/>
            </a:lnSpc>
          </a:pPr>
          <a:r>
            <a:rPr lang="en-US" sz="1400"/>
            <a:t>Sales motion is captured on the transaction and not on the Account</a:t>
          </a:r>
        </a:p>
      </dgm:t>
    </dgm:pt>
    <dgm:pt modelId="{795CF42B-0289-42C5-9458-09CAE2063326}" type="parTrans" cxnId="{482B8E7F-9A7E-4BE7-878F-AADB074B7DBA}">
      <dgm:prSet/>
      <dgm:spPr/>
      <dgm:t>
        <a:bodyPr/>
        <a:lstStyle/>
        <a:p>
          <a:endParaRPr lang="en-US" sz="1600"/>
        </a:p>
      </dgm:t>
    </dgm:pt>
    <dgm:pt modelId="{63FB68D3-8D52-4C7E-9CE4-DCBEAD08E01E}" type="sibTrans" cxnId="{482B8E7F-9A7E-4BE7-878F-AADB074B7DBA}">
      <dgm:prSet/>
      <dgm:spPr/>
      <dgm:t>
        <a:bodyPr/>
        <a:lstStyle/>
        <a:p>
          <a:endParaRPr lang="en-US" sz="1600"/>
        </a:p>
      </dgm:t>
    </dgm:pt>
    <dgm:pt modelId="{93A9279F-72EF-4B33-9582-A5725FAB37C4}">
      <dgm:prSet custT="1"/>
      <dgm:spPr>
        <a:solidFill>
          <a:schemeClr val="bg1">
            <a:lumMod val="95000"/>
            <a:alpha val="90000"/>
          </a:schemeClr>
        </a:solidFill>
      </dgm:spPr>
      <dgm:t>
        <a:bodyPr/>
        <a:lstStyle/>
        <a:p>
          <a:pPr>
            <a:lnSpc>
              <a:spcPct val="100000"/>
            </a:lnSpc>
          </a:pPr>
          <a:r>
            <a:rPr lang="en-US" sz="1400" b="0"/>
            <a:t>Manage departments within the same Legal entity</a:t>
          </a:r>
        </a:p>
      </dgm:t>
    </dgm:pt>
    <dgm:pt modelId="{4B36E5BA-A16C-45EB-81BF-C594A1833BE7}" type="parTrans" cxnId="{8489ED90-257C-4D6D-B387-59A95E9A03F3}">
      <dgm:prSet/>
      <dgm:spPr/>
      <dgm:t>
        <a:bodyPr/>
        <a:lstStyle/>
        <a:p>
          <a:endParaRPr lang="en-US" sz="1600"/>
        </a:p>
      </dgm:t>
    </dgm:pt>
    <dgm:pt modelId="{C30FA653-B65E-4F94-8214-EE48C18AE7DF}" type="sibTrans" cxnId="{8489ED90-257C-4D6D-B387-59A95E9A03F3}">
      <dgm:prSet/>
      <dgm:spPr/>
      <dgm:t>
        <a:bodyPr/>
        <a:lstStyle/>
        <a:p>
          <a:endParaRPr lang="en-US" sz="1600"/>
        </a:p>
      </dgm:t>
    </dgm:pt>
    <dgm:pt modelId="{E725F9AF-F781-4ACC-9BCB-F0AB2E1E9A08}">
      <dgm:prSet custT="1"/>
      <dgm:spPr>
        <a:solidFill>
          <a:schemeClr val="bg1">
            <a:lumMod val="95000"/>
            <a:alpha val="90000"/>
          </a:schemeClr>
        </a:solidFill>
      </dgm:spPr>
      <dgm:t>
        <a:bodyPr/>
        <a:lstStyle/>
        <a:p>
          <a:pPr>
            <a:lnSpc>
              <a:spcPct val="100000"/>
            </a:lnSpc>
          </a:pPr>
          <a:r>
            <a:rPr lang="en-US" sz="1400" b="0"/>
            <a:t>Customer Self-Service and Permissions Management</a:t>
          </a:r>
        </a:p>
      </dgm:t>
    </dgm:pt>
    <dgm:pt modelId="{2FBC73AF-4F5B-4A48-B194-563DE57F71FC}" type="parTrans" cxnId="{91658D43-F6DA-408C-B469-34ADF81B70EB}">
      <dgm:prSet/>
      <dgm:spPr/>
      <dgm:t>
        <a:bodyPr/>
        <a:lstStyle/>
        <a:p>
          <a:endParaRPr lang="en-US" sz="1600"/>
        </a:p>
      </dgm:t>
    </dgm:pt>
    <dgm:pt modelId="{3665CE3F-1D60-40FB-A4A0-62860632F497}" type="sibTrans" cxnId="{91658D43-F6DA-408C-B469-34ADF81B70EB}">
      <dgm:prSet/>
      <dgm:spPr/>
      <dgm:t>
        <a:bodyPr/>
        <a:lstStyle/>
        <a:p>
          <a:endParaRPr lang="en-US" sz="1600"/>
        </a:p>
      </dgm:t>
    </dgm:pt>
    <dgm:pt modelId="{4C29D749-BE8E-487A-86FF-89CD27A53054}">
      <dgm:prSet custT="1"/>
      <dgm:spPr>
        <a:solidFill>
          <a:schemeClr val="bg1">
            <a:lumMod val="95000"/>
            <a:alpha val="90000"/>
          </a:schemeClr>
        </a:solidFill>
      </dgm:spPr>
      <dgm:t>
        <a:bodyPr/>
        <a:lstStyle/>
        <a:p>
          <a:pPr>
            <a:lnSpc>
              <a:spcPct val="100000"/>
            </a:lnSpc>
          </a:pPr>
          <a:endParaRPr lang="en-US" sz="1400"/>
        </a:p>
      </dgm:t>
    </dgm:pt>
    <dgm:pt modelId="{C338F5E8-9725-40F5-8723-F451B72519D1}" type="parTrans" cxnId="{CCBA82C4-A02A-4B14-993A-90C7F1F6708D}">
      <dgm:prSet/>
      <dgm:spPr/>
      <dgm:t>
        <a:bodyPr/>
        <a:lstStyle/>
        <a:p>
          <a:endParaRPr lang="en-US" sz="1600"/>
        </a:p>
      </dgm:t>
    </dgm:pt>
    <dgm:pt modelId="{64E2CB22-6AB6-484B-A8E1-0C02A2E7182F}" type="sibTrans" cxnId="{CCBA82C4-A02A-4B14-993A-90C7F1F6708D}">
      <dgm:prSet/>
      <dgm:spPr/>
      <dgm:t>
        <a:bodyPr/>
        <a:lstStyle/>
        <a:p>
          <a:endParaRPr lang="en-US" sz="1600"/>
        </a:p>
      </dgm:t>
    </dgm:pt>
    <dgm:pt modelId="{9E16ACD5-634C-4F1E-9C14-73ED7F285C67}">
      <dgm:prSet custT="1"/>
      <dgm:spPr>
        <a:solidFill>
          <a:schemeClr val="bg1">
            <a:lumMod val="95000"/>
            <a:alpha val="90000"/>
          </a:schemeClr>
        </a:solidFill>
      </dgm:spPr>
      <dgm:t>
        <a:bodyPr/>
        <a:lstStyle/>
        <a:p>
          <a:pPr>
            <a:lnSpc>
              <a:spcPct val="100000"/>
            </a:lnSpc>
          </a:pPr>
          <a:endParaRPr lang="en-US" sz="1400" b="0"/>
        </a:p>
      </dgm:t>
    </dgm:pt>
    <dgm:pt modelId="{FF45053A-B1A1-4021-99D0-02BC744F1F6E}" type="parTrans" cxnId="{E7F49E36-3AE7-4B35-A761-47CC687B157A}">
      <dgm:prSet/>
      <dgm:spPr/>
      <dgm:t>
        <a:bodyPr/>
        <a:lstStyle/>
        <a:p>
          <a:endParaRPr lang="en-US" sz="1600"/>
        </a:p>
      </dgm:t>
    </dgm:pt>
    <dgm:pt modelId="{805BFF07-10ED-4D5D-97AF-2A6802C7B72C}" type="sibTrans" cxnId="{E7F49E36-3AE7-4B35-A761-47CC687B157A}">
      <dgm:prSet/>
      <dgm:spPr/>
      <dgm:t>
        <a:bodyPr/>
        <a:lstStyle/>
        <a:p>
          <a:endParaRPr lang="en-US" sz="1600"/>
        </a:p>
      </dgm:t>
    </dgm:pt>
    <dgm:pt modelId="{65F15263-C887-473B-A84A-B7F3508BC238}">
      <dgm:prSet custT="1"/>
      <dgm:spPr>
        <a:solidFill>
          <a:schemeClr val="bg1">
            <a:lumMod val="95000"/>
            <a:alpha val="90000"/>
          </a:schemeClr>
        </a:solidFill>
      </dgm:spPr>
      <dgm:t>
        <a:bodyPr/>
        <a:lstStyle/>
        <a:p>
          <a:pPr>
            <a:lnSpc>
              <a:spcPct val="100000"/>
            </a:lnSpc>
          </a:pPr>
          <a:endParaRPr lang="en-US" sz="1400" b="0"/>
        </a:p>
      </dgm:t>
    </dgm:pt>
    <dgm:pt modelId="{3F31DF2D-7234-4F45-9468-111AE857FC51}" type="parTrans" cxnId="{4E276DC5-5E87-452D-8961-583A9F745B2F}">
      <dgm:prSet/>
      <dgm:spPr/>
      <dgm:t>
        <a:bodyPr/>
        <a:lstStyle/>
        <a:p>
          <a:endParaRPr lang="en-US" sz="1600"/>
        </a:p>
      </dgm:t>
    </dgm:pt>
    <dgm:pt modelId="{89DF233F-E415-4BBB-A721-F435733F338A}" type="sibTrans" cxnId="{4E276DC5-5E87-452D-8961-583A9F745B2F}">
      <dgm:prSet/>
      <dgm:spPr/>
      <dgm:t>
        <a:bodyPr/>
        <a:lstStyle/>
        <a:p>
          <a:endParaRPr lang="en-US" sz="1600"/>
        </a:p>
      </dgm:t>
    </dgm:pt>
    <dgm:pt modelId="{37312E64-3806-416A-8145-4916C0D44CC8}">
      <dgm:prSet custT="1"/>
      <dgm:spPr>
        <a:solidFill>
          <a:schemeClr val="bg1">
            <a:lumMod val="95000"/>
            <a:alpha val="90000"/>
          </a:schemeClr>
        </a:solidFill>
      </dgm:spPr>
      <dgm:t>
        <a:bodyPr/>
        <a:lstStyle/>
        <a:p>
          <a:pPr>
            <a:lnSpc>
              <a:spcPct val="100000"/>
            </a:lnSpc>
          </a:pPr>
          <a:r>
            <a:rPr lang="en-US" sz="1400"/>
            <a:t>Critical Data fields to streamline the LTC business process available in Agiloft (E.g.- Payment term, Dispute period, Equinix legal entity)</a:t>
          </a:r>
        </a:p>
      </dgm:t>
    </dgm:pt>
    <dgm:pt modelId="{DADE0D1D-73AC-4264-8E3A-A5771A2DBF5C}" type="parTrans" cxnId="{DA73624C-F2D0-4F0C-8BE0-9D3BBFD9302E}">
      <dgm:prSet/>
      <dgm:spPr/>
      <dgm:t>
        <a:bodyPr/>
        <a:lstStyle/>
        <a:p>
          <a:endParaRPr lang="en-US" sz="1600"/>
        </a:p>
      </dgm:t>
    </dgm:pt>
    <dgm:pt modelId="{93193ABB-6705-425C-ABC7-4FE5FFEA90DB}" type="sibTrans" cxnId="{DA73624C-F2D0-4F0C-8BE0-9D3BBFD9302E}">
      <dgm:prSet/>
      <dgm:spPr/>
      <dgm:t>
        <a:bodyPr/>
        <a:lstStyle/>
        <a:p>
          <a:endParaRPr lang="en-US" sz="1600"/>
        </a:p>
      </dgm:t>
    </dgm:pt>
    <dgm:pt modelId="{BD676860-D175-4E49-8501-BF83737C605F}">
      <dgm:prSet phldrT="[Text]" custT="1"/>
      <dgm:spPr>
        <a:solidFill>
          <a:schemeClr val="bg1">
            <a:lumMod val="95000"/>
            <a:alpha val="90000"/>
          </a:schemeClr>
        </a:solidFill>
      </dgm:spPr>
      <dgm:t>
        <a:bodyPr/>
        <a:lstStyle/>
        <a:p>
          <a:pPr>
            <a:lnSpc>
              <a:spcPct val="100000"/>
            </a:lnSpc>
            <a:buFont typeface="Arial" panose="020B0604020202020204" pitchFamily="34" charset="0"/>
            <a:buChar char="•"/>
          </a:pPr>
          <a:endParaRPr lang="en-US" sz="1400"/>
        </a:p>
      </dgm:t>
    </dgm:pt>
    <dgm:pt modelId="{9EBCB071-60EB-4F6B-B142-60204D5D9EE3}" type="parTrans" cxnId="{A217C79E-4D6C-41DE-86C4-7B405AD0C079}">
      <dgm:prSet/>
      <dgm:spPr/>
      <dgm:t>
        <a:bodyPr/>
        <a:lstStyle/>
        <a:p>
          <a:endParaRPr lang="en-US"/>
        </a:p>
      </dgm:t>
    </dgm:pt>
    <dgm:pt modelId="{11AFFFCC-0D91-4613-BDE7-D6E4926648BD}" type="sibTrans" cxnId="{A217C79E-4D6C-41DE-86C4-7B405AD0C079}">
      <dgm:prSet/>
      <dgm:spPr/>
      <dgm:t>
        <a:bodyPr/>
        <a:lstStyle/>
        <a:p>
          <a:endParaRPr lang="en-US"/>
        </a:p>
      </dgm:t>
    </dgm:pt>
    <dgm:pt modelId="{4EC5DC17-9820-4134-876D-2FAB0C3931C3}">
      <dgm:prSet custT="1"/>
      <dgm:spPr>
        <a:solidFill>
          <a:schemeClr val="bg1">
            <a:lumMod val="95000"/>
            <a:alpha val="90000"/>
          </a:schemeClr>
        </a:solidFill>
      </dgm:spPr>
      <dgm:t>
        <a:bodyPr/>
        <a:lstStyle/>
        <a:p>
          <a:pPr>
            <a:lnSpc>
              <a:spcPct val="100000"/>
            </a:lnSpc>
          </a:pPr>
          <a:endParaRPr lang="en-US" sz="1400"/>
        </a:p>
      </dgm:t>
    </dgm:pt>
    <dgm:pt modelId="{1A790A7D-DABF-45B1-B4E5-8FA1C8052ECE}" type="parTrans" cxnId="{8D381284-F58B-45AF-BF10-7F24DF7D83A3}">
      <dgm:prSet/>
      <dgm:spPr/>
      <dgm:t>
        <a:bodyPr/>
        <a:lstStyle/>
        <a:p>
          <a:endParaRPr lang="en-US"/>
        </a:p>
      </dgm:t>
    </dgm:pt>
    <dgm:pt modelId="{8D315480-5852-4787-9547-328615A82C18}" type="sibTrans" cxnId="{8D381284-F58B-45AF-BF10-7F24DF7D83A3}">
      <dgm:prSet/>
      <dgm:spPr/>
      <dgm:t>
        <a:bodyPr/>
        <a:lstStyle/>
        <a:p>
          <a:endParaRPr lang="en-US"/>
        </a:p>
      </dgm:t>
    </dgm:pt>
    <dgm:pt modelId="{953D0C21-B766-44E6-9CCE-2BCD3685DB19}">
      <dgm:prSet custT="1"/>
      <dgm:spPr>
        <a:solidFill>
          <a:schemeClr val="bg1">
            <a:lumMod val="95000"/>
            <a:alpha val="90000"/>
          </a:schemeClr>
        </a:solidFill>
      </dgm:spPr>
      <dgm:t>
        <a:bodyPr/>
        <a:lstStyle/>
        <a:p>
          <a:pPr>
            <a:lnSpc>
              <a:spcPct val="100000"/>
            </a:lnSpc>
          </a:pPr>
          <a:r>
            <a:rPr lang="en-US" sz="1400"/>
            <a:t>Represent the Customer the way they are legally registered(DNB)</a:t>
          </a:r>
        </a:p>
      </dgm:t>
    </dgm:pt>
    <dgm:pt modelId="{4C8BC562-3CBF-4F27-A3B6-F45475927ED8}" type="sibTrans" cxnId="{07E3D5E0-21C3-43C8-AEAF-8E65EFE806CC}">
      <dgm:prSet/>
      <dgm:spPr/>
      <dgm:t>
        <a:bodyPr/>
        <a:lstStyle/>
        <a:p>
          <a:endParaRPr lang="en-US" sz="1600"/>
        </a:p>
      </dgm:t>
    </dgm:pt>
    <dgm:pt modelId="{DE534C4C-B481-4800-AF6C-FAC46E98CF4C}" type="parTrans" cxnId="{07E3D5E0-21C3-43C8-AEAF-8E65EFE806CC}">
      <dgm:prSet/>
      <dgm:spPr/>
      <dgm:t>
        <a:bodyPr/>
        <a:lstStyle/>
        <a:p>
          <a:endParaRPr lang="en-US" sz="1600"/>
        </a:p>
      </dgm:t>
    </dgm:pt>
    <dgm:pt modelId="{0BE02E0E-B17A-42E3-ABEB-54F671113209}" type="pres">
      <dgm:prSet presAssocID="{AFFBE28F-AEAB-4E06-93C4-F3785D5C83CB}" presName="Name0" presStyleCnt="0">
        <dgm:presLayoutVars>
          <dgm:dir/>
          <dgm:animLvl val="lvl"/>
          <dgm:resizeHandles val="exact"/>
        </dgm:presLayoutVars>
      </dgm:prSet>
      <dgm:spPr/>
    </dgm:pt>
    <dgm:pt modelId="{1457B694-3141-43DB-BB4C-A12CBB85E9DD}" type="pres">
      <dgm:prSet presAssocID="{B7C7DAA5-9992-4BCA-B320-F9920B6111A3}" presName="composite" presStyleCnt="0"/>
      <dgm:spPr/>
    </dgm:pt>
    <dgm:pt modelId="{2B6B472C-2CC7-4AD9-AB89-1ECBEAF38AE7}" type="pres">
      <dgm:prSet presAssocID="{B7C7DAA5-9992-4BCA-B320-F9920B6111A3}" presName="parTx" presStyleLbl="alignNode1" presStyleIdx="0" presStyleCnt="3" custScaleY="100000" custLinFactNeighborX="-215" custLinFactNeighborY="-8420">
        <dgm:presLayoutVars>
          <dgm:chMax val="0"/>
          <dgm:chPref val="0"/>
          <dgm:bulletEnabled val="1"/>
        </dgm:presLayoutVars>
      </dgm:prSet>
      <dgm:spPr/>
    </dgm:pt>
    <dgm:pt modelId="{6F1B6D2F-A9D9-46E0-A2F9-0D0B73AD4712}" type="pres">
      <dgm:prSet presAssocID="{B7C7DAA5-9992-4BCA-B320-F9920B6111A3}" presName="desTx" presStyleLbl="alignAccFollowNode1" presStyleIdx="0" presStyleCnt="3">
        <dgm:presLayoutVars>
          <dgm:bulletEnabled val="1"/>
        </dgm:presLayoutVars>
      </dgm:prSet>
      <dgm:spPr/>
    </dgm:pt>
    <dgm:pt modelId="{F0F6799B-27EA-46FF-836C-5C5E80EFE547}" type="pres">
      <dgm:prSet presAssocID="{344E3F1D-096D-416E-ADB6-AD04196BC5EC}" presName="space" presStyleCnt="0"/>
      <dgm:spPr/>
    </dgm:pt>
    <dgm:pt modelId="{0AFB4774-3FC9-44A1-A4B2-41690BF53A13}" type="pres">
      <dgm:prSet presAssocID="{23AC08F8-8184-4830-8A73-B8C3BA5DE2DB}" presName="composite" presStyleCnt="0"/>
      <dgm:spPr/>
    </dgm:pt>
    <dgm:pt modelId="{9A4A24A4-9434-40E3-9953-8AF704E15AD9}" type="pres">
      <dgm:prSet presAssocID="{23AC08F8-8184-4830-8A73-B8C3BA5DE2DB}" presName="parTx" presStyleLbl="alignNode1" presStyleIdx="1" presStyleCnt="3" custScaleY="100000">
        <dgm:presLayoutVars>
          <dgm:chMax val="0"/>
          <dgm:chPref val="0"/>
          <dgm:bulletEnabled val="1"/>
        </dgm:presLayoutVars>
      </dgm:prSet>
      <dgm:spPr/>
    </dgm:pt>
    <dgm:pt modelId="{49CDCEE4-7D55-49E2-99C0-B529AE946E54}" type="pres">
      <dgm:prSet presAssocID="{23AC08F8-8184-4830-8A73-B8C3BA5DE2DB}" presName="desTx" presStyleLbl="alignAccFollowNode1" presStyleIdx="1" presStyleCnt="3">
        <dgm:presLayoutVars>
          <dgm:bulletEnabled val="1"/>
        </dgm:presLayoutVars>
      </dgm:prSet>
      <dgm:spPr/>
    </dgm:pt>
    <dgm:pt modelId="{FF79DF64-B470-4972-969B-10AC45F65F29}" type="pres">
      <dgm:prSet presAssocID="{06D7B1E7-A838-483D-8FA8-7120725DF11E}" presName="space" presStyleCnt="0"/>
      <dgm:spPr/>
    </dgm:pt>
    <dgm:pt modelId="{FC0E1260-A115-4300-BED3-8DE23AC93E39}" type="pres">
      <dgm:prSet presAssocID="{822C96F2-E7DB-4F92-9B97-EC9370CA6B1C}" presName="composite" presStyleCnt="0"/>
      <dgm:spPr/>
    </dgm:pt>
    <dgm:pt modelId="{003D8573-C4F3-471B-B8B5-E86A4DD232A3}" type="pres">
      <dgm:prSet presAssocID="{822C96F2-E7DB-4F92-9B97-EC9370CA6B1C}" presName="parTx" presStyleLbl="alignNode1" presStyleIdx="2" presStyleCnt="3" custScaleY="100000">
        <dgm:presLayoutVars>
          <dgm:chMax val="0"/>
          <dgm:chPref val="0"/>
          <dgm:bulletEnabled val="1"/>
        </dgm:presLayoutVars>
      </dgm:prSet>
      <dgm:spPr/>
    </dgm:pt>
    <dgm:pt modelId="{95CBC9FC-FB41-47FA-931C-904781AB8066}" type="pres">
      <dgm:prSet presAssocID="{822C96F2-E7DB-4F92-9B97-EC9370CA6B1C}" presName="desTx" presStyleLbl="alignAccFollowNode1" presStyleIdx="2" presStyleCnt="3">
        <dgm:presLayoutVars>
          <dgm:bulletEnabled val="1"/>
        </dgm:presLayoutVars>
      </dgm:prSet>
      <dgm:spPr/>
    </dgm:pt>
  </dgm:ptLst>
  <dgm:cxnLst>
    <dgm:cxn modelId="{DB09D103-E2C4-4CA0-B5DA-97DFB60EF542}" srcId="{AFFBE28F-AEAB-4E06-93C4-F3785D5C83CB}" destId="{B7C7DAA5-9992-4BCA-B320-F9920B6111A3}" srcOrd="0" destOrd="0" parTransId="{1F7D7768-FCC0-4B21-A935-1B4E161472EC}" sibTransId="{344E3F1D-096D-416E-ADB6-AD04196BC5EC}"/>
    <dgm:cxn modelId="{F0346310-0E4B-40EB-A339-87A272ED1E08}" srcId="{822C96F2-E7DB-4F92-9B97-EC9370CA6B1C}" destId="{E0FFD7F7-BF7C-44E4-A072-F86D8DA9A64D}" srcOrd="0" destOrd="0" parTransId="{0D813376-F81E-4594-86D8-B48CEED017D0}" sibTransId="{3BC7152F-1E2B-4421-9C06-0087440920F3}"/>
    <dgm:cxn modelId="{8B88FB1E-EE73-4FA3-9E94-5523BA48521D}" srcId="{B7C7DAA5-9992-4BCA-B320-F9920B6111A3}" destId="{1EC09B13-677A-4252-AB68-0F38375654E2}" srcOrd="0" destOrd="0" parTransId="{ECCA20EB-40E2-46E6-9EBB-ACD01919F951}" sibTransId="{A3D6AE71-96A4-48A8-AAC1-9687E77C6E11}"/>
    <dgm:cxn modelId="{0E9F292F-7BD9-497E-AB67-FB9EADFE96D5}" srcId="{AFFBE28F-AEAB-4E06-93C4-F3785D5C83CB}" destId="{822C96F2-E7DB-4F92-9B97-EC9370CA6B1C}" srcOrd="2" destOrd="0" parTransId="{6BCCBD08-32C6-458A-84A3-C0E45B4DF9A7}" sibTransId="{94F2ADD0-66A1-4992-B3D1-3D4336CF8D7C}"/>
    <dgm:cxn modelId="{E7F49E36-3AE7-4B35-A761-47CC687B157A}" srcId="{822C96F2-E7DB-4F92-9B97-EC9370CA6B1C}" destId="{9E16ACD5-634C-4F1E-9C14-73ED7F285C67}" srcOrd="1" destOrd="0" parTransId="{FF45053A-B1A1-4021-99D0-02BC744F1F6E}" sibTransId="{805BFF07-10ED-4D5D-97AF-2A6802C7B72C}"/>
    <dgm:cxn modelId="{0FF4FC36-C29D-485D-82C2-2CD792A0AA59}" srcId="{23AC08F8-8184-4830-8A73-B8C3BA5DE2DB}" destId="{727B7740-7FF8-4AC7-BB6E-2A4AD568DE88}" srcOrd="2" destOrd="0" parTransId="{D651B8A8-AF99-4FF2-B513-4CEBDC07CB74}" sibTransId="{EA44E245-15B8-4B67-A983-94814814A093}"/>
    <dgm:cxn modelId="{4BE01F39-30AE-42BF-BF33-995BF87F07C7}" type="presOf" srcId="{727B7740-7FF8-4AC7-BB6E-2A4AD568DE88}" destId="{49CDCEE4-7D55-49E2-99C0-B529AE946E54}" srcOrd="0" destOrd="2" presId="urn:microsoft.com/office/officeart/2005/8/layout/hList1"/>
    <dgm:cxn modelId="{91658D43-F6DA-408C-B469-34ADF81B70EB}" srcId="{822C96F2-E7DB-4F92-9B97-EC9370CA6B1C}" destId="{E725F9AF-F781-4ACC-9BCB-F0AB2E1E9A08}" srcOrd="4" destOrd="0" parTransId="{2FBC73AF-4F5B-4A48-B194-563DE57F71FC}" sibTransId="{3665CE3F-1D60-40FB-A4A0-62860632F497}"/>
    <dgm:cxn modelId="{DA73624C-F2D0-4F0C-8BE0-9D3BBFD9302E}" srcId="{23AC08F8-8184-4830-8A73-B8C3BA5DE2DB}" destId="{37312E64-3806-416A-8145-4916C0D44CC8}" srcOrd="4" destOrd="0" parTransId="{DADE0D1D-73AC-4264-8E3A-A5771A2DBF5C}" sibTransId="{93193ABB-6705-425C-ABC7-4FE5FFEA90DB}"/>
    <dgm:cxn modelId="{31D9BD5A-3E6D-4FA3-9C1D-A15FF5E8CD65}" type="presOf" srcId="{1EC09B13-677A-4252-AB68-0F38375654E2}" destId="{6F1B6D2F-A9D9-46E0-A2F9-0D0B73AD4712}" srcOrd="0" destOrd="0" presId="urn:microsoft.com/office/officeart/2005/8/layout/hList1"/>
    <dgm:cxn modelId="{E68A3561-854E-4A14-AC03-DC4CD0B71FE9}" type="presOf" srcId="{23AC08F8-8184-4830-8A73-B8C3BA5DE2DB}" destId="{9A4A24A4-9434-40E3-9953-8AF704E15AD9}" srcOrd="0" destOrd="0" presId="urn:microsoft.com/office/officeart/2005/8/layout/hList1"/>
    <dgm:cxn modelId="{F3A52266-F694-4C41-9E72-54750F0E252D}" type="presOf" srcId="{953D0C21-B766-44E6-9CCE-2BCD3685DB19}" destId="{6F1B6D2F-A9D9-46E0-A2F9-0D0B73AD4712}" srcOrd="0" destOrd="1" presId="urn:microsoft.com/office/officeart/2005/8/layout/hList1"/>
    <dgm:cxn modelId="{482B8E7F-9A7E-4BE7-878F-AADB074B7DBA}" srcId="{B7C7DAA5-9992-4BCA-B320-F9920B6111A3}" destId="{1CAF4161-B142-40E6-99E2-D006AEB7BF2E}" srcOrd="3" destOrd="0" parTransId="{795CF42B-0289-42C5-9458-09CAE2063326}" sibTransId="{63FB68D3-8D52-4C7E-9CE4-DCBEAD08E01E}"/>
    <dgm:cxn modelId="{0B9DC781-42DE-4154-92DD-10827C00F504}" type="presOf" srcId="{37312E64-3806-416A-8145-4916C0D44CC8}" destId="{49CDCEE4-7D55-49E2-99C0-B529AE946E54}" srcOrd="0" destOrd="4" presId="urn:microsoft.com/office/officeart/2005/8/layout/hList1"/>
    <dgm:cxn modelId="{8D381284-F58B-45AF-BF10-7F24DF7D83A3}" srcId="{23AC08F8-8184-4830-8A73-B8C3BA5DE2DB}" destId="{4EC5DC17-9820-4134-876D-2FAB0C3931C3}" srcOrd="3" destOrd="0" parTransId="{1A790A7D-DABF-45B1-B4E5-8FA1C8052ECE}" sibTransId="{8D315480-5852-4787-9547-328615A82C18}"/>
    <dgm:cxn modelId="{8489ED90-257C-4D6D-B387-59A95E9A03F3}" srcId="{822C96F2-E7DB-4F92-9B97-EC9370CA6B1C}" destId="{93A9279F-72EF-4B33-9582-A5725FAB37C4}" srcOrd="2" destOrd="0" parTransId="{4B36E5BA-A16C-45EB-81BF-C594A1833BE7}" sibTransId="{C30FA653-B65E-4F94-8214-EE48C18AE7DF}"/>
    <dgm:cxn modelId="{A217C79E-4D6C-41DE-86C4-7B405AD0C079}" srcId="{23AC08F8-8184-4830-8A73-B8C3BA5DE2DB}" destId="{BD676860-D175-4E49-8501-BF83737C605F}" srcOrd="1" destOrd="0" parTransId="{9EBCB071-60EB-4F6B-B142-60204D5D9EE3}" sibTransId="{11AFFFCC-0D91-4613-BDE7-D6E4926648BD}"/>
    <dgm:cxn modelId="{8824E7A4-FDA3-42D5-9167-12F44AAADC47}" type="presOf" srcId="{B7C7DAA5-9992-4BCA-B320-F9920B6111A3}" destId="{2B6B472C-2CC7-4AD9-AB89-1ECBEAF38AE7}" srcOrd="0" destOrd="0" presId="urn:microsoft.com/office/officeart/2005/8/layout/hList1"/>
    <dgm:cxn modelId="{C61318A7-4338-4D0F-8B3E-FF9C265BB2FF}" srcId="{23AC08F8-8184-4830-8A73-B8C3BA5DE2DB}" destId="{8E756C00-0A62-40BC-94B3-CF4D9CA626C5}" srcOrd="0" destOrd="0" parTransId="{5F9EBF08-8517-4E99-86FE-742423663539}" sibTransId="{2D207590-4193-4D9E-A8B4-9083DC61FD20}"/>
    <dgm:cxn modelId="{ED0A41AA-7A9B-498B-AEBF-746B46D0F045}" type="presOf" srcId="{93A9279F-72EF-4B33-9582-A5725FAB37C4}" destId="{95CBC9FC-FB41-47FA-931C-904781AB8066}" srcOrd="0" destOrd="2" presId="urn:microsoft.com/office/officeart/2005/8/layout/hList1"/>
    <dgm:cxn modelId="{D6056CB6-85D9-4D33-95DC-2341702486E0}" type="presOf" srcId="{1CAF4161-B142-40E6-99E2-D006AEB7BF2E}" destId="{6F1B6D2F-A9D9-46E0-A2F9-0D0B73AD4712}" srcOrd="0" destOrd="3" presId="urn:microsoft.com/office/officeart/2005/8/layout/hList1"/>
    <dgm:cxn modelId="{375A39C0-B5DD-47DC-8EF4-10802E15162E}" type="presOf" srcId="{4C29D749-BE8E-487A-86FF-89CD27A53054}" destId="{6F1B6D2F-A9D9-46E0-A2F9-0D0B73AD4712}" srcOrd="0" destOrd="2" presId="urn:microsoft.com/office/officeart/2005/8/layout/hList1"/>
    <dgm:cxn modelId="{CCBA82C4-A02A-4B14-993A-90C7F1F6708D}" srcId="{B7C7DAA5-9992-4BCA-B320-F9920B6111A3}" destId="{4C29D749-BE8E-487A-86FF-89CD27A53054}" srcOrd="2" destOrd="0" parTransId="{C338F5E8-9725-40F5-8723-F451B72519D1}" sibTransId="{64E2CB22-6AB6-484B-A8E1-0C02A2E7182F}"/>
    <dgm:cxn modelId="{4E276DC5-5E87-452D-8961-583A9F745B2F}" srcId="{822C96F2-E7DB-4F92-9B97-EC9370CA6B1C}" destId="{65F15263-C887-473B-A84A-B7F3508BC238}" srcOrd="3" destOrd="0" parTransId="{3F31DF2D-7234-4F45-9468-111AE857FC51}" sibTransId="{89DF233F-E415-4BBB-A721-F435733F338A}"/>
    <dgm:cxn modelId="{E44E83C6-60E5-4AF9-8D07-F6FA34B332F8}" type="presOf" srcId="{E725F9AF-F781-4ACC-9BCB-F0AB2E1E9A08}" destId="{95CBC9FC-FB41-47FA-931C-904781AB8066}" srcOrd="0" destOrd="4" presId="urn:microsoft.com/office/officeart/2005/8/layout/hList1"/>
    <dgm:cxn modelId="{45593BC9-D3AE-42BA-87EE-003367AD3F3F}" type="presOf" srcId="{65F15263-C887-473B-A84A-B7F3508BC238}" destId="{95CBC9FC-FB41-47FA-931C-904781AB8066}" srcOrd="0" destOrd="3" presId="urn:microsoft.com/office/officeart/2005/8/layout/hList1"/>
    <dgm:cxn modelId="{F0A68BCD-94EC-4640-AA7D-85FB54EA2EEC}" type="presOf" srcId="{822C96F2-E7DB-4F92-9B97-EC9370CA6B1C}" destId="{003D8573-C4F3-471B-B8B5-E86A4DD232A3}" srcOrd="0" destOrd="0" presId="urn:microsoft.com/office/officeart/2005/8/layout/hList1"/>
    <dgm:cxn modelId="{FAE1ECD3-EF28-4412-B126-B1D501CB609E}" type="presOf" srcId="{AFFBE28F-AEAB-4E06-93C4-F3785D5C83CB}" destId="{0BE02E0E-B17A-42E3-ABEB-54F671113209}" srcOrd="0" destOrd="0" presId="urn:microsoft.com/office/officeart/2005/8/layout/hList1"/>
    <dgm:cxn modelId="{558A84D5-2DF3-418B-8626-61B710E0F241}" srcId="{AFFBE28F-AEAB-4E06-93C4-F3785D5C83CB}" destId="{23AC08F8-8184-4830-8A73-B8C3BA5DE2DB}" srcOrd="1" destOrd="0" parTransId="{68E7C7F4-A605-4F9A-A3C3-1E6F17F14DB1}" sibTransId="{06D7B1E7-A838-483D-8FA8-7120725DF11E}"/>
    <dgm:cxn modelId="{429AF2DE-B641-4269-A782-432E07D8CF4A}" type="presOf" srcId="{E0FFD7F7-BF7C-44E4-A072-F86D8DA9A64D}" destId="{95CBC9FC-FB41-47FA-931C-904781AB8066}" srcOrd="0" destOrd="0" presId="urn:microsoft.com/office/officeart/2005/8/layout/hList1"/>
    <dgm:cxn modelId="{07E3D5E0-21C3-43C8-AEAF-8E65EFE806CC}" srcId="{B7C7DAA5-9992-4BCA-B320-F9920B6111A3}" destId="{953D0C21-B766-44E6-9CCE-2BCD3685DB19}" srcOrd="1" destOrd="0" parTransId="{DE534C4C-B481-4800-AF6C-FAC46E98CF4C}" sibTransId="{4C8BC562-3CBF-4F27-A3B6-F45475927ED8}"/>
    <dgm:cxn modelId="{E8DDE4ED-C2D9-43F8-922C-9D603A48D9E4}" type="presOf" srcId="{9E16ACD5-634C-4F1E-9C14-73ED7F285C67}" destId="{95CBC9FC-FB41-47FA-931C-904781AB8066}" srcOrd="0" destOrd="1" presId="urn:microsoft.com/office/officeart/2005/8/layout/hList1"/>
    <dgm:cxn modelId="{F5154AF1-98C8-4933-9F70-15DAFC4C6DFA}" type="presOf" srcId="{BD676860-D175-4E49-8501-BF83737C605F}" destId="{49CDCEE4-7D55-49E2-99C0-B529AE946E54}" srcOrd="0" destOrd="1" presId="urn:microsoft.com/office/officeart/2005/8/layout/hList1"/>
    <dgm:cxn modelId="{DF085FFC-EC50-47F8-B4E3-6B9063E38F65}" type="presOf" srcId="{4EC5DC17-9820-4134-876D-2FAB0C3931C3}" destId="{49CDCEE4-7D55-49E2-99C0-B529AE946E54}" srcOrd="0" destOrd="3" presId="urn:microsoft.com/office/officeart/2005/8/layout/hList1"/>
    <dgm:cxn modelId="{96F5BBFC-4C86-4F89-B174-41EE43D5381C}" type="presOf" srcId="{8E756C00-0A62-40BC-94B3-CF4D9CA626C5}" destId="{49CDCEE4-7D55-49E2-99C0-B529AE946E54}" srcOrd="0" destOrd="0" presId="urn:microsoft.com/office/officeart/2005/8/layout/hList1"/>
    <dgm:cxn modelId="{21C0FFCA-3FCA-4F98-AC6E-6E30365F0F73}" type="presParOf" srcId="{0BE02E0E-B17A-42E3-ABEB-54F671113209}" destId="{1457B694-3141-43DB-BB4C-A12CBB85E9DD}" srcOrd="0" destOrd="0" presId="urn:microsoft.com/office/officeart/2005/8/layout/hList1"/>
    <dgm:cxn modelId="{DEE45C33-E36F-44E5-8184-832C758E62A2}" type="presParOf" srcId="{1457B694-3141-43DB-BB4C-A12CBB85E9DD}" destId="{2B6B472C-2CC7-4AD9-AB89-1ECBEAF38AE7}" srcOrd="0" destOrd="0" presId="urn:microsoft.com/office/officeart/2005/8/layout/hList1"/>
    <dgm:cxn modelId="{1B9B27CD-09CB-40F4-81A9-5414A2702B43}" type="presParOf" srcId="{1457B694-3141-43DB-BB4C-A12CBB85E9DD}" destId="{6F1B6D2F-A9D9-46E0-A2F9-0D0B73AD4712}" srcOrd="1" destOrd="0" presId="urn:microsoft.com/office/officeart/2005/8/layout/hList1"/>
    <dgm:cxn modelId="{2A78D75B-FDF9-49A2-86E1-2DCE03A46E94}" type="presParOf" srcId="{0BE02E0E-B17A-42E3-ABEB-54F671113209}" destId="{F0F6799B-27EA-46FF-836C-5C5E80EFE547}" srcOrd="1" destOrd="0" presId="urn:microsoft.com/office/officeart/2005/8/layout/hList1"/>
    <dgm:cxn modelId="{CC9F3E39-80BF-431B-BDCF-4ABF6D001F79}" type="presParOf" srcId="{0BE02E0E-B17A-42E3-ABEB-54F671113209}" destId="{0AFB4774-3FC9-44A1-A4B2-41690BF53A13}" srcOrd="2" destOrd="0" presId="urn:microsoft.com/office/officeart/2005/8/layout/hList1"/>
    <dgm:cxn modelId="{C625B68B-0B4B-4C47-B17E-D4B21F85CD53}" type="presParOf" srcId="{0AFB4774-3FC9-44A1-A4B2-41690BF53A13}" destId="{9A4A24A4-9434-40E3-9953-8AF704E15AD9}" srcOrd="0" destOrd="0" presId="urn:microsoft.com/office/officeart/2005/8/layout/hList1"/>
    <dgm:cxn modelId="{B3E19287-3428-4AE0-9FF7-A7414C08546F}" type="presParOf" srcId="{0AFB4774-3FC9-44A1-A4B2-41690BF53A13}" destId="{49CDCEE4-7D55-49E2-99C0-B529AE946E54}" srcOrd="1" destOrd="0" presId="urn:microsoft.com/office/officeart/2005/8/layout/hList1"/>
    <dgm:cxn modelId="{6377BB08-9AB0-445C-B8A4-6E170351334C}" type="presParOf" srcId="{0BE02E0E-B17A-42E3-ABEB-54F671113209}" destId="{FF79DF64-B470-4972-969B-10AC45F65F29}" srcOrd="3" destOrd="0" presId="urn:microsoft.com/office/officeart/2005/8/layout/hList1"/>
    <dgm:cxn modelId="{D6E70F94-213B-4388-98A1-9ABD54ADD2A2}" type="presParOf" srcId="{0BE02E0E-B17A-42E3-ABEB-54F671113209}" destId="{FC0E1260-A115-4300-BED3-8DE23AC93E39}" srcOrd="4" destOrd="0" presId="urn:microsoft.com/office/officeart/2005/8/layout/hList1"/>
    <dgm:cxn modelId="{3C9CC176-7ACA-48CD-B53B-73839280CA21}" type="presParOf" srcId="{FC0E1260-A115-4300-BED3-8DE23AC93E39}" destId="{003D8573-C4F3-471B-B8B5-E86A4DD232A3}" srcOrd="0" destOrd="0" presId="urn:microsoft.com/office/officeart/2005/8/layout/hList1"/>
    <dgm:cxn modelId="{13D72CD1-D37B-4D37-B544-296AA1BB2D99}" type="presParOf" srcId="{FC0E1260-A115-4300-BED3-8DE23AC93E39}" destId="{95CBC9FC-FB41-47FA-931C-904781AB806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6B472C-2CC7-4AD9-AB89-1ECBEAF38AE7}">
      <dsp:nvSpPr>
        <dsp:cNvPr id="0" name=""/>
        <dsp:cNvSpPr/>
      </dsp:nvSpPr>
      <dsp:spPr>
        <a:xfrm>
          <a:off x="0" y="0"/>
          <a:ext cx="3378584" cy="12384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Single Customer Account</a:t>
          </a:r>
        </a:p>
      </dsp:txBody>
      <dsp:txXfrm>
        <a:off x="0" y="0"/>
        <a:ext cx="3378584" cy="1238400"/>
      </dsp:txXfrm>
    </dsp:sp>
    <dsp:sp modelId="{6F1B6D2F-A9D9-46E0-A2F9-0D0B73AD4712}">
      <dsp:nvSpPr>
        <dsp:cNvPr id="0" name=""/>
        <dsp:cNvSpPr/>
      </dsp:nvSpPr>
      <dsp:spPr>
        <a:xfrm>
          <a:off x="3465" y="1256818"/>
          <a:ext cx="3378584" cy="3009892"/>
        </a:xfrm>
        <a:prstGeom prst="rect">
          <a:avLst/>
        </a:prstGeom>
        <a:solidFill>
          <a:schemeClr val="bg1">
            <a:lumMod val="95000"/>
            <a:alpha val="9000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00000"/>
            </a:lnSpc>
            <a:spcBef>
              <a:spcPct val="0"/>
            </a:spcBef>
            <a:spcAft>
              <a:spcPct val="15000"/>
            </a:spcAft>
            <a:buFont typeface="Arial" panose="020B0604020202020204" pitchFamily="34" charset="0"/>
            <a:buNone/>
          </a:pPr>
          <a:endParaRPr lang="en-US" sz="1400" kern="1200"/>
        </a:p>
        <a:p>
          <a:pPr marL="114300" lvl="1" indent="-114300" algn="l" defTabSz="622300">
            <a:lnSpc>
              <a:spcPct val="100000"/>
            </a:lnSpc>
            <a:spcBef>
              <a:spcPct val="0"/>
            </a:spcBef>
            <a:spcAft>
              <a:spcPct val="15000"/>
            </a:spcAft>
            <a:buChar char="•"/>
          </a:pPr>
          <a:r>
            <a:rPr lang="en-US" sz="1400" kern="1200"/>
            <a:t>Represent the Customer the way they are legally registered(DNB)</a:t>
          </a:r>
        </a:p>
        <a:p>
          <a:pPr marL="114300" lvl="1" indent="-114300" algn="l" defTabSz="622300">
            <a:lnSpc>
              <a:spcPct val="100000"/>
            </a:lnSpc>
            <a:spcBef>
              <a:spcPct val="0"/>
            </a:spcBef>
            <a:spcAft>
              <a:spcPct val="15000"/>
            </a:spcAft>
            <a:buChar char="•"/>
          </a:pPr>
          <a:endParaRPr lang="en-US" sz="1400" kern="1200"/>
        </a:p>
        <a:p>
          <a:pPr marL="114300" lvl="1" indent="-114300" algn="l" defTabSz="622300">
            <a:lnSpc>
              <a:spcPct val="100000"/>
            </a:lnSpc>
            <a:spcBef>
              <a:spcPct val="0"/>
            </a:spcBef>
            <a:spcAft>
              <a:spcPct val="15000"/>
            </a:spcAft>
            <a:buChar char="•"/>
          </a:pPr>
          <a:r>
            <a:rPr lang="en-US" sz="1400" kern="1200"/>
            <a:t>Sales motion is captured on the transaction and not on the Account</a:t>
          </a:r>
        </a:p>
      </dsp:txBody>
      <dsp:txXfrm>
        <a:off x="3465" y="1256818"/>
        <a:ext cx="3378584" cy="3009892"/>
      </dsp:txXfrm>
    </dsp:sp>
    <dsp:sp modelId="{9A4A24A4-9434-40E3-9953-8AF704E15AD9}">
      <dsp:nvSpPr>
        <dsp:cNvPr id="0" name=""/>
        <dsp:cNvSpPr/>
      </dsp:nvSpPr>
      <dsp:spPr>
        <a:xfrm>
          <a:off x="3855051" y="18418"/>
          <a:ext cx="3378584" cy="12384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Contract Entitlement Model</a:t>
          </a:r>
        </a:p>
      </dsp:txBody>
      <dsp:txXfrm>
        <a:off x="3855051" y="18418"/>
        <a:ext cx="3378584" cy="1238400"/>
      </dsp:txXfrm>
    </dsp:sp>
    <dsp:sp modelId="{49CDCEE4-7D55-49E2-99C0-B529AE946E54}">
      <dsp:nvSpPr>
        <dsp:cNvPr id="0" name=""/>
        <dsp:cNvSpPr/>
      </dsp:nvSpPr>
      <dsp:spPr>
        <a:xfrm>
          <a:off x="3855051" y="1256818"/>
          <a:ext cx="3378584" cy="3009892"/>
        </a:xfrm>
        <a:prstGeom prst="rect">
          <a:avLst/>
        </a:prstGeom>
        <a:solidFill>
          <a:schemeClr val="bg1">
            <a:lumMod val="95000"/>
            <a:alpha val="9000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00000"/>
            </a:lnSpc>
            <a:spcBef>
              <a:spcPct val="0"/>
            </a:spcBef>
            <a:spcAft>
              <a:spcPct val="15000"/>
            </a:spcAft>
            <a:buFont typeface="Arial" panose="020B0604020202020204" pitchFamily="34" charset="0"/>
            <a:buChar char="•"/>
          </a:pPr>
          <a:r>
            <a:rPr lang="en-US" sz="1400" b="0" i="0" kern="1200"/>
            <a:t>Transactions are considered qualified based on the presence of legally binding contracts</a:t>
          </a:r>
          <a:endParaRPr lang="en-US" sz="1400" kern="1200"/>
        </a:p>
        <a:p>
          <a:pPr marL="114300" lvl="1" indent="-114300" algn="l" defTabSz="622300">
            <a:lnSpc>
              <a:spcPct val="100000"/>
            </a:lnSpc>
            <a:spcBef>
              <a:spcPct val="0"/>
            </a:spcBef>
            <a:spcAft>
              <a:spcPct val="15000"/>
            </a:spcAft>
            <a:buFont typeface="Arial" panose="020B0604020202020204" pitchFamily="34" charset="0"/>
            <a:buChar char="•"/>
          </a:pPr>
          <a:endParaRPr lang="en-US" sz="1400" kern="1200"/>
        </a:p>
        <a:p>
          <a:pPr marL="114300" lvl="1" indent="-114300" algn="l" defTabSz="622300">
            <a:lnSpc>
              <a:spcPct val="100000"/>
            </a:lnSpc>
            <a:spcBef>
              <a:spcPct val="0"/>
            </a:spcBef>
            <a:spcAft>
              <a:spcPct val="15000"/>
            </a:spcAft>
            <a:buChar char="•"/>
          </a:pPr>
          <a:r>
            <a:rPr lang="en-US" sz="1400" b="0" i="0" kern="1200"/>
            <a:t>All partner contracts must be stored in Agiloft. This enables customers to purchase, resell, and refer services using a single account.</a:t>
          </a:r>
          <a:endParaRPr lang="en-US" sz="1400" kern="1200"/>
        </a:p>
        <a:p>
          <a:pPr marL="114300" lvl="1" indent="-114300" algn="l" defTabSz="622300">
            <a:lnSpc>
              <a:spcPct val="100000"/>
            </a:lnSpc>
            <a:spcBef>
              <a:spcPct val="0"/>
            </a:spcBef>
            <a:spcAft>
              <a:spcPct val="15000"/>
            </a:spcAft>
            <a:buChar char="•"/>
          </a:pPr>
          <a:endParaRPr lang="en-US" sz="1400" kern="1200"/>
        </a:p>
        <a:p>
          <a:pPr marL="114300" lvl="1" indent="-114300" algn="l" defTabSz="622300">
            <a:lnSpc>
              <a:spcPct val="100000"/>
            </a:lnSpc>
            <a:spcBef>
              <a:spcPct val="0"/>
            </a:spcBef>
            <a:spcAft>
              <a:spcPct val="15000"/>
            </a:spcAft>
            <a:buChar char="•"/>
          </a:pPr>
          <a:r>
            <a:rPr lang="en-US" sz="1400" kern="1200"/>
            <a:t>Critical Data fields to streamline the LTC business process available in Agiloft (E.g.- Payment term, Dispute period, Equinix legal entity)</a:t>
          </a:r>
        </a:p>
      </dsp:txBody>
      <dsp:txXfrm>
        <a:off x="3855051" y="1256818"/>
        <a:ext cx="3378584" cy="3009892"/>
      </dsp:txXfrm>
    </dsp:sp>
    <dsp:sp modelId="{003D8573-C4F3-471B-B8B5-E86A4DD232A3}">
      <dsp:nvSpPr>
        <dsp:cNvPr id="0" name=""/>
        <dsp:cNvSpPr/>
      </dsp:nvSpPr>
      <dsp:spPr>
        <a:xfrm>
          <a:off x="7706638" y="18418"/>
          <a:ext cx="3378584" cy="12384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Customer Portfolio Management</a:t>
          </a:r>
        </a:p>
      </dsp:txBody>
      <dsp:txXfrm>
        <a:off x="7706638" y="18418"/>
        <a:ext cx="3378584" cy="1238400"/>
      </dsp:txXfrm>
    </dsp:sp>
    <dsp:sp modelId="{95CBC9FC-FB41-47FA-931C-904781AB8066}">
      <dsp:nvSpPr>
        <dsp:cNvPr id="0" name=""/>
        <dsp:cNvSpPr/>
      </dsp:nvSpPr>
      <dsp:spPr>
        <a:xfrm>
          <a:off x="7706638" y="1256818"/>
          <a:ext cx="3378584" cy="3009892"/>
        </a:xfrm>
        <a:prstGeom prst="rect">
          <a:avLst/>
        </a:prstGeom>
        <a:solidFill>
          <a:schemeClr val="bg1">
            <a:lumMod val="95000"/>
            <a:alpha val="9000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00000"/>
            </a:lnSpc>
            <a:spcBef>
              <a:spcPct val="0"/>
            </a:spcBef>
            <a:spcAft>
              <a:spcPct val="15000"/>
            </a:spcAft>
            <a:buFont typeface="Arial" panose="020B0604020202020204" pitchFamily="34" charset="0"/>
            <a:buChar char="•"/>
          </a:pPr>
          <a:r>
            <a:rPr lang="en-US" sz="1400" b="0" kern="1200"/>
            <a:t>Enable partners to manage End-Customer profiles</a:t>
          </a:r>
          <a:endParaRPr lang="en-US" sz="1400" kern="1200"/>
        </a:p>
        <a:p>
          <a:pPr marL="114300" lvl="1" indent="-114300" algn="l" defTabSz="622300">
            <a:lnSpc>
              <a:spcPct val="100000"/>
            </a:lnSpc>
            <a:spcBef>
              <a:spcPct val="0"/>
            </a:spcBef>
            <a:spcAft>
              <a:spcPct val="15000"/>
            </a:spcAft>
            <a:buChar char="•"/>
          </a:pPr>
          <a:endParaRPr lang="en-US" sz="1400" b="0" kern="1200"/>
        </a:p>
        <a:p>
          <a:pPr marL="114300" lvl="1" indent="-114300" algn="l" defTabSz="622300">
            <a:lnSpc>
              <a:spcPct val="100000"/>
            </a:lnSpc>
            <a:spcBef>
              <a:spcPct val="0"/>
            </a:spcBef>
            <a:spcAft>
              <a:spcPct val="15000"/>
            </a:spcAft>
            <a:buChar char="•"/>
          </a:pPr>
          <a:r>
            <a:rPr lang="en-US" sz="1400" b="0" kern="1200"/>
            <a:t>Manage departments within the same Legal entity</a:t>
          </a:r>
        </a:p>
        <a:p>
          <a:pPr marL="114300" lvl="1" indent="-114300" algn="l" defTabSz="622300">
            <a:lnSpc>
              <a:spcPct val="100000"/>
            </a:lnSpc>
            <a:spcBef>
              <a:spcPct val="0"/>
            </a:spcBef>
            <a:spcAft>
              <a:spcPct val="15000"/>
            </a:spcAft>
            <a:buChar char="•"/>
          </a:pPr>
          <a:endParaRPr lang="en-US" sz="1400" b="0" kern="1200"/>
        </a:p>
        <a:p>
          <a:pPr marL="114300" lvl="1" indent="-114300" algn="l" defTabSz="622300">
            <a:lnSpc>
              <a:spcPct val="100000"/>
            </a:lnSpc>
            <a:spcBef>
              <a:spcPct val="0"/>
            </a:spcBef>
            <a:spcAft>
              <a:spcPct val="15000"/>
            </a:spcAft>
            <a:buChar char="•"/>
          </a:pPr>
          <a:r>
            <a:rPr lang="en-US" sz="1400" b="0" kern="1200"/>
            <a:t>Customer Self-Service and Permissions Management</a:t>
          </a:r>
        </a:p>
      </dsp:txBody>
      <dsp:txXfrm>
        <a:off x="7706638" y="1256818"/>
        <a:ext cx="3378584" cy="300989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87A747-2334-FDFE-DCD3-C458E76D12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26600AC-A43E-80E8-700D-723E213D08A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E8A43D-DB4D-462D-9F63-4F5BBA10C42E}" type="datetimeFigureOut">
              <a:rPr lang="en-US" smtClean="0"/>
              <a:t>9/3/25</a:t>
            </a:fld>
            <a:endParaRPr lang="en-US"/>
          </a:p>
        </p:txBody>
      </p:sp>
      <p:sp>
        <p:nvSpPr>
          <p:cNvPr id="4" name="Footer Placeholder 3">
            <a:extLst>
              <a:ext uri="{FF2B5EF4-FFF2-40B4-BE49-F238E27FC236}">
                <a16:creationId xmlns:a16="http://schemas.microsoft.com/office/drawing/2014/main" id="{1B7F253B-9766-48A9-19AB-0C87C7E68B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2B05B46-DB5F-A9A0-3AB3-15743A81AA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054B35-CA8C-4ECB-B970-0D36F6C90216}" type="slidenum">
              <a:rPr lang="en-US" smtClean="0"/>
              <a:t>‹#›</a:t>
            </a:fld>
            <a:endParaRPr lang="en-US"/>
          </a:p>
        </p:txBody>
      </p:sp>
    </p:spTree>
    <p:extLst>
      <p:ext uri="{BB962C8B-B14F-4D97-AF65-F5344CB8AC3E}">
        <p14:creationId xmlns:p14="http://schemas.microsoft.com/office/powerpoint/2010/main" val="424537262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72000" cy="458788"/>
          </a:xfrm>
          <a:prstGeom prst="rect">
            <a:avLst/>
          </a:prstGeom>
        </p:spPr>
        <p:txBody>
          <a:bodyPr vert="horz" lIns="457200" tIns="45720" rIns="91440" bIns="45720" rtlCol="0" anchor="b" anchorCtr="0"/>
          <a:lstStyle>
            <a:lvl1pPr algn="l">
              <a:defRPr sz="1200"/>
            </a:lvl1pPr>
          </a:lstStyle>
          <a:p>
            <a:endParaRPr lang="en-US"/>
          </a:p>
        </p:txBody>
      </p:sp>
      <p:sp>
        <p:nvSpPr>
          <p:cNvPr id="3" name="Date Placeholder 2"/>
          <p:cNvSpPr>
            <a:spLocks noGrp="1"/>
          </p:cNvSpPr>
          <p:nvPr>
            <p:ph type="dt" idx="1"/>
          </p:nvPr>
        </p:nvSpPr>
        <p:spPr>
          <a:xfrm>
            <a:off x="5029200" y="0"/>
            <a:ext cx="1828800" cy="458788"/>
          </a:xfrm>
          <a:prstGeom prst="rect">
            <a:avLst/>
          </a:prstGeom>
        </p:spPr>
        <p:txBody>
          <a:bodyPr vert="horz" lIns="91440" tIns="45720" rIns="457200" bIns="45720" rtlCol="0" anchor="b" anchorCtr="0"/>
          <a:lstStyle>
            <a:lvl1pPr algn="r">
              <a:defRPr sz="1200"/>
            </a:lvl1pPr>
          </a:lstStyle>
          <a:p>
            <a:fld id="{C31B4025-D7FD-45C9-8477-39DA4C14EF84}" type="datetimeFigureOut">
              <a:rPr lang="en-US" smtClean="0"/>
              <a:t>9/3/25</a:t>
            </a:fld>
            <a:endParaRPr lang="en-US"/>
          </a:p>
        </p:txBody>
      </p:sp>
      <p:sp>
        <p:nvSpPr>
          <p:cNvPr id="4" name="Slide Image Placeholder 3"/>
          <p:cNvSpPr>
            <a:spLocks noGrp="1" noRot="1" noChangeAspect="1"/>
          </p:cNvSpPr>
          <p:nvPr>
            <p:ph type="sldImg" idx="2"/>
          </p:nvPr>
        </p:nvSpPr>
        <p:spPr>
          <a:xfrm>
            <a:off x="457200" y="640080"/>
            <a:ext cx="2743200" cy="1543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2286000"/>
            <a:ext cx="5943600" cy="621792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4572000" cy="458787"/>
          </a:xfrm>
          <a:prstGeom prst="rect">
            <a:avLst/>
          </a:prstGeom>
        </p:spPr>
        <p:txBody>
          <a:bodyPr vert="horz" lIns="457200" tIns="45720" rIns="91440" bIns="45720" rtlCol="0" anchor="t" anchorCtr="0"/>
          <a:lstStyle>
            <a:lvl1pPr algn="l">
              <a:defRPr sz="1200"/>
            </a:lvl1pPr>
          </a:lstStyle>
          <a:p>
            <a:endParaRPr lang="en-US"/>
          </a:p>
        </p:txBody>
      </p:sp>
      <p:sp>
        <p:nvSpPr>
          <p:cNvPr id="7" name="Slide Number Placeholder 6"/>
          <p:cNvSpPr>
            <a:spLocks noGrp="1"/>
          </p:cNvSpPr>
          <p:nvPr>
            <p:ph type="sldNum" sz="quarter" idx="5"/>
          </p:nvPr>
        </p:nvSpPr>
        <p:spPr>
          <a:xfrm>
            <a:off x="5029200" y="8685213"/>
            <a:ext cx="1828800" cy="458787"/>
          </a:xfrm>
          <a:prstGeom prst="rect">
            <a:avLst/>
          </a:prstGeom>
        </p:spPr>
        <p:txBody>
          <a:bodyPr vert="horz" lIns="91440" tIns="45720" rIns="457200" bIns="45720" rtlCol="0" anchor="t" anchorCtr="0"/>
          <a:lstStyle>
            <a:lvl1pPr algn="r">
              <a:defRPr sz="1200"/>
            </a:lvl1pPr>
          </a:lstStyle>
          <a:p>
            <a:fld id="{9A0F8970-74C7-41C9-AFBE-669FB05F5F71}" type="slidenum">
              <a:rPr lang="en-US" smtClean="0"/>
              <a:t>‹#›</a:t>
            </a:fld>
            <a:endParaRPr lang="en-US"/>
          </a:p>
        </p:txBody>
      </p:sp>
    </p:spTree>
    <p:extLst>
      <p:ext uri="{BB962C8B-B14F-4D97-AF65-F5344CB8AC3E}">
        <p14:creationId xmlns:p14="http://schemas.microsoft.com/office/powerpoint/2010/main" val="3800747756"/>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defRPr sz="1100" kern="1200">
        <a:solidFill>
          <a:schemeClr val="tx1"/>
        </a:solidFill>
        <a:latin typeface="+mn-lt"/>
        <a:ea typeface="+mn-ea"/>
        <a:cs typeface="+mn-cs"/>
      </a:defRPr>
    </a:lvl1pPr>
    <a:lvl2pPr marL="365760" indent="-182880" algn="l" defTabSz="914400" rtl="0" eaLnBrk="1" latinLnBrk="0" hangingPunct="1">
      <a:defRPr sz="1100" kern="1200">
        <a:solidFill>
          <a:schemeClr val="tx1"/>
        </a:solidFill>
        <a:latin typeface="+mn-lt"/>
        <a:ea typeface="+mn-ea"/>
        <a:cs typeface="+mn-cs"/>
      </a:defRPr>
    </a:lvl2pPr>
    <a:lvl3pPr marL="548640" indent="-182880" algn="l" defTabSz="914400" rtl="0" eaLnBrk="1" latinLnBrk="0" hangingPunct="1">
      <a:defRPr sz="1100" kern="1200">
        <a:solidFill>
          <a:schemeClr val="tx1"/>
        </a:solidFill>
        <a:latin typeface="+mn-lt"/>
        <a:ea typeface="+mn-ea"/>
        <a:cs typeface="+mn-cs"/>
      </a:defRPr>
    </a:lvl3pPr>
    <a:lvl4pPr marL="731520" indent="-182880" algn="l" defTabSz="914400" rtl="0" eaLnBrk="1" latinLnBrk="0" hangingPunct="1">
      <a:defRPr sz="1100" kern="1200">
        <a:solidFill>
          <a:schemeClr val="tx1"/>
        </a:solidFill>
        <a:latin typeface="+mn-lt"/>
        <a:ea typeface="+mn-ea"/>
        <a:cs typeface="+mn-cs"/>
      </a:defRPr>
    </a:lvl4pPr>
    <a:lvl5pPr marL="914400" indent="-182880" algn="l" defTabSz="914400" rtl="0" eaLnBrk="1" latinLnBrk="0" hangingPunct="1">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39763"/>
            <a:ext cx="2743200" cy="1543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ctr" latinLnBrk="0" hangingPunct="1">
              <a:lnSpc>
                <a:spcPct val="100000"/>
              </a:lnSpc>
              <a:spcBef>
                <a:spcPts val="0"/>
              </a:spcBef>
              <a:spcAft>
                <a:spcPts val="0"/>
              </a:spcAft>
              <a:buClrTx/>
              <a:buSzTx/>
              <a:buFontTx/>
              <a:buNone/>
              <a:tabLst/>
              <a:defRPr/>
            </a:pPr>
            <a:fld id="{681CA3B0-5B8D-442D-9B70-21A1541721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ctr"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0768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39763"/>
            <a:ext cx="2743200" cy="1543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0F8970-74C7-41C9-AFBE-669FB05F5F71}"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70205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639763"/>
            <a:ext cx="2743200" cy="1543050"/>
          </a:xfrm>
        </p:spPr>
      </p:sp>
      <p:sp>
        <p:nvSpPr>
          <p:cNvPr id="3" name="Notes Placeholder 2"/>
          <p:cNvSpPr>
            <a:spLocks noGrp="1"/>
          </p:cNvSpPr>
          <p:nvPr>
            <p:ph type="body" idx="1"/>
          </p:nvPr>
        </p:nvSpPr>
        <p:spPr/>
        <p:txBody>
          <a:bodyPr/>
          <a:lstStyle/>
          <a:p>
            <a:r>
              <a:rPr lang="en-US"/>
              <a:t>Novation – Equinix changing Legal entity – Customer Acceptance</a:t>
            </a:r>
          </a:p>
          <a:p>
            <a:r>
              <a:rPr lang="en-US"/>
              <a:t>Grandfathering products that are to be sunset in the clause – Strategy</a:t>
            </a:r>
          </a:p>
          <a:p>
            <a:r>
              <a:rPr lang="en-US"/>
              <a:t>Non-Standard -??</a:t>
            </a:r>
          </a:p>
          <a:p>
            <a:r>
              <a:rPr lang="en-US"/>
              <a:t>Account creation Self Service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0F8970-74C7-41C9-AFBE-669FB05F5F71}" type="slidenum">
              <a:rPr kumimoji="0" lang="en-US" sz="12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532757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3.xml"/><Relationship Id="rId4" Type="http://schemas.openxmlformats.org/officeDocument/2006/relationships/image" Target="../media/image25.emf"/></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5.xml"/><Relationship Id="rId7" Type="http://schemas.openxmlformats.org/officeDocument/2006/relationships/image" Target="../media/image4.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27.emf"/><Relationship Id="rId4" Type="http://schemas.openxmlformats.org/officeDocument/2006/relationships/oleObject" Target="../embeddings/oleObject5.bin"/></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6.xml"/><Relationship Id="rId7" Type="http://schemas.openxmlformats.org/officeDocument/2006/relationships/image" Target="../media/image4.emf"/><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image" Target="../media/image27.emf"/><Relationship Id="rId4" Type="http://schemas.openxmlformats.org/officeDocument/2006/relationships/oleObject" Target="../embeddings/oleObject5.bin"/></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7.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1.xml.rels><?xml version="1.0" encoding="UTF-8" standalone="yes"?>
<Relationships xmlns="http://schemas.openxmlformats.org/package/2006/relationships"><Relationship Id="rId3" Type="http://schemas.openxmlformats.org/officeDocument/2006/relationships/slideMaster" Target="../slideMasters/slideMaster8.xml"/><Relationship Id="rId7" Type="http://schemas.openxmlformats.org/officeDocument/2006/relationships/image" Target="../media/image4.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image" Target="../media/image27.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85651" cy="6858000"/>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3" y="1359181"/>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grpSp>
        <p:nvGrpSpPr>
          <p:cNvPr id="9" name="horz_logo_grp">
            <a:extLst>
              <a:ext uri="{FF2B5EF4-FFF2-40B4-BE49-F238E27FC236}">
                <a16:creationId xmlns:a16="http://schemas.microsoft.com/office/drawing/2014/main" id="{B081CF4E-0306-7B47-8910-2D2FD275886E}"/>
              </a:ext>
              <a:ext uri="{C183D7F6-B498-43B3-948B-1728B52AA6E4}">
                <adec:decorative xmlns:adec="http://schemas.microsoft.com/office/drawing/2017/decorative" val="1"/>
              </a:ext>
            </a:extLst>
          </p:cNvPr>
          <p:cNvGrpSpPr>
            <a:grpSpLocks noChangeAspect="1"/>
          </p:cNvGrpSpPr>
          <p:nvPr userDrawn="1"/>
        </p:nvGrpSpPr>
        <p:grpSpPr>
          <a:xfrm>
            <a:off x="548640" y="576072"/>
            <a:ext cx="2286000" cy="334244"/>
            <a:chOff x="345440" y="2627692"/>
            <a:chExt cx="10971255" cy="1604143"/>
          </a:xfrm>
        </p:grpSpPr>
        <p:sp>
          <p:nvSpPr>
            <p:cNvPr id="10" name="Equinix_black">
              <a:extLst>
                <a:ext uri="{FF2B5EF4-FFF2-40B4-BE49-F238E27FC236}">
                  <a16:creationId xmlns:a16="http://schemas.microsoft.com/office/drawing/2014/main" id="{27CBFAAD-0187-3A4B-4166-28ECB2813DD5}"/>
                </a:ext>
                <a:ext uri="{C183D7F6-B498-43B3-948B-1728B52AA6E4}">
                  <adec:decorative xmlns:adec="http://schemas.microsoft.com/office/drawing/2017/decorative" val="1"/>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solidFill>
              <a:schemeClr val="tx1"/>
            </a:solidFill>
            <a:ln w="3410" cap="flat">
              <a:noFill/>
              <a:prstDash val="solid"/>
              <a:miter/>
            </a:ln>
          </p:spPr>
          <p:txBody>
            <a:bodyPr rtlCol="0" anchor="ctr"/>
            <a:lstStyle/>
            <a:p>
              <a:endParaRPr lang="en-US"/>
            </a:p>
          </p:txBody>
        </p:sp>
        <p:sp>
          <p:nvSpPr>
            <p:cNvPr id="11" name="fortress_red">
              <a:extLst>
                <a:ext uri="{FF2B5EF4-FFF2-40B4-BE49-F238E27FC236}">
                  <a16:creationId xmlns:a16="http://schemas.microsoft.com/office/drawing/2014/main" id="{B58209EC-2843-70D9-ACCF-6A285590AAEE}"/>
                </a:ext>
                <a:ext uri="{C183D7F6-B498-43B3-948B-1728B52AA6E4}">
                  <adec:decorative xmlns:adec="http://schemas.microsoft.com/office/drawing/2017/decorative" val="1"/>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solidFill>
              <a:schemeClr val="tx1"/>
            </a:solidFill>
            <a:ln w="341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lvl1pPr>
          </a:lstStyle>
          <a:p>
            <a:pPr lvl="0"/>
            <a:r>
              <a:rPr lang="en-US"/>
              <a:t>Optional Presenter Name, Reg 14pt</a:t>
            </a:r>
          </a:p>
        </p:txBody>
      </p:sp>
    </p:spTree>
    <p:extLst>
      <p:ext uri="{BB962C8B-B14F-4D97-AF65-F5344CB8AC3E}">
        <p14:creationId xmlns:p14="http://schemas.microsoft.com/office/powerpoint/2010/main" val="2168194205"/>
      </p:ext>
    </p:extLst>
  </p:cSld>
  <p:clrMapOvr>
    <a:masterClrMapping/>
  </p:clrMapOvr>
  <p:extLst>
    <p:ext uri="{DCECCB84-F9BA-43D5-87BE-67443E8EF086}">
      <p15:sldGuideLst xmlns:p15="http://schemas.microsoft.com/office/powerpoint/2012/main">
        <p15:guide id="1" orient="horz" pos="1691" userDrawn="1">
          <p15:clr>
            <a:srgbClr val="C35EA4"/>
          </p15:clr>
        </p15:guide>
        <p15:guide id="2" orient="horz" pos="2207" userDrawn="1">
          <p15:clr>
            <a:srgbClr val="C35EA4"/>
          </p15:clr>
        </p15:guide>
        <p15:guide id="3" orient="horz" pos="2610" userDrawn="1">
          <p15:clr>
            <a:srgbClr val="C35EA4"/>
          </p15:clr>
        </p15:guide>
        <p15:guide id="4" orient="horz" pos="322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6D059F-CBDE-D2CE-799E-9B256A1B53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solidFill>
                  <a:schemeClr val="bg1"/>
                </a:solidFill>
              </a:defRPr>
            </a:lvl1pPr>
          </a:lstStyle>
          <a:p>
            <a:pPr lvl="0"/>
            <a:r>
              <a:rPr lang="en-US"/>
              <a:t>Optional Presenter Name, Reg 14pt</a:t>
            </a:r>
          </a:p>
        </p:txBody>
      </p:sp>
      <p:pic>
        <p:nvPicPr>
          <p:cNvPr id="15" name="Picture 14">
            <a:extLst>
              <a:ext uri="{FF2B5EF4-FFF2-40B4-BE49-F238E27FC236}">
                <a16:creationId xmlns:a16="http://schemas.microsoft.com/office/drawing/2014/main" id="{CEFFD8FD-2D94-177D-3275-B5591DA5869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548640" y="576072"/>
            <a:ext cx="2288505" cy="334244"/>
          </a:xfrm>
          <a:prstGeom prst="rect">
            <a:avLst/>
          </a:prstGeom>
        </p:spPr>
      </p:pic>
    </p:spTree>
    <p:extLst>
      <p:ext uri="{BB962C8B-B14F-4D97-AF65-F5344CB8AC3E}">
        <p14:creationId xmlns:p14="http://schemas.microsoft.com/office/powerpoint/2010/main" val="1849376825"/>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B8ECFB1-3E0D-89C3-2EE0-3DD73F448B4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solidFill>
                  <a:schemeClr val="bg1"/>
                </a:solidFill>
              </a:defRPr>
            </a:lvl1pPr>
          </a:lstStyle>
          <a:p>
            <a:pPr lvl="0"/>
            <a:r>
              <a:rPr lang="en-US"/>
              <a:t>Optional Presenter Name, Reg 14pt</a:t>
            </a:r>
          </a:p>
        </p:txBody>
      </p:sp>
      <p:pic>
        <p:nvPicPr>
          <p:cNvPr id="15" name="Picture 14">
            <a:extLst>
              <a:ext uri="{FF2B5EF4-FFF2-40B4-BE49-F238E27FC236}">
                <a16:creationId xmlns:a16="http://schemas.microsoft.com/office/drawing/2014/main" id="{CEFFD8FD-2D94-177D-3275-B5591DA5869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548640" y="576072"/>
            <a:ext cx="2288505" cy="334244"/>
          </a:xfrm>
          <a:prstGeom prst="rect">
            <a:avLst/>
          </a:prstGeom>
        </p:spPr>
      </p:pic>
    </p:spTree>
    <p:extLst>
      <p:ext uri="{BB962C8B-B14F-4D97-AF65-F5344CB8AC3E}">
        <p14:creationId xmlns:p14="http://schemas.microsoft.com/office/powerpoint/2010/main" val="1353626188"/>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Divider 1">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7020FE-4CB1-D39D-65C7-B865A480F34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86358"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0"/>
            <a:ext cx="8229600" cy="2909887"/>
          </a:xfrm>
        </p:spPr>
        <p:txBody>
          <a:bodyPr anchor="b" anchorCtr="0"/>
          <a:lstStyle>
            <a:lvl1pPr>
              <a:defRPr sz="4800"/>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0" y="3773379"/>
            <a:ext cx="6368100" cy="1554480"/>
          </a:xfrm>
        </p:spPr>
        <p:txBody>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fortress_red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73781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6EB182-729A-7670-277F-F9A8EDFBD33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0"/>
            <a:ext cx="8229600" cy="2909887"/>
          </a:xfrm>
        </p:spPr>
        <p:txBody>
          <a:bodyPr anchor="b" anchorCtr="0"/>
          <a:lstStyle>
            <a:lvl1pPr>
              <a:defRPr sz="4800">
                <a:solidFill>
                  <a:schemeClr val="bg1"/>
                </a:solidFill>
              </a:defRPr>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0" y="3776472"/>
            <a:ext cx="6368100" cy="1554480"/>
          </a:xfrm>
        </p:spPr>
        <p:txBody>
          <a:bodyPr/>
          <a:lstStyle>
            <a:lvl1pPr marL="0" indent="0">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8" name="fortress_red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76995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35EDD5-E2AA-ECB1-546C-AA77A35012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0"/>
            <a:ext cx="8229600" cy="2909887"/>
          </a:xfrm>
        </p:spPr>
        <p:txBody>
          <a:bodyPr anchor="b" anchorCtr="0"/>
          <a:lstStyle>
            <a:lvl1pPr>
              <a:defRPr sz="4800">
                <a:solidFill>
                  <a:schemeClr val="bg1"/>
                </a:solidFill>
              </a:defRPr>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0" y="3776472"/>
            <a:ext cx="6368100" cy="1554480"/>
          </a:xfrm>
        </p:spPr>
        <p:txBody>
          <a:bodyPr/>
          <a:lstStyle>
            <a:lvl1pPr marL="0" indent="0">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8" name="fortress_red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161292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Agenda, Bold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39" y="1554480"/>
            <a:ext cx="11091672" cy="589915"/>
          </a:xfr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16pt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F1533B5D-7581-A9A5-BB30-D1FCA20697C7}"/>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94379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88686" cy="548640"/>
          </a:xfrm>
        </p:spPr>
        <p:txBody>
          <a:bodyPr anchor="t"/>
          <a:lstStyle>
            <a:lvl1pPr>
              <a:defRPr/>
            </a:lvl1pPr>
          </a:lstStyle>
          <a:p>
            <a:r>
              <a:rPr lang="en-US"/>
              <a:t>Title text, 30pt</a:t>
            </a:r>
          </a:p>
        </p:txBody>
      </p:sp>
      <p:sp>
        <p:nvSpPr>
          <p:cNvPr id="3" name="Text Placeholder 2">
            <a:extLst>
              <a:ext uri="{FF2B5EF4-FFF2-40B4-BE49-F238E27FC236}">
                <a16:creationId xmlns:a16="http://schemas.microsoft.com/office/drawing/2014/main" id="{29F1D91E-5EBC-CFFF-C4FF-658D5BCBE502}"/>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48640" y="1554480"/>
            <a:ext cx="11088688" cy="4617720"/>
          </a:xfrm>
        </p:spPr>
        <p:txBody>
          <a:bodyPr/>
          <a:lstStyle>
            <a:lvl1pPr>
              <a:defRPr sz="1600" b="0"/>
            </a:lvl1pPr>
            <a:lvl2pPr marL="182880" indent="-182880">
              <a:spcBef>
                <a:spcPts val="600"/>
              </a:spcBef>
              <a:buFont typeface="Arial" panose="020B0604020202020204" pitchFamily="34" charset="0"/>
              <a:buChar char="•"/>
              <a:defRPr sz="1600"/>
            </a:lvl2pPr>
            <a:lvl3pPr marL="365760" indent="-182880">
              <a:buFont typeface="Arial" panose="020B0604020202020204" pitchFamily="34" charset="0"/>
              <a:buChar char="–"/>
              <a:defRPr/>
            </a:lvl3pPr>
            <a:lvl4pPr marL="548640" indent="-182880">
              <a:buFont typeface="Arial" panose="020B0604020202020204" pitchFamily="34" charset="0"/>
              <a:buChar char="•"/>
              <a:defRPr/>
            </a:lvl4pPr>
            <a:lvl5pPr marL="731520" indent="-182880">
              <a:buFont typeface="Arial" panose="020B0604020202020204" pitchFamily="34" charset="0"/>
              <a:buChar cha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802822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 Light Aqua">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ADA1B686-3EA1-290F-1850-EF5160AC70A9}"/>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786598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89252E26-4487-B48F-9389-DC1ED6B915AF}"/>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771894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1E8464C6-B635-9E5C-6217-A2685A3637D3}"/>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129987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CE3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B35D8FB1-CF62-4329-60A7-5504FB75FB3E}"/>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261460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 Light Purple">
    <p:bg>
      <p:bgPr>
        <a:solidFill>
          <a:srgbClr val="EDCC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3E88FDF8-3DE4-309C-C75C-D8C6984A1EE6}"/>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274622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28365807-71CB-01E7-FCA6-0290AC189FA1}"/>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554480"/>
            <a:ext cx="5356225" cy="4617720"/>
          </a:xfrm>
        </p:spPr>
        <p:txBody>
          <a:bodyPr/>
          <a:lstStyle>
            <a:lvl2pPr>
              <a:defRPr/>
            </a:lvl2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2"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4046904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DE6EFFD6-2BCA-A3D2-382D-EF991ABB2991}"/>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8685"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554480"/>
            <a:ext cx="3447288"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0" y="1554480"/>
            <a:ext cx="3443288"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9" name="Date Placeholder 8">
            <a:extLst>
              <a:ext uri="{FF2B5EF4-FFF2-40B4-BE49-F238E27FC236}">
                <a16:creationId xmlns:a16="http://schemas.microsoft.com/office/drawing/2014/main" id="{6F2A5ECE-5627-397C-EC44-C80147A05E9E}"/>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1244368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63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BF014CA0-1869-FF65-94DE-81CD83B5712F}"/>
              </a:ext>
            </a:extLst>
          </p:cNvPr>
          <p:cNvSpPr>
            <a:spLocks noGrp="1"/>
          </p:cNvSpPr>
          <p:nvPr>
            <p:ph type="body" sz="quarter" idx="16"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78152"/>
            <a:ext cx="2487168" cy="459404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0" y="1581912"/>
            <a:ext cx="2487168" cy="459028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8" y="1581912"/>
            <a:ext cx="2487168" cy="459028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6" y="1581912"/>
            <a:ext cx="2487168" cy="459028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9">
            <a:extLst>
              <a:ext uri="{FF2B5EF4-FFF2-40B4-BE49-F238E27FC236}">
                <a16:creationId xmlns:a16="http://schemas.microsoft.com/office/drawing/2014/main" id="{426D8142-71DC-53DA-7ACE-734A3C3C6EEE}"/>
              </a:ext>
              <a:ext uri="{C183D7F6-B498-43B3-948B-1728B52AA6E4}">
                <adec:decorative xmlns:adec="http://schemas.microsoft.com/office/drawing/2017/decorative" val="0"/>
              </a:ext>
            </a:extLst>
          </p:cNvPr>
          <p:cNvSpPr>
            <a:spLocks noGrp="1"/>
          </p:cNvSpPr>
          <p:nvPr>
            <p:ph type="dt" sz="half" idx="15"/>
          </p:nvPr>
        </p:nvSpPr>
        <p:spPr/>
        <p:txBody>
          <a:bodyPr/>
          <a:lstStyle/>
          <a:p>
            <a:r>
              <a:rPr lang="en-US"/>
              <a:t>Source(s) / Citation(s) / Trademark(s)</a:t>
            </a:r>
          </a:p>
        </p:txBody>
      </p:sp>
    </p:spTree>
    <p:extLst>
      <p:ext uri="{BB962C8B-B14F-4D97-AF65-F5344CB8AC3E}">
        <p14:creationId xmlns:p14="http://schemas.microsoft.com/office/powerpoint/2010/main" val="1906746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2" name="fortress_red_logo">
            <a:extLst>
              <a:ext uri="{FF2B5EF4-FFF2-40B4-BE49-F238E27FC236}">
                <a16:creationId xmlns:a16="http://schemas.microsoft.com/office/drawing/2014/main" id="{D2DD75F0-A73C-898D-490D-9E6A83A58004}"/>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30pt</a:t>
            </a:r>
          </a:p>
        </p:txBody>
      </p:sp>
      <p:sp>
        <p:nvSpPr>
          <p:cNvPr id="4" name="Text Placeholder 2">
            <a:extLst>
              <a:ext uri="{FF2B5EF4-FFF2-40B4-BE49-F238E27FC236}">
                <a16:creationId xmlns:a16="http://schemas.microsoft.com/office/drawing/2014/main" id="{D83D55D1-91B9-F3B6-0B79-E0B83AEE276D}"/>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0" y="1554480"/>
            <a:ext cx="110886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5EF3BEC4-A8CA-6129-DA3D-09C02CF6B7B1}"/>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23975109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D208D63C-B689-E785-1C29-AFF14BDC671C}"/>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30pt</a:t>
            </a:r>
          </a:p>
        </p:txBody>
      </p:sp>
      <p:sp>
        <p:nvSpPr>
          <p:cNvPr id="8" name="Text Placeholder 2">
            <a:extLst>
              <a:ext uri="{FF2B5EF4-FFF2-40B4-BE49-F238E27FC236}">
                <a16:creationId xmlns:a16="http://schemas.microsoft.com/office/drawing/2014/main" id="{487DD921-D00D-4F59-D967-0EC39655C179}"/>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554480"/>
            <a:ext cx="535622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1"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9" name="Date Placeholder 8">
            <a:extLst>
              <a:ext uri="{FF2B5EF4-FFF2-40B4-BE49-F238E27FC236}">
                <a16:creationId xmlns:a16="http://schemas.microsoft.com/office/drawing/2014/main" id="{DF7DC1F2-3E8E-01D0-ED31-624AFFD06FB5}"/>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34347666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38CF6369-1802-5921-B6B2-B6A8455BEC5B}"/>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30pt</a:t>
            </a:r>
          </a:p>
        </p:txBody>
      </p:sp>
      <p:sp>
        <p:nvSpPr>
          <p:cNvPr id="9" name="Text Placeholder 2">
            <a:extLst>
              <a:ext uri="{FF2B5EF4-FFF2-40B4-BE49-F238E27FC236}">
                <a16:creationId xmlns:a16="http://schemas.microsoft.com/office/drawing/2014/main" id="{7CA6F943-6475-2985-9120-928F3CCE0BEF}"/>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4"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10" name="Date Placeholder 9">
            <a:extLst>
              <a:ext uri="{FF2B5EF4-FFF2-40B4-BE49-F238E27FC236}">
                <a16:creationId xmlns:a16="http://schemas.microsoft.com/office/drawing/2014/main" id="{7574CD04-9D84-4B66-E3E5-8E35DE5903C4}"/>
              </a:ext>
              <a:ext uri="{C183D7F6-B498-43B3-948B-1728B52AA6E4}">
                <adec:decorative xmlns:adec="http://schemas.microsoft.com/office/drawing/2017/decorative" val="0"/>
              </a:ext>
            </a:extLst>
          </p:cNvPr>
          <p:cNvSpPr>
            <a:spLocks noGrp="1"/>
          </p:cNvSpPr>
          <p:nvPr>
            <p:ph type="dt" sz="half" idx="14"/>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9039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2" name="fortress_red_logo">
            <a:extLst>
              <a:ext uri="{FF2B5EF4-FFF2-40B4-BE49-F238E27FC236}">
                <a16:creationId xmlns:a16="http://schemas.microsoft.com/office/drawing/2014/main" id="{FC468DE0-1E0F-07E9-4215-1D1B4AF9C99E}"/>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30pt</a:t>
            </a:r>
          </a:p>
        </p:txBody>
      </p:sp>
      <p:sp>
        <p:nvSpPr>
          <p:cNvPr id="10" name="Text Placeholder 2">
            <a:extLst>
              <a:ext uri="{FF2B5EF4-FFF2-40B4-BE49-F238E27FC236}">
                <a16:creationId xmlns:a16="http://schemas.microsoft.com/office/drawing/2014/main" id="{EF4A7690-D1D5-EB1B-5DB0-91456981AEDF}"/>
              </a:ext>
            </a:extLst>
          </p:cNvPr>
          <p:cNvSpPr>
            <a:spLocks noGrp="1"/>
          </p:cNvSpPr>
          <p:nvPr>
            <p:ph type="body" sz="quarter" idx="16"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81912"/>
            <a:ext cx="2487168" cy="4590288"/>
          </a:xfrm>
        </p:spPr>
        <p:txBody>
          <a:bodyPr/>
          <a:lstStyle>
            <a:lvl1pPr>
              <a:spcBef>
                <a:spcPts val="12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25825" y="1581912"/>
            <a:ext cx="2482849" cy="4590288"/>
          </a:xfrm>
        </p:spPr>
        <p:txBody>
          <a:bodyPr/>
          <a:lstStyle>
            <a:lvl1pPr>
              <a:spcBef>
                <a:spcPts val="12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9674" y="1581912"/>
            <a:ext cx="2490788" cy="4590288"/>
          </a:xfrm>
        </p:spPr>
        <p:txBody>
          <a:bodyPr/>
          <a:lstStyle>
            <a:lvl1pPr>
              <a:spcBef>
                <a:spcPts val="12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0350" y="1581912"/>
            <a:ext cx="2490788" cy="4590288"/>
          </a:xfrm>
        </p:spPr>
        <p:txBody>
          <a:bodyPr/>
          <a:lstStyle>
            <a:lvl1pPr>
              <a:spcBef>
                <a:spcPts val="6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Date Placeholder 10">
            <a:extLst>
              <a:ext uri="{FF2B5EF4-FFF2-40B4-BE49-F238E27FC236}">
                <a16:creationId xmlns:a16="http://schemas.microsoft.com/office/drawing/2014/main" id="{6C7BEEE7-B0DA-86C3-03EA-0897A1C2FCBB}"/>
              </a:ext>
              <a:ext uri="{C183D7F6-B498-43B3-948B-1728B52AA6E4}">
                <adec:decorative xmlns:adec="http://schemas.microsoft.com/office/drawing/2017/decorative" val="0"/>
              </a:ext>
            </a:extLst>
          </p:cNvPr>
          <p:cNvSpPr>
            <a:spLocks noGrp="1"/>
          </p:cNvSpPr>
          <p:nvPr>
            <p:ph type="dt" sz="half" idx="15"/>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4120813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Date Placeholder 3">
            <a:extLst>
              <a:ext uri="{FF2B5EF4-FFF2-40B4-BE49-F238E27FC236}">
                <a16:creationId xmlns:a16="http://schemas.microsoft.com/office/drawing/2014/main" id="{2B3FBA5B-398F-E02C-F121-1E39E6B271B5}"/>
              </a:ext>
              <a:ext uri="{C183D7F6-B498-43B3-948B-1728B52AA6E4}">
                <adec:decorative xmlns:adec="http://schemas.microsoft.com/office/drawing/2017/decorative" val="1"/>
              </a:ext>
            </a:extLst>
          </p:cNvPr>
          <p:cNvSpPr>
            <a:spLocks noGrp="1"/>
          </p:cNvSpPr>
          <p:nvPr>
            <p:ph type="dt" sz="half" idx="14"/>
          </p:nvPr>
        </p:nvSpPr>
        <p:spPr/>
        <p:txBody>
          <a:bodyPr/>
          <a:lstStyle/>
          <a:p>
            <a:r>
              <a:rPr lang="en-US"/>
              <a:t>Source(s) / Citation(s) / Trademark(s)</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7200"/>
            <a:ext cx="4892040" cy="822960"/>
          </a:xfrm>
        </p:spPr>
        <p:txBody>
          <a:bodyPr anchor="t"/>
          <a:lstStyle>
            <a:lvl1pPr>
              <a:defRPr/>
            </a:lvl1pPr>
          </a:lstStyle>
          <a:p>
            <a:r>
              <a:rPr lang="en-US"/>
              <a:t>Title text, </a:t>
            </a:r>
            <a:br>
              <a:rPr lang="en-US"/>
            </a:br>
            <a:r>
              <a:rPr lang="en-US"/>
              <a:t>30pt</a:t>
            </a:r>
          </a:p>
        </p:txBody>
      </p:sp>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457200"/>
            <a:ext cx="5545138" cy="5715000"/>
          </a:xfrm>
        </p:spPr>
        <p:txBody>
          <a:bodyPr lIns="182880" tIns="182880"/>
          <a:lstStyle/>
          <a:p>
            <a:r>
              <a:rPr lang="en-US"/>
              <a:t>Click icon to add picture</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0" y="1554480"/>
            <a:ext cx="4892040" cy="4617720"/>
          </a:xfrm>
        </p:spPr>
        <p:txBody>
          <a:bodyPr/>
          <a:lstStyle>
            <a:lvl5pPr>
              <a:spcBef>
                <a:spcPts val="800"/>
              </a:spcBef>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Tree>
    <p:extLst>
      <p:ext uri="{BB962C8B-B14F-4D97-AF65-F5344CB8AC3E}">
        <p14:creationId xmlns:p14="http://schemas.microsoft.com/office/powerpoint/2010/main" val="3332632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457200"/>
            <a:ext cx="5543550" cy="5715000"/>
          </a:xfrm>
        </p:spPr>
        <p:txBody>
          <a:bodyPr lIns="182880" tIns="182880"/>
          <a:lstStyle/>
          <a:p>
            <a:r>
              <a:rPr lang="en-US"/>
              <a:t>Click icon to add picture</a:t>
            </a:r>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7200"/>
            <a:ext cx="4892040" cy="822960"/>
          </a:xfrm>
        </p:spPr>
        <p:txBody>
          <a:bodyPr anchor="t"/>
          <a:lstStyle>
            <a:lvl1pPr>
              <a:defRPr/>
            </a:lvl1pPr>
          </a:lstStyle>
          <a:p>
            <a:r>
              <a:rPr lang="en-US"/>
              <a:t>Title text, </a:t>
            </a:r>
            <a:br>
              <a:rPr lang="en-US"/>
            </a:br>
            <a:r>
              <a:rPr lang="en-US"/>
              <a:t>30pt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554480"/>
            <a:ext cx="4892040"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2" name="Date Placeholder 3">
            <a:extLst>
              <a:ext uri="{FF2B5EF4-FFF2-40B4-BE49-F238E27FC236}">
                <a16:creationId xmlns:a16="http://schemas.microsoft.com/office/drawing/2014/main" id="{7CC724CC-71C0-32B1-A007-F858DDA3CA2F}"/>
              </a:ext>
              <a:ext uri="{C183D7F6-B498-43B3-948B-1728B52AA6E4}">
                <adec:decorative xmlns:adec="http://schemas.microsoft.com/office/drawing/2017/decorative" val="0"/>
              </a:ext>
            </a:extLst>
          </p:cNvPr>
          <p:cNvSpPr>
            <a:spLocks noGrp="1"/>
          </p:cNvSpPr>
          <p:nvPr>
            <p:ph type="dt" sz="half" idx="13"/>
          </p:nvPr>
        </p:nvSpPr>
        <p:spPr>
          <a:xfrm>
            <a:off x="6281737" y="6249782"/>
            <a:ext cx="4638675" cy="365125"/>
          </a:xfrm>
        </p:spPr>
        <p:txBody>
          <a:bodyPr/>
          <a:lstStyle/>
          <a:p>
            <a:r>
              <a:rPr lang="en-US"/>
              <a:t>Source(s) / Citation(s) / Trademark(s)</a:t>
            </a:r>
          </a:p>
        </p:txBody>
      </p:sp>
    </p:spTree>
    <p:extLst>
      <p:ext uri="{BB962C8B-B14F-4D97-AF65-F5344CB8AC3E}">
        <p14:creationId xmlns:p14="http://schemas.microsoft.com/office/powerpoint/2010/main" val="21463261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48"/>
            <a:ext cx="5547360" cy="5241851"/>
          </a:xfrm>
        </p:spPr>
        <p:txBody>
          <a:bodyPr anchor="t"/>
          <a:lstStyle>
            <a:lvl1pPr>
              <a:defRPr sz="4800">
                <a:solidFill>
                  <a:schemeClr val="tx1"/>
                </a:solidFill>
              </a:defRPr>
            </a:lvl1pPr>
          </a:lstStyle>
          <a:p>
            <a:r>
              <a:rPr lang="en-US"/>
              <a:t>Title text, 48pt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1200"/>
              </a:spcBef>
              <a:buNone/>
              <a:defRPr sz="1800" b="0"/>
            </a:lvl1pPr>
            <a:lvl2pPr marL="182880" indent="-182880">
              <a:spcBef>
                <a:spcPts val="600"/>
              </a:spcBef>
              <a:buFont typeface="Arial" panose="020B0604020202020204" pitchFamily="34" charset="0"/>
              <a:buChar char="•"/>
              <a:defRPr sz="1600"/>
            </a:lvl2pPr>
            <a:lvl3pPr marL="365760" indent="-182880">
              <a:spcBef>
                <a:spcPts val="600"/>
              </a:spcBef>
              <a:buFont typeface="Arial" panose="020B0604020202020204" pitchFamily="34" charset="0"/>
              <a:buChar char="–"/>
              <a:defRPr sz="1400"/>
            </a:lvl3pPr>
            <a:lvl4pPr marL="548640" indent="-182880">
              <a:spcBef>
                <a:spcPts val="600"/>
              </a:spcBef>
              <a:buFont typeface="Arial" panose="020B0604020202020204" pitchFamily="34" charset="0"/>
              <a:buChar char="•"/>
              <a:defRPr sz="1200"/>
            </a:lvl4pPr>
            <a:lvl5pPr marL="731520" indent="-182880">
              <a:spcBef>
                <a:spcPts val="600"/>
              </a:spcBef>
              <a:buFont typeface="Arial" panose="020B0604020202020204" pitchFamily="34" charset="0"/>
              <a:buChar char="–"/>
              <a:defRPr sz="1200"/>
            </a:lvl5pPr>
          </a:lstStyle>
          <a:p>
            <a:pPr lvl="0"/>
            <a:r>
              <a:rPr lang="en-US" noProof="0"/>
              <a:t>First level, reg 18pt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Date Placeholder 3">
            <a:extLst>
              <a:ext uri="{FF2B5EF4-FFF2-40B4-BE49-F238E27FC236}">
                <a16:creationId xmlns:a16="http://schemas.microsoft.com/office/drawing/2014/main" id="{5C189770-8D69-D846-86FA-9FDE970AD194}"/>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29168599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fortress_red_logo">
            <a:extLst>
              <a:ext uri="{FF2B5EF4-FFF2-40B4-BE49-F238E27FC236}">
                <a16:creationId xmlns:a16="http://schemas.microsoft.com/office/drawing/2014/main" id="{E0E41B51-33D8-A036-7003-78F2C51D84A2}"/>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0348"/>
            <a:ext cx="4892040" cy="5241852"/>
          </a:xfrm>
        </p:spPr>
        <p:txBody>
          <a:bodyPr anchor="t"/>
          <a:lstStyle>
            <a:lvl1pPr>
              <a:defRPr sz="4800">
                <a:solidFill>
                  <a:schemeClr val="bg1"/>
                </a:solidFill>
              </a:defRPr>
            </a:lvl1pPr>
          </a:lstStyle>
          <a:p>
            <a:r>
              <a:rPr lang="en-US"/>
              <a:t>Title text, 48pt</a:t>
            </a:r>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0" y="0"/>
            <a:ext cx="6092951" cy="6858000"/>
          </a:xfrm>
        </p:spPr>
        <p:txBody>
          <a:bodyPr lIns="182880" tIns="182880" rIns="0"/>
          <a:lstStyle>
            <a:lvl1pPr>
              <a:defRPr>
                <a:solidFill>
                  <a:schemeClr val="bg1"/>
                </a:solidFill>
              </a:defRPr>
            </a:lvl1pPr>
          </a:lstStyle>
          <a:p>
            <a:r>
              <a:rPr lang="en-US"/>
              <a:t>Click icon to add picture</a:t>
            </a:r>
          </a:p>
        </p:txBody>
      </p:sp>
      <p:sp>
        <p:nvSpPr>
          <p:cNvPr id="4" name="Date Placeholder 3">
            <a:extLst>
              <a:ext uri="{FF2B5EF4-FFF2-40B4-BE49-F238E27FC236}">
                <a16:creationId xmlns:a16="http://schemas.microsoft.com/office/drawing/2014/main" id="{2E21DCE9-2B04-C865-DDE2-8ECB3F1EDEFF}"/>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35918224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nchor="t"/>
          <a:lstStyle>
            <a:lvl1pPr>
              <a:defRPr sz="4800">
                <a:solidFill>
                  <a:schemeClr val="tx1"/>
                </a:solidFill>
              </a:defRPr>
            </a:lvl1pPr>
          </a:lstStyle>
          <a:p>
            <a:r>
              <a:rPr lang="en-US"/>
              <a:t>Title text, 48pt</a:t>
            </a:r>
          </a:p>
        </p:txBody>
      </p:sp>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4" y="0"/>
            <a:ext cx="6099047" cy="6858000"/>
          </a:xfrm>
        </p:spPr>
        <p:txBody>
          <a:bodyPr lIns="182880" tIns="182880" rIns="0"/>
          <a:lstStyle>
            <a:lvl1pPr>
              <a:defRPr>
                <a:solidFill>
                  <a:schemeClr val="tx1"/>
                </a:solidFill>
              </a:defRPr>
            </a:lvl1pPr>
          </a:lstStyle>
          <a:p>
            <a:r>
              <a:rPr lang="en-US"/>
              <a:t>Click icon to add picture</a:t>
            </a:r>
          </a:p>
        </p:txBody>
      </p:sp>
      <p:sp>
        <p:nvSpPr>
          <p:cNvPr id="8" name="Date Placeholder 7">
            <a:extLst>
              <a:ext uri="{FF2B5EF4-FFF2-40B4-BE49-F238E27FC236}">
                <a16:creationId xmlns:a16="http://schemas.microsoft.com/office/drawing/2014/main" id="{700A1857-3B9B-8A03-D707-10B073A87687}"/>
              </a:ext>
              <a:ext uri="{C183D7F6-B498-43B3-948B-1728B52AA6E4}">
                <adec:decorative xmlns:adec="http://schemas.microsoft.com/office/drawing/2017/decorative" val="0"/>
              </a:ext>
            </a:extLst>
          </p:cNvPr>
          <p:cNvSpPr>
            <a:spLocks noGrp="1"/>
          </p:cNvSpPr>
          <p:nvPr>
            <p:ph type="dt" sz="half" idx="10"/>
          </p:nvPr>
        </p:nvSpPr>
        <p:spPr/>
        <p:txBody>
          <a:bodyPr/>
          <a:lstStyle/>
          <a:p>
            <a:r>
              <a:rPr lang="en-US"/>
              <a:t>Source(s) / Citation(s) / Trademark(s)</a:t>
            </a:r>
          </a:p>
        </p:txBody>
      </p:sp>
    </p:spTree>
    <p:extLst>
      <p:ext uri="{BB962C8B-B14F-4D97-AF65-F5344CB8AC3E}">
        <p14:creationId xmlns:p14="http://schemas.microsoft.com/office/powerpoint/2010/main" val="26171977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rtress_red_logo">
            <a:extLst>
              <a:ext uri="{FF2B5EF4-FFF2-40B4-BE49-F238E27FC236}">
                <a16:creationId xmlns:a16="http://schemas.microsoft.com/office/drawing/2014/main" id="{BF167CAF-B544-94B7-7A81-C8803748D04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2025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2688"/>
            <a:ext cx="5356225" cy="5239512"/>
          </a:xfrm>
        </p:spPr>
        <p:txBody>
          <a:bodyPr anchor="t"/>
          <a:lstStyle>
            <a:lvl1pPr>
              <a:defRPr sz="4800">
                <a:solidFill>
                  <a:schemeClr val="bg1"/>
                </a:solidFill>
              </a:defRPr>
            </a:lvl1pPr>
          </a:lstStyle>
          <a:p>
            <a:r>
              <a:rPr lang="en-US"/>
              <a:t>Title text, 48pt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8" y="1033272"/>
            <a:ext cx="4892040" cy="5138928"/>
          </a:xfrm>
        </p:spPr>
        <p:txBody>
          <a:bodyPr/>
          <a:lstStyle>
            <a:lvl1pPr marL="0" indent="0">
              <a:spcBef>
                <a:spcPts val="1200"/>
              </a:spcBef>
              <a:buNone/>
              <a:defRPr sz="1800" b="0"/>
            </a:lvl1pPr>
            <a:lvl2pPr marL="182880" indent="-182880">
              <a:spcBef>
                <a:spcPts val="600"/>
              </a:spcBef>
              <a:buFont typeface="Arial" panose="020B0604020202020204" pitchFamily="34" charset="0"/>
              <a:buChar char="•"/>
              <a:defRPr sz="1600" b="0"/>
            </a:lvl2pPr>
            <a:lvl3pPr marL="365760" indent="-182880">
              <a:spcBef>
                <a:spcPts val="600"/>
              </a:spcBef>
              <a:buFont typeface="Arial" panose="020B0604020202020204" pitchFamily="34" charset="0"/>
              <a:buChar char="–"/>
              <a:defRPr sz="1400"/>
            </a:lvl3pPr>
            <a:lvl4pPr marL="548640" indent="-182880">
              <a:spcBef>
                <a:spcPts val="600"/>
              </a:spcBef>
              <a:buFont typeface="Arial" panose="020B0604020202020204" pitchFamily="34" charset="0"/>
              <a:buChar char="•"/>
              <a:defRPr sz="1200"/>
            </a:lvl4pPr>
            <a:lvl5pPr marL="731520" indent="-182880">
              <a:spcBef>
                <a:spcPts val="600"/>
              </a:spcBef>
              <a:buFont typeface="Arial" panose="020B0604020202020204" pitchFamily="34" charset="0"/>
              <a:buChar char="–"/>
              <a:defRPr sz="1200"/>
            </a:lvl5pPr>
          </a:lstStyle>
          <a:p>
            <a:pPr lvl="0"/>
            <a:r>
              <a:rPr lang="en-US" noProof="0"/>
              <a:t>First level, reg 18pt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B01837F3-4A39-D3DA-B124-70B68CD23189}"/>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35052689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0" y="0"/>
            <a:ext cx="6092951" cy="6858000"/>
          </a:xfrm>
        </p:spPr>
        <p:txBody>
          <a:bodyPr lIns="182880" tIns="182880" rIns="0"/>
          <a:lstStyle>
            <a:lvl1pPr>
              <a:defRPr>
                <a:solidFill>
                  <a:schemeClr val="bg1"/>
                </a:solidFill>
              </a:defRPr>
            </a:lvl1pPr>
          </a:lstStyle>
          <a:p>
            <a:r>
              <a:rPr lang="en-US"/>
              <a:t>Click icon to add picture</a:t>
            </a:r>
          </a:p>
        </p:txBody>
      </p:sp>
      <p:sp>
        <p:nvSpPr>
          <p:cNvPr id="15" name="fortress_red_logo">
            <a:extLst>
              <a:ext uri="{FF2B5EF4-FFF2-40B4-BE49-F238E27FC236}">
                <a16:creationId xmlns:a16="http://schemas.microsoft.com/office/drawing/2014/main" id="{4F6B2DBF-FC20-CEA6-0407-E53BB6634E90}"/>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8" y="457200"/>
            <a:ext cx="4892040" cy="822960"/>
          </a:xfrm>
        </p:spPr>
        <p:txBody>
          <a:bodyPr anchor="t"/>
          <a:lstStyle>
            <a:lvl1pPr>
              <a:defRPr>
                <a:solidFill>
                  <a:schemeClr val="bg1"/>
                </a:solidFill>
              </a:defRPr>
            </a:lvl1pPr>
          </a:lstStyle>
          <a:p>
            <a:r>
              <a:rPr lang="en-US"/>
              <a:t>Title text, </a:t>
            </a:r>
            <a:br>
              <a:rPr lang="en-US"/>
            </a:br>
            <a:r>
              <a:rPr lang="en-US"/>
              <a:t>30pt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3" y="1554480"/>
            <a:ext cx="489267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Date Placeholder 3">
            <a:extLst>
              <a:ext uri="{FF2B5EF4-FFF2-40B4-BE49-F238E27FC236}">
                <a16:creationId xmlns:a16="http://schemas.microsoft.com/office/drawing/2014/main" id="{E486566B-4871-0702-57F9-C5ABF71DB93F}"/>
              </a:ext>
              <a:ext uri="{C183D7F6-B498-43B3-948B-1728B52AA6E4}">
                <adec:decorative xmlns:adec="http://schemas.microsoft.com/office/drawing/2017/decorative" val="0"/>
              </a:ext>
            </a:extLst>
          </p:cNvPr>
          <p:cNvSpPr>
            <a:spLocks noGrp="1"/>
          </p:cNvSpPr>
          <p:nvPr>
            <p:ph type="dt" sz="half" idx="14"/>
          </p:nvPr>
        </p:nvSpPr>
        <p:spPr/>
        <p:txBody>
          <a:bodyPr/>
          <a:lstStyle>
            <a:lvl1pPr>
              <a:defRPr>
                <a:solidFill>
                  <a:schemeClr val="bg1"/>
                </a:solidFill>
              </a:defRPr>
            </a:lvl1pPr>
          </a:lstStyle>
          <a:p>
            <a:r>
              <a:rPr lang="en-US"/>
              <a:t>Source(s) / Citation(s) / Trademark(s)</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Tree>
    <p:extLst>
      <p:ext uri="{BB962C8B-B14F-4D97-AF65-F5344CB8AC3E}">
        <p14:creationId xmlns:p14="http://schemas.microsoft.com/office/powerpoint/2010/main" val="7507682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0" y="0"/>
            <a:ext cx="6092951" cy="6858000"/>
          </a:xfrm>
        </p:spPr>
        <p:txBody>
          <a:bodyPr lIns="182880" tIns="182880" rIns="0"/>
          <a:lstStyle>
            <a:lvl1pPr>
              <a:defRPr>
                <a:solidFill>
                  <a:schemeClr val="tx1"/>
                </a:solidFill>
              </a:defRPr>
            </a:lvl1pPr>
          </a:lstStyle>
          <a:p>
            <a:r>
              <a:rPr lang="en-US"/>
              <a:t>Click icon to add picture</a:t>
            </a:r>
          </a:p>
        </p:txBody>
      </p:sp>
      <p:sp>
        <p:nvSpPr>
          <p:cNvPr id="16" name="fortress_red_logo">
            <a:extLst>
              <a:ext uri="{FF2B5EF4-FFF2-40B4-BE49-F238E27FC236}">
                <a16:creationId xmlns:a16="http://schemas.microsoft.com/office/drawing/2014/main" id="{B851A469-0A2B-910E-1A1C-CC6A0E8B879A}"/>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6" y="457200"/>
            <a:ext cx="4892041" cy="822960"/>
          </a:xfrm>
        </p:spPr>
        <p:txBody>
          <a:bodyPr anchor="t"/>
          <a:lstStyle>
            <a:lvl1pPr>
              <a:defRPr/>
            </a:lvl1pPr>
          </a:lstStyle>
          <a:p>
            <a:r>
              <a:rPr lang="en-US"/>
              <a:t>Title text, </a:t>
            </a:r>
            <a:br>
              <a:rPr lang="en-US"/>
            </a:br>
            <a:r>
              <a:rPr lang="en-US"/>
              <a:t>30pt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1554480"/>
            <a:ext cx="4892042"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9" name="Date Placeholder 8">
            <a:extLst>
              <a:ext uri="{FF2B5EF4-FFF2-40B4-BE49-F238E27FC236}">
                <a16:creationId xmlns:a16="http://schemas.microsoft.com/office/drawing/2014/main" id="{776661A4-CEEB-FD35-9B16-C027F7583E14}"/>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Tree>
    <p:extLst>
      <p:ext uri="{BB962C8B-B14F-4D97-AF65-F5344CB8AC3E}">
        <p14:creationId xmlns:p14="http://schemas.microsoft.com/office/powerpoint/2010/main" val="42347744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rtress_red_logo">
            <a:extLst>
              <a:ext uri="{FF2B5EF4-FFF2-40B4-BE49-F238E27FC236}">
                <a16:creationId xmlns:a16="http://schemas.microsoft.com/office/drawing/2014/main" id="{3A5FC4C6-4957-F530-76AD-4197BFB1990B}"/>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0" y="457200"/>
            <a:ext cx="5360035" cy="822960"/>
          </a:xfrm>
        </p:spPr>
        <p:txBody>
          <a:bodyPr anchor="t"/>
          <a:lstStyle>
            <a:lvl1pPr>
              <a:defRPr>
                <a:solidFill>
                  <a:schemeClr val="bg1"/>
                </a:solidFill>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49" y="1554480"/>
            <a:ext cx="5356225" cy="4617720"/>
          </a:xfrm>
        </p:spPr>
        <p:txBody>
          <a:bodyPr/>
          <a:lstStyle>
            <a:lvl1pPr>
              <a:defRPr sz="16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4480"/>
            <a:ext cx="4892040" cy="4617720"/>
          </a:xfrm>
        </p:spPr>
        <p:txBody>
          <a:bodyPr/>
          <a:lstStyle>
            <a:lvl1pPr>
              <a:defRPr sz="1600"/>
            </a:lvl1pPr>
            <a:lvl2pPr>
              <a:defRPr sz="1600"/>
            </a:lvl2pPr>
            <a:lvl3pPr>
              <a:defRPr sz="1400"/>
            </a:lvl3pPr>
            <a:lvl4pPr>
              <a:defRPr sz="1200"/>
            </a:lvl4pPr>
            <a:lvl5pP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226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0" y="457200"/>
            <a:ext cx="4892040" cy="822960"/>
          </a:xfrm>
        </p:spPr>
        <p:txBody>
          <a:bodyPr anchor="t"/>
          <a:lstStyle>
            <a:lvl1pPr>
              <a:defRPr>
                <a:solidFill>
                  <a:schemeClr val="bg1"/>
                </a:solidFill>
              </a:defRPr>
            </a:lvl1pPr>
          </a:lstStyle>
          <a:p>
            <a:r>
              <a:rPr lang="en-US"/>
              <a:t>Title text, </a:t>
            </a:r>
            <a:br>
              <a:rPr lang="en-US"/>
            </a:br>
            <a:r>
              <a:rPr lang="en-US"/>
              <a:t>30pt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0" y="1554480"/>
            <a:ext cx="4892040"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
        <p:nvSpPr>
          <p:cNvPr id="2" name="fortress_red_logo">
            <a:extLst>
              <a:ext uri="{FF2B5EF4-FFF2-40B4-BE49-F238E27FC236}">
                <a16:creationId xmlns:a16="http://schemas.microsoft.com/office/drawing/2014/main" id="{9AA9BB75-112F-0BFB-D12A-7644C699D4DA}"/>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5156358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70406C-6346-7F11-8DC2-FE6340A3FC7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gray">
          <a:xfrm>
            <a:off x="0" y="0"/>
            <a:ext cx="12189532" cy="6858000"/>
          </a:xfrm>
          <a:prstGeom prst="rect">
            <a:avLst/>
          </a:prstGeom>
        </p:spPr>
      </p:pic>
      <p:sp>
        <p:nvSpPr>
          <p:cNvPr id="10" name="fortress_red_logo">
            <a:extLst>
              <a:ext uri="{FF2B5EF4-FFF2-40B4-BE49-F238E27FC236}">
                <a16:creationId xmlns:a16="http://schemas.microsoft.com/office/drawing/2014/main" id="{E784A955-C0EF-DA2F-483C-C12289B6CF41}"/>
              </a:ext>
              <a:ext uri="{C183D7F6-B498-43B3-948B-1728B52AA6E4}">
                <adec:decorative xmlns:adec="http://schemas.microsoft.com/office/drawing/2017/decorative" val="1"/>
              </a:ext>
            </a:extLst>
          </p:cNvPr>
          <p:cNvSpPr>
            <a:spLocks noChangeAspect="1"/>
          </p:cNvSpPr>
          <p:nvPr userDrawn="1"/>
        </p:nvSpPr>
        <p:spPr>
          <a:xfrm>
            <a:off x="11281986" y="6434672"/>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4800">
                <a:solidFill>
                  <a:schemeClr val="tx1"/>
                </a:solidFill>
              </a:defRPr>
            </a:lvl1pPr>
          </a:lstStyle>
          <a:p>
            <a:r>
              <a:rPr lang="en-US"/>
              <a:t>Statement, 48pt</a:t>
            </a:r>
          </a:p>
        </p:txBody>
      </p:sp>
      <p:sp>
        <p:nvSpPr>
          <p:cNvPr id="5" name="Text Placeholder 4">
            <a:extLst>
              <a:ext uri="{FF2B5EF4-FFF2-40B4-BE49-F238E27FC236}">
                <a16:creationId xmlns:a16="http://schemas.microsoft.com/office/drawing/2014/main" id="{2E336FFA-AF8D-F072-CA48-2F0A65D21031}"/>
              </a:ext>
            </a:extLst>
          </p:cNvPr>
          <p:cNvSpPr>
            <a:spLocks noGrp="1"/>
          </p:cNvSpPr>
          <p:nvPr>
            <p:ph type="body" sz="quarter" idx="14" hasCustomPrompt="1"/>
          </p:nvPr>
        </p:nvSpPr>
        <p:spPr>
          <a:xfrm>
            <a:off x="552450" y="630936"/>
            <a:ext cx="6364224" cy="301752"/>
          </a:xfrm>
        </p:spPr>
        <p:txBody>
          <a:bodyPr/>
          <a:lstStyle>
            <a:lvl1pPr>
              <a:defRPr/>
            </a:lvl1pPr>
          </a:lstStyle>
          <a:p>
            <a:pPr lvl="0"/>
            <a:r>
              <a:rPr lang="en-US"/>
              <a:t>Explore Equinix</a:t>
            </a:r>
          </a:p>
        </p:txBody>
      </p:sp>
      <p:sp>
        <p:nvSpPr>
          <p:cNvPr id="3" name="Date Placeholder 2">
            <a:extLst>
              <a:ext uri="{FF2B5EF4-FFF2-40B4-BE49-F238E27FC236}">
                <a16:creationId xmlns:a16="http://schemas.microsoft.com/office/drawing/2014/main" id="{1EBB7021-B113-89C1-0611-7B58A649B687}"/>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tx1"/>
                </a:solidFill>
              </a:defRPr>
            </a:lvl1pPr>
          </a:lstStyle>
          <a:p>
            <a:r>
              <a:rPr lang="en-US"/>
              <a:t>Source(s) / Citation(s) / Trademark(s)</a:t>
            </a:r>
          </a:p>
        </p:txBody>
      </p:sp>
    </p:spTree>
    <p:extLst>
      <p:ext uri="{BB962C8B-B14F-4D97-AF65-F5344CB8AC3E}">
        <p14:creationId xmlns:p14="http://schemas.microsoft.com/office/powerpoint/2010/main" val="20828841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tx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04FB18-8EEF-7EDF-B1E4-508641D0A3DD}"/>
              </a:ext>
              <a:ext uri="{C183D7F6-B498-43B3-948B-1728B52AA6E4}">
                <adec:decorative xmlns:adec="http://schemas.microsoft.com/office/drawing/2017/decorative" val="1"/>
              </a:ext>
            </a:extLst>
          </p:cNvPr>
          <p:cNvSpPr/>
          <p:nvPr userDrawn="1"/>
        </p:nvSpPr>
        <p:spPr bwMode="invGray">
          <a:xfrm>
            <a:off x="5605589" y="78354"/>
            <a:ext cx="6586410" cy="6596391"/>
          </a:xfrm>
          <a:custGeom>
            <a:avLst/>
            <a:gdLst>
              <a:gd name="connsiteX0" fmla="*/ 6586411 w 6586410"/>
              <a:gd name="connsiteY0" fmla="*/ 394562 h 6596391"/>
              <a:gd name="connsiteX1" fmla="*/ 6095905 w 6586410"/>
              <a:gd name="connsiteY1" fmla="*/ 573086 h 6596391"/>
              <a:gd name="connsiteX2" fmla="*/ 6092907 w 6586410"/>
              <a:gd name="connsiteY2" fmla="*/ 577353 h 6596391"/>
              <a:gd name="connsiteX3" fmla="*/ 6092907 w 6586410"/>
              <a:gd name="connsiteY3" fmla="*/ 577353 h 6596391"/>
              <a:gd name="connsiteX4" fmla="*/ 6092907 w 6586410"/>
              <a:gd name="connsiteY4" fmla="*/ 1003781 h 6596391"/>
              <a:gd name="connsiteX5" fmla="*/ 6095899 w 6586410"/>
              <a:gd name="connsiteY5" fmla="*/ 1002695 h 6596391"/>
              <a:gd name="connsiteX6" fmla="*/ 6097454 w 6586410"/>
              <a:gd name="connsiteY6" fmla="*/ 1002416 h 6596391"/>
              <a:gd name="connsiteX7" fmla="*/ 6095905 w 6586410"/>
              <a:gd name="connsiteY7" fmla="*/ 1002695 h 6596391"/>
              <a:gd name="connsiteX8" fmla="*/ 5507311 w 6586410"/>
              <a:gd name="connsiteY8" fmla="*/ 1216931 h 6596391"/>
              <a:gd name="connsiteX9" fmla="*/ 5507298 w 6586410"/>
              <a:gd name="connsiteY9" fmla="*/ 1216931 h 6596391"/>
              <a:gd name="connsiteX10" fmla="*/ 4918729 w 6586410"/>
              <a:gd name="connsiteY10" fmla="*/ 1002695 h 6596391"/>
              <a:gd name="connsiteX11" fmla="*/ 4915624 w 6586410"/>
              <a:gd name="connsiteY11" fmla="*/ 1002695 h 6596391"/>
              <a:gd name="connsiteX12" fmla="*/ 4331583 w 6586410"/>
              <a:gd name="connsiteY12" fmla="*/ 1215274 h 6596391"/>
              <a:gd name="connsiteX13" fmla="*/ 4331583 w 6586410"/>
              <a:gd name="connsiteY13" fmla="*/ 792161 h 6596391"/>
              <a:gd name="connsiteX14" fmla="*/ 4328586 w 6586410"/>
              <a:gd name="connsiteY14" fmla="*/ 787894 h 6596391"/>
              <a:gd name="connsiteX15" fmla="*/ 3738448 w 6586410"/>
              <a:gd name="connsiteY15" fmla="*/ 573086 h 6596391"/>
              <a:gd name="connsiteX16" fmla="*/ 3735336 w 6586410"/>
              <a:gd name="connsiteY16" fmla="*/ 573086 h 6596391"/>
              <a:gd name="connsiteX17" fmla="*/ 3145200 w 6586410"/>
              <a:gd name="connsiteY17" fmla="*/ 787881 h 6596391"/>
              <a:gd name="connsiteX18" fmla="*/ 3142196 w 6586410"/>
              <a:gd name="connsiteY18" fmla="*/ 792155 h 6596391"/>
              <a:gd name="connsiteX19" fmla="*/ 3142196 w 6586410"/>
              <a:gd name="connsiteY19" fmla="*/ 1215268 h 6596391"/>
              <a:gd name="connsiteX20" fmla="*/ 3148298 w 6586410"/>
              <a:gd name="connsiteY20" fmla="*/ 1217490 h 6596391"/>
              <a:gd name="connsiteX21" fmla="*/ 3151295 w 6586410"/>
              <a:gd name="connsiteY21" fmla="*/ 1221764 h 6596391"/>
              <a:gd name="connsiteX22" fmla="*/ 3151295 w 6586410"/>
              <a:gd name="connsiteY22" fmla="*/ 1221764 h 6596391"/>
              <a:gd name="connsiteX23" fmla="*/ 3148298 w 6586410"/>
              <a:gd name="connsiteY23" fmla="*/ 1217497 h 6596391"/>
              <a:gd name="connsiteX24" fmla="*/ 2558231 w 6586410"/>
              <a:gd name="connsiteY24" fmla="*/ 1002721 h 6596391"/>
              <a:gd name="connsiteX25" fmla="*/ 2558211 w 6586410"/>
              <a:gd name="connsiteY25" fmla="*/ 1002714 h 6596391"/>
              <a:gd name="connsiteX26" fmla="*/ 2558161 w 6586410"/>
              <a:gd name="connsiteY26" fmla="*/ 1002689 h 6596391"/>
              <a:gd name="connsiteX27" fmla="*/ 1971008 w 6586410"/>
              <a:gd name="connsiteY27" fmla="*/ 788980 h 6596391"/>
              <a:gd name="connsiteX28" fmla="*/ 1971008 w 6586410"/>
              <a:gd name="connsiteY28" fmla="*/ 362583 h 6596391"/>
              <a:gd name="connsiteX29" fmla="*/ 1971008 w 6586410"/>
              <a:gd name="connsiteY29" fmla="*/ 362545 h 6596391"/>
              <a:gd name="connsiteX30" fmla="*/ 1968017 w 6586410"/>
              <a:gd name="connsiteY30" fmla="*/ 358278 h 6596391"/>
              <a:gd name="connsiteX31" fmla="*/ 1558233 w 6586410"/>
              <a:gd name="connsiteY31" fmla="*/ 209123 h 6596391"/>
              <a:gd name="connsiteX32" fmla="*/ 1377880 w 6586410"/>
              <a:gd name="connsiteY32" fmla="*/ 143477 h 6596391"/>
              <a:gd name="connsiteX33" fmla="*/ 1376699 w 6586410"/>
              <a:gd name="connsiteY33" fmla="*/ 143267 h 6596391"/>
              <a:gd name="connsiteX34" fmla="*/ 1375518 w 6586410"/>
              <a:gd name="connsiteY34" fmla="*/ 143343 h 6596391"/>
              <a:gd name="connsiteX35" fmla="*/ 1374769 w 6586410"/>
              <a:gd name="connsiteY35" fmla="*/ 143477 h 6596391"/>
              <a:gd name="connsiteX36" fmla="*/ 982891 w 6586410"/>
              <a:gd name="connsiteY36" fmla="*/ 286104 h 6596391"/>
              <a:gd name="connsiteX37" fmla="*/ 799471 w 6586410"/>
              <a:gd name="connsiteY37" fmla="*/ 219340 h 6596391"/>
              <a:gd name="connsiteX38" fmla="*/ 1376318 w 6586410"/>
              <a:gd name="connsiteY38" fmla="*/ 9384 h 6596391"/>
              <a:gd name="connsiteX39" fmla="*/ 1953165 w 6586410"/>
              <a:gd name="connsiteY39" fmla="*/ 219340 h 6596391"/>
              <a:gd name="connsiteX40" fmla="*/ 1769739 w 6586410"/>
              <a:gd name="connsiteY40" fmla="*/ 286104 h 6596391"/>
              <a:gd name="connsiteX41" fmla="*/ 1783035 w 6586410"/>
              <a:gd name="connsiteY41" fmla="*/ 290943 h 6596391"/>
              <a:gd name="connsiteX42" fmla="*/ 1968011 w 6586410"/>
              <a:gd name="connsiteY42" fmla="*/ 223614 h 6596391"/>
              <a:gd name="connsiteX43" fmla="*/ 1971015 w 6586410"/>
              <a:gd name="connsiteY43" fmla="*/ 219340 h 6596391"/>
              <a:gd name="connsiteX44" fmla="*/ 1968011 w 6586410"/>
              <a:gd name="connsiteY44" fmla="*/ 215067 h 6596391"/>
              <a:gd name="connsiteX45" fmla="*/ 1377874 w 6586410"/>
              <a:gd name="connsiteY45" fmla="*/ 271 h 6596391"/>
              <a:gd name="connsiteX46" fmla="*/ 1374762 w 6586410"/>
              <a:gd name="connsiteY46" fmla="*/ 271 h 6596391"/>
              <a:gd name="connsiteX47" fmla="*/ 784625 w 6586410"/>
              <a:gd name="connsiteY47" fmla="*/ 215067 h 6596391"/>
              <a:gd name="connsiteX48" fmla="*/ 781628 w 6586410"/>
              <a:gd name="connsiteY48" fmla="*/ 219340 h 6596391"/>
              <a:gd name="connsiteX49" fmla="*/ 784625 w 6586410"/>
              <a:gd name="connsiteY49" fmla="*/ 223614 h 6596391"/>
              <a:gd name="connsiteX50" fmla="*/ 969601 w 6586410"/>
              <a:gd name="connsiteY50" fmla="*/ 290943 h 6596391"/>
              <a:gd name="connsiteX51" fmla="*/ 784625 w 6586410"/>
              <a:gd name="connsiteY51" fmla="*/ 358265 h 6596391"/>
              <a:gd name="connsiteX52" fmla="*/ 783514 w 6586410"/>
              <a:gd name="connsiteY52" fmla="*/ 358875 h 6596391"/>
              <a:gd name="connsiteX53" fmla="*/ 781723 w 6586410"/>
              <a:gd name="connsiteY53" fmla="*/ 361917 h 6596391"/>
              <a:gd name="connsiteX54" fmla="*/ 781628 w 6586410"/>
              <a:gd name="connsiteY54" fmla="*/ 362533 h 6596391"/>
              <a:gd name="connsiteX55" fmla="*/ 781628 w 6586410"/>
              <a:gd name="connsiteY55" fmla="*/ 792136 h 6596391"/>
              <a:gd name="connsiteX56" fmla="*/ 781964 w 6586410"/>
              <a:gd name="connsiteY56" fmla="*/ 793755 h 6596391"/>
              <a:gd name="connsiteX57" fmla="*/ 784625 w 6586410"/>
              <a:gd name="connsiteY57" fmla="*/ 796403 h 6596391"/>
              <a:gd name="connsiteX58" fmla="*/ 1374749 w 6586410"/>
              <a:gd name="connsiteY58" fmla="*/ 1011211 h 6596391"/>
              <a:gd name="connsiteX59" fmla="*/ 1374762 w 6586410"/>
              <a:gd name="connsiteY59" fmla="*/ 1011217 h 6596391"/>
              <a:gd name="connsiteX60" fmla="*/ 1374769 w 6586410"/>
              <a:gd name="connsiteY60" fmla="*/ 1011217 h 6596391"/>
              <a:gd name="connsiteX61" fmla="*/ 1964887 w 6586410"/>
              <a:gd name="connsiteY61" fmla="*/ 1226012 h 6596391"/>
              <a:gd name="connsiteX62" fmla="*/ 1964906 w 6586410"/>
              <a:gd name="connsiteY62" fmla="*/ 1226018 h 6596391"/>
              <a:gd name="connsiteX63" fmla="*/ 2543321 w 6586410"/>
              <a:gd name="connsiteY63" fmla="*/ 1436553 h 6596391"/>
              <a:gd name="connsiteX64" fmla="*/ 1964906 w 6586410"/>
              <a:gd name="connsiteY64" fmla="*/ 1647080 h 6596391"/>
              <a:gd name="connsiteX65" fmla="*/ 1964703 w 6586410"/>
              <a:gd name="connsiteY65" fmla="*/ 1647195 h 6596391"/>
              <a:gd name="connsiteX66" fmla="*/ 1964271 w 6586410"/>
              <a:gd name="connsiteY66" fmla="*/ 1647436 h 6596391"/>
              <a:gd name="connsiteX67" fmla="*/ 1963369 w 6586410"/>
              <a:gd name="connsiteY67" fmla="*/ 1648090 h 6596391"/>
              <a:gd name="connsiteX68" fmla="*/ 1963001 w 6586410"/>
              <a:gd name="connsiteY68" fmla="*/ 1648477 h 6596391"/>
              <a:gd name="connsiteX69" fmla="*/ 1962341 w 6586410"/>
              <a:gd name="connsiteY69" fmla="*/ 1649563 h 6596391"/>
              <a:gd name="connsiteX70" fmla="*/ 1962194 w 6586410"/>
              <a:gd name="connsiteY70" fmla="*/ 1649805 h 6596391"/>
              <a:gd name="connsiteX71" fmla="*/ 1962182 w 6586410"/>
              <a:gd name="connsiteY71" fmla="*/ 1649887 h 6596391"/>
              <a:gd name="connsiteX72" fmla="*/ 1961966 w 6586410"/>
              <a:gd name="connsiteY72" fmla="*/ 1651341 h 6596391"/>
              <a:gd name="connsiteX73" fmla="*/ 1961921 w 6586410"/>
              <a:gd name="connsiteY73" fmla="*/ 1651341 h 6596391"/>
              <a:gd name="connsiteX74" fmla="*/ 1961921 w 6586410"/>
              <a:gd name="connsiteY74" fmla="*/ 2507385 h 6596391"/>
              <a:gd name="connsiteX75" fmla="*/ 1374775 w 6586410"/>
              <a:gd name="connsiteY75" fmla="*/ 2721075 h 6596391"/>
              <a:gd name="connsiteX76" fmla="*/ 1371778 w 6586410"/>
              <a:gd name="connsiteY76" fmla="*/ 2725349 h 6596391"/>
              <a:gd name="connsiteX77" fmla="*/ 1374775 w 6586410"/>
              <a:gd name="connsiteY77" fmla="*/ 2729622 h 6596391"/>
              <a:gd name="connsiteX78" fmla="*/ 1953210 w 6586410"/>
              <a:gd name="connsiteY78" fmla="*/ 2940163 h 6596391"/>
              <a:gd name="connsiteX79" fmla="*/ 1376337 w 6586410"/>
              <a:gd name="connsiteY79" fmla="*/ 3150113 h 6596391"/>
              <a:gd name="connsiteX80" fmla="*/ 1377880 w 6586410"/>
              <a:gd name="connsiteY80" fmla="*/ 3150672 h 6596391"/>
              <a:gd name="connsiteX81" fmla="*/ 1377950 w 6586410"/>
              <a:gd name="connsiteY81" fmla="*/ 3150710 h 6596391"/>
              <a:gd name="connsiteX82" fmla="*/ 1378706 w 6586410"/>
              <a:gd name="connsiteY82" fmla="*/ 3151135 h 6596391"/>
              <a:gd name="connsiteX83" fmla="*/ 1377880 w 6586410"/>
              <a:gd name="connsiteY83" fmla="*/ 3150684 h 6596391"/>
              <a:gd name="connsiteX84" fmla="*/ 787736 w 6586410"/>
              <a:gd name="connsiteY84" fmla="*/ 2935877 h 6596391"/>
              <a:gd name="connsiteX85" fmla="*/ 786187 w 6586410"/>
              <a:gd name="connsiteY85" fmla="*/ 2935597 h 6596391"/>
              <a:gd name="connsiteX86" fmla="*/ 784631 w 6586410"/>
              <a:gd name="connsiteY86" fmla="*/ 2935877 h 6596391"/>
              <a:gd name="connsiteX87" fmla="*/ 194494 w 6586410"/>
              <a:gd name="connsiteY87" fmla="*/ 3150672 h 6596391"/>
              <a:gd name="connsiteX88" fmla="*/ 191497 w 6586410"/>
              <a:gd name="connsiteY88" fmla="*/ 3154945 h 6596391"/>
              <a:gd name="connsiteX89" fmla="*/ 191497 w 6586410"/>
              <a:gd name="connsiteY89" fmla="*/ 3584548 h 6596391"/>
              <a:gd name="connsiteX90" fmla="*/ 191713 w 6586410"/>
              <a:gd name="connsiteY90" fmla="*/ 3585932 h 6596391"/>
              <a:gd name="connsiteX91" fmla="*/ 194494 w 6586410"/>
              <a:gd name="connsiteY91" fmla="*/ 3588815 h 6596391"/>
              <a:gd name="connsiteX92" fmla="*/ 784631 w 6586410"/>
              <a:gd name="connsiteY92" fmla="*/ 3803629 h 6596391"/>
              <a:gd name="connsiteX93" fmla="*/ 786181 w 6586410"/>
              <a:gd name="connsiteY93" fmla="*/ 3803909 h 6596391"/>
              <a:gd name="connsiteX94" fmla="*/ 784625 w 6586410"/>
              <a:gd name="connsiteY94" fmla="*/ 3803629 h 6596391"/>
              <a:gd name="connsiteX95" fmla="*/ 772865 w 6586410"/>
              <a:gd name="connsiteY95" fmla="*/ 3799350 h 6596391"/>
              <a:gd name="connsiteX96" fmla="*/ 593128 w 6586410"/>
              <a:gd name="connsiteY96" fmla="*/ 3864767 h 6596391"/>
              <a:gd name="connsiteX97" fmla="*/ 594290 w 6586410"/>
              <a:gd name="connsiteY97" fmla="*/ 3864564 h 6596391"/>
              <a:gd name="connsiteX98" fmla="*/ 593134 w 6586410"/>
              <a:gd name="connsiteY98" fmla="*/ 3864774 h 6596391"/>
              <a:gd name="connsiteX99" fmla="*/ 2997 w 6586410"/>
              <a:gd name="connsiteY99" fmla="*/ 4079562 h 6596391"/>
              <a:gd name="connsiteX100" fmla="*/ 0 w 6586410"/>
              <a:gd name="connsiteY100" fmla="*/ 4083842 h 6596391"/>
              <a:gd name="connsiteX101" fmla="*/ 0 w 6586410"/>
              <a:gd name="connsiteY101" fmla="*/ 4513439 h 6596391"/>
              <a:gd name="connsiteX102" fmla="*/ 0 w 6586410"/>
              <a:gd name="connsiteY102" fmla="*/ 4513445 h 6596391"/>
              <a:gd name="connsiteX103" fmla="*/ 2997 w 6586410"/>
              <a:gd name="connsiteY103" fmla="*/ 4517706 h 6596391"/>
              <a:gd name="connsiteX104" fmla="*/ 593134 w 6586410"/>
              <a:gd name="connsiteY104" fmla="*/ 4732520 h 6596391"/>
              <a:gd name="connsiteX105" fmla="*/ 594684 w 6586410"/>
              <a:gd name="connsiteY105" fmla="*/ 4732800 h 6596391"/>
              <a:gd name="connsiteX106" fmla="*/ 596240 w 6586410"/>
              <a:gd name="connsiteY106" fmla="*/ 4732520 h 6596391"/>
              <a:gd name="connsiteX107" fmla="*/ 1186383 w 6586410"/>
              <a:gd name="connsiteY107" fmla="*/ 4517719 h 6596391"/>
              <a:gd name="connsiteX108" fmla="*/ 1966455 w 6586410"/>
              <a:gd name="connsiteY108" fmla="*/ 4233798 h 6596391"/>
              <a:gd name="connsiteX109" fmla="*/ 1966461 w 6586410"/>
              <a:gd name="connsiteY109" fmla="*/ 4233791 h 6596391"/>
              <a:gd name="connsiteX110" fmla="*/ 2555050 w 6586410"/>
              <a:gd name="connsiteY110" fmla="*/ 4448034 h 6596391"/>
              <a:gd name="connsiteX111" fmla="*/ 2556593 w 6586410"/>
              <a:gd name="connsiteY111" fmla="*/ 4448307 h 6596391"/>
              <a:gd name="connsiteX112" fmla="*/ 2558149 w 6586410"/>
              <a:gd name="connsiteY112" fmla="*/ 4448034 h 6596391"/>
              <a:gd name="connsiteX113" fmla="*/ 3023978 w 6586410"/>
              <a:gd name="connsiteY113" fmla="*/ 4278483 h 6596391"/>
              <a:gd name="connsiteX114" fmla="*/ 3148292 w 6586410"/>
              <a:gd name="connsiteY114" fmla="*/ 4233232 h 6596391"/>
              <a:gd name="connsiteX115" fmla="*/ 3149511 w 6586410"/>
              <a:gd name="connsiteY115" fmla="*/ 4232559 h 6596391"/>
              <a:gd name="connsiteX116" fmla="*/ 3151277 w 6586410"/>
              <a:gd name="connsiteY116" fmla="*/ 4228965 h 6596391"/>
              <a:gd name="connsiteX117" fmla="*/ 3151277 w 6586410"/>
              <a:gd name="connsiteY117" fmla="*/ 3799375 h 6596391"/>
              <a:gd name="connsiteX118" fmla="*/ 3151277 w 6586410"/>
              <a:gd name="connsiteY118" fmla="*/ 3799368 h 6596391"/>
              <a:gd name="connsiteX119" fmla="*/ 3151277 w 6586410"/>
              <a:gd name="connsiteY119" fmla="*/ 3376249 h 6596391"/>
              <a:gd name="connsiteX120" fmla="*/ 3735318 w 6586410"/>
              <a:gd name="connsiteY120" fmla="*/ 3588834 h 6596391"/>
              <a:gd name="connsiteX121" fmla="*/ 3736874 w 6586410"/>
              <a:gd name="connsiteY121" fmla="*/ 3589114 h 6596391"/>
              <a:gd name="connsiteX122" fmla="*/ 3738429 w 6586410"/>
              <a:gd name="connsiteY122" fmla="*/ 3588834 h 6596391"/>
              <a:gd name="connsiteX123" fmla="*/ 4328566 w 6586410"/>
              <a:gd name="connsiteY123" fmla="*/ 3374033 h 6596391"/>
              <a:gd name="connsiteX124" fmla="*/ 4331564 w 6586410"/>
              <a:gd name="connsiteY124" fmla="*/ 3369759 h 6596391"/>
              <a:gd name="connsiteX125" fmla="*/ 4328566 w 6586410"/>
              <a:gd name="connsiteY125" fmla="*/ 3365486 h 6596391"/>
              <a:gd name="connsiteX126" fmla="*/ 4143584 w 6586410"/>
              <a:gd name="connsiteY126" fmla="*/ 3298150 h 6596391"/>
              <a:gd name="connsiteX127" fmla="*/ 4328566 w 6586410"/>
              <a:gd name="connsiteY127" fmla="*/ 3230815 h 6596391"/>
              <a:gd name="connsiteX128" fmla="*/ 4331564 w 6586410"/>
              <a:gd name="connsiteY128" fmla="*/ 3226548 h 6596391"/>
              <a:gd name="connsiteX129" fmla="*/ 4328566 w 6586410"/>
              <a:gd name="connsiteY129" fmla="*/ 3222274 h 6596391"/>
              <a:gd name="connsiteX130" fmla="*/ 4143591 w 6586410"/>
              <a:gd name="connsiteY130" fmla="*/ 3154952 h 6596391"/>
              <a:gd name="connsiteX131" fmla="*/ 4328566 w 6586410"/>
              <a:gd name="connsiteY131" fmla="*/ 3087623 h 6596391"/>
              <a:gd name="connsiteX132" fmla="*/ 4331564 w 6586410"/>
              <a:gd name="connsiteY132" fmla="*/ 3083349 h 6596391"/>
              <a:gd name="connsiteX133" fmla="*/ 4328566 w 6586410"/>
              <a:gd name="connsiteY133" fmla="*/ 3079075 h 6596391"/>
              <a:gd name="connsiteX134" fmla="*/ 4143584 w 6586410"/>
              <a:gd name="connsiteY134" fmla="*/ 3011746 h 6596391"/>
              <a:gd name="connsiteX135" fmla="*/ 4328566 w 6586410"/>
              <a:gd name="connsiteY135" fmla="*/ 2944411 h 6596391"/>
              <a:gd name="connsiteX136" fmla="*/ 4331564 w 6586410"/>
              <a:gd name="connsiteY136" fmla="*/ 2940137 h 6596391"/>
              <a:gd name="connsiteX137" fmla="*/ 4331564 w 6586410"/>
              <a:gd name="connsiteY137" fmla="*/ 2940137 h 6596391"/>
              <a:gd name="connsiteX138" fmla="*/ 4331564 w 6586410"/>
              <a:gd name="connsiteY138" fmla="*/ 2513741 h 6596391"/>
              <a:gd name="connsiteX139" fmla="*/ 4912608 w 6586410"/>
              <a:gd name="connsiteY139" fmla="*/ 2302254 h 6596391"/>
              <a:gd name="connsiteX140" fmla="*/ 4912608 w 6586410"/>
              <a:gd name="connsiteY140" fmla="*/ 2725342 h 6596391"/>
              <a:gd name="connsiteX141" fmla="*/ 4915605 w 6586410"/>
              <a:gd name="connsiteY141" fmla="*/ 2729616 h 6596391"/>
              <a:gd name="connsiteX142" fmla="*/ 5493988 w 6586410"/>
              <a:gd name="connsiteY142" fmla="*/ 2940156 h 6596391"/>
              <a:gd name="connsiteX143" fmla="*/ 4915605 w 6586410"/>
              <a:gd name="connsiteY143" fmla="*/ 3150672 h 6596391"/>
              <a:gd name="connsiteX144" fmla="*/ 4912608 w 6586410"/>
              <a:gd name="connsiteY144" fmla="*/ 3154945 h 6596391"/>
              <a:gd name="connsiteX145" fmla="*/ 4912608 w 6586410"/>
              <a:gd name="connsiteY145" fmla="*/ 3581373 h 6596391"/>
              <a:gd name="connsiteX146" fmla="*/ 4915605 w 6586410"/>
              <a:gd name="connsiteY146" fmla="*/ 3580281 h 6596391"/>
              <a:gd name="connsiteX147" fmla="*/ 4918710 w 6586410"/>
              <a:gd name="connsiteY147" fmla="*/ 3580281 h 6596391"/>
              <a:gd name="connsiteX148" fmla="*/ 4937030 w 6586410"/>
              <a:gd name="connsiteY148" fmla="*/ 3586949 h 6596391"/>
              <a:gd name="connsiteX149" fmla="*/ 4930457 w 6586410"/>
              <a:gd name="connsiteY149" fmla="*/ 3584554 h 6596391"/>
              <a:gd name="connsiteX150" fmla="*/ 5502751 w 6586410"/>
              <a:gd name="connsiteY150" fmla="*/ 3376256 h 6596391"/>
              <a:gd name="connsiteX151" fmla="*/ 5502751 w 6586410"/>
              <a:gd name="connsiteY151" fmla="*/ 3792847 h 6596391"/>
              <a:gd name="connsiteX152" fmla="*/ 5508854 w 6586410"/>
              <a:gd name="connsiteY152" fmla="*/ 3795070 h 6596391"/>
              <a:gd name="connsiteX153" fmla="*/ 5511851 w 6586410"/>
              <a:gd name="connsiteY153" fmla="*/ 3799343 h 6596391"/>
              <a:gd name="connsiteX154" fmla="*/ 5511851 w 6586410"/>
              <a:gd name="connsiteY154" fmla="*/ 3799356 h 6596391"/>
              <a:gd name="connsiteX155" fmla="*/ 5508860 w 6586410"/>
              <a:gd name="connsiteY155" fmla="*/ 3795089 h 6596391"/>
              <a:gd name="connsiteX156" fmla="*/ 4918710 w 6586410"/>
              <a:gd name="connsiteY156" fmla="*/ 3580287 h 6596391"/>
              <a:gd name="connsiteX157" fmla="*/ 4915605 w 6586410"/>
              <a:gd name="connsiteY157" fmla="*/ 3580287 h 6596391"/>
              <a:gd name="connsiteX158" fmla="*/ 4325461 w 6586410"/>
              <a:gd name="connsiteY158" fmla="*/ 3795070 h 6596391"/>
              <a:gd name="connsiteX159" fmla="*/ 4324236 w 6586410"/>
              <a:gd name="connsiteY159" fmla="*/ 3795737 h 6596391"/>
              <a:gd name="connsiteX160" fmla="*/ 4322477 w 6586410"/>
              <a:gd name="connsiteY160" fmla="*/ 3799337 h 6596391"/>
              <a:gd name="connsiteX161" fmla="*/ 4322477 w 6586410"/>
              <a:gd name="connsiteY161" fmla="*/ 3799375 h 6596391"/>
              <a:gd name="connsiteX162" fmla="*/ 4322477 w 6586410"/>
              <a:gd name="connsiteY162" fmla="*/ 4228914 h 6596391"/>
              <a:gd name="connsiteX163" fmla="*/ 4322477 w 6586410"/>
              <a:gd name="connsiteY163" fmla="*/ 4228946 h 6596391"/>
              <a:gd name="connsiteX164" fmla="*/ 4325468 w 6586410"/>
              <a:gd name="connsiteY164" fmla="*/ 4233213 h 6596391"/>
              <a:gd name="connsiteX165" fmla="*/ 4915611 w 6586410"/>
              <a:gd name="connsiteY165" fmla="*/ 4448027 h 6596391"/>
              <a:gd name="connsiteX166" fmla="*/ 4917161 w 6586410"/>
              <a:gd name="connsiteY166" fmla="*/ 4448307 h 6596391"/>
              <a:gd name="connsiteX167" fmla="*/ 4917167 w 6586410"/>
              <a:gd name="connsiteY167" fmla="*/ 4448307 h 6596391"/>
              <a:gd name="connsiteX168" fmla="*/ 4918716 w 6586410"/>
              <a:gd name="connsiteY168" fmla="*/ 4448027 h 6596391"/>
              <a:gd name="connsiteX169" fmla="*/ 5508866 w 6586410"/>
              <a:gd name="connsiteY169" fmla="*/ 4233226 h 6596391"/>
              <a:gd name="connsiteX170" fmla="*/ 5510086 w 6586410"/>
              <a:gd name="connsiteY170" fmla="*/ 4232553 h 6596391"/>
              <a:gd name="connsiteX171" fmla="*/ 5511851 w 6586410"/>
              <a:gd name="connsiteY171" fmla="*/ 4228959 h 6596391"/>
              <a:gd name="connsiteX172" fmla="*/ 5511851 w 6586410"/>
              <a:gd name="connsiteY172" fmla="*/ 3802550 h 6596391"/>
              <a:gd name="connsiteX173" fmla="*/ 6092895 w 6586410"/>
              <a:gd name="connsiteY173" fmla="*/ 3591051 h 6596391"/>
              <a:gd name="connsiteX174" fmla="*/ 6092895 w 6586410"/>
              <a:gd name="connsiteY174" fmla="*/ 4440573 h 6596391"/>
              <a:gd name="connsiteX175" fmla="*/ 5505749 w 6586410"/>
              <a:gd name="connsiteY175" fmla="*/ 4654295 h 6596391"/>
              <a:gd name="connsiteX176" fmla="*/ 5502751 w 6586410"/>
              <a:gd name="connsiteY176" fmla="*/ 4658562 h 6596391"/>
              <a:gd name="connsiteX177" fmla="*/ 5502751 w 6586410"/>
              <a:gd name="connsiteY177" fmla="*/ 5088178 h 6596391"/>
              <a:gd name="connsiteX178" fmla="*/ 5502771 w 6586410"/>
              <a:gd name="connsiteY178" fmla="*/ 5088247 h 6596391"/>
              <a:gd name="connsiteX179" fmla="*/ 5503209 w 6586410"/>
              <a:gd name="connsiteY179" fmla="*/ 5090038 h 6596391"/>
              <a:gd name="connsiteX180" fmla="*/ 5503399 w 6586410"/>
              <a:gd name="connsiteY180" fmla="*/ 5090432 h 6596391"/>
              <a:gd name="connsiteX181" fmla="*/ 5504663 w 6586410"/>
              <a:gd name="connsiteY181" fmla="*/ 5091860 h 6596391"/>
              <a:gd name="connsiteX182" fmla="*/ 5504694 w 6586410"/>
              <a:gd name="connsiteY182" fmla="*/ 5091899 h 6596391"/>
              <a:gd name="connsiteX183" fmla="*/ 5505063 w 6586410"/>
              <a:gd name="connsiteY183" fmla="*/ 5092077 h 6596391"/>
              <a:gd name="connsiteX184" fmla="*/ 5505742 w 6586410"/>
              <a:gd name="connsiteY184" fmla="*/ 5092458 h 6596391"/>
              <a:gd name="connsiteX185" fmla="*/ 5690718 w 6586410"/>
              <a:gd name="connsiteY185" fmla="*/ 5159786 h 6596391"/>
              <a:gd name="connsiteX186" fmla="*/ 5505742 w 6586410"/>
              <a:gd name="connsiteY186" fmla="*/ 5227116 h 6596391"/>
              <a:gd name="connsiteX187" fmla="*/ 5502751 w 6586410"/>
              <a:gd name="connsiteY187" fmla="*/ 5231389 h 6596391"/>
              <a:gd name="connsiteX188" fmla="*/ 5505742 w 6586410"/>
              <a:gd name="connsiteY188" fmla="*/ 5235656 h 6596391"/>
              <a:gd name="connsiteX189" fmla="*/ 5690737 w 6586410"/>
              <a:gd name="connsiteY189" fmla="*/ 5302992 h 6596391"/>
              <a:gd name="connsiteX190" fmla="*/ 5505742 w 6586410"/>
              <a:gd name="connsiteY190" fmla="*/ 5370327 h 6596391"/>
              <a:gd name="connsiteX191" fmla="*/ 5502751 w 6586410"/>
              <a:gd name="connsiteY191" fmla="*/ 5374600 h 6596391"/>
              <a:gd name="connsiteX192" fmla="*/ 5505742 w 6586410"/>
              <a:gd name="connsiteY192" fmla="*/ 5378880 h 6596391"/>
              <a:gd name="connsiteX193" fmla="*/ 5690724 w 6586410"/>
              <a:gd name="connsiteY193" fmla="*/ 5446210 h 6596391"/>
              <a:gd name="connsiteX194" fmla="*/ 5505742 w 6586410"/>
              <a:gd name="connsiteY194" fmla="*/ 5513545 h 6596391"/>
              <a:gd name="connsiteX195" fmla="*/ 5502751 w 6586410"/>
              <a:gd name="connsiteY195" fmla="*/ 5517818 h 6596391"/>
              <a:gd name="connsiteX196" fmla="*/ 5505742 w 6586410"/>
              <a:gd name="connsiteY196" fmla="*/ 5522092 h 6596391"/>
              <a:gd name="connsiteX197" fmla="*/ 5887435 w 6586410"/>
              <a:gd name="connsiteY197" fmla="*/ 5661024 h 6596391"/>
              <a:gd name="connsiteX198" fmla="*/ 5505742 w 6586410"/>
              <a:gd name="connsiteY198" fmla="*/ 5799949 h 6596391"/>
              <a:gd name="connsiteX199" fmla="*/ 5502751 w 6586410"/>
              <a:gd name="connsiteY199" fmla="*/ 5804223 h 6596391"/>
              <a:gd name="connsiteX200" fmla="*/ 5505742 w 6586410"/>
              <a:gd name="connsiteY200" fmla="*/ 5808496 h 6596391"/>
              <a:gd name="connsiteX201" fmla="*/ 5887435 w 6586410"/>
              <a:gd name="connsiteY201" fmla="*/ 5947428 h 6596391"/>
              <a:gd name="connsiteX202" fmla="*/ 5505742 w 6586410"/>
              <a:gd name="connsiteY202" fmla="*/ 6086359 h 6596391"/>
              <a:gd name="connsiteX203" fmla="*/ 5502751 w 6586410"/>
              <a:gd name="connsiteY203" fmla="*/ 6090633 h 6596391"/>
              <a:gd name="connsiteX204" fmla="*/ 5505742 w 6586410"/>
              <a:gd name="connsiteY204" fmla="*/ 6094906 h 6596391"/>
              <a:gd name="connsiteX205" fmla="*/ 5887428 w 6586410"/>
              <a:gd name="connsiteY205" fmla="*/ 6233838 h 6596391"/>
              <a:gd name="connsiteX206" fmla="*/ 5505742 w 6586410"/>
              <a:gd name="connsiteY206" fmla="*/ 6372763 h 6596391"/>
              <a:gd name="connsiteX207" fmla="*/ 5502751 w 6586410"/>
              <a:gd name="connsiteY207" fmla="*/ 6377037 h 6596391"/>
              <a:gd name="connsiteX208" fmla="*/ 5505742 w 6586410"/>
              <a:gd name="connsiteY208" fmla="*/ 6381311 h 6596391"/>
              <a:gd name="connsiteX209" fmla="*/ 6095879 w 6586410"/>
              <a:gd name="connsiteY209" fmla="*/ 6596112 h 6596391"/>
              <a:gd name="connsiteX210" fmla="*/ 6097435 w 6586410"/>
              <a:gd name="connsiteY210" fmla="*/ 6596391 h 6596391"/>
              <a:gd name="connsiteX211" fmla="*/ 6098991 w 6586410"/>
              <a:gd name="connsiteY211" fmla="*/ 6596112 h 6596391"/>
              <a:gd name="connsiteX212" fmla="*/ 6586391 w 6586410"/>
              <a:gd name="connsiteY212" fmla="*/ 6418706 h 6596391"/>
              <a:gd name="connsiteX213" fmla="*/ 6586391 w 6586410"/>
              <a:gd name="connsiteY213" fmla="*/ 6409035 h 6596391"/>
              <a:gd name="connsiteX214" fmla="*/ 6097435 w 6586410"/>
              <a:gd name="connsiteY214" fmla="*/ 6587012 h 6596391"/>
              <a:gd name="connsiteX215" fmla="*/ 5520589 w 6586410"/>
              <a:gd name="connsiteY215" fmla="*/ 6377043 h 6596391"/>
              <a:gd name="connsiteX216" fmla="*/ 5900725 w 6586410"/>
              <a:gd name="connsiteY216" fmla="*/ 6238683 h 6596391"/>
              <a:gd name="connsiteX217" fmla="*/ 6095873 w 6586410"/>
              <a:gd name="connsiteY217" fmla="*/ 6309720 h 6596391"/>
              <a:gd name="connsiteX218" fmla="*/ 6097429 w 6586410"/>
              <a:gd name="connsiteY218" fmla="*/ 6310000 h 6596391"/>
              <a:gd name="connsiteX219" fmla="*/ 6098985 w 6586410"/>
              <a:gd name="connsiteY219" fmla="*/ 6309720 h 6596391"/>
              <a:gd name="connsiteX220" fmla="*/ 6294133 w 6586410"/>
              <a:gd name="connsiteY220" fmla="*/ 6238683 h 6596391"/>
              <a:gd name="connsiteX221" fmla="*/ 6586379 w 6586410"/>
              <a:gd name="connsiteY221" fmla="*/ 6345052 h 6596391"/>
              <a:gd name="connsiteX222" fmla="*/ 6586379 w 6586410"/>
              <a:gd name="connsiteY222" fmla="*/ 6335381 h 6596391"/>
              <a:gd name="connsiteX223" fmla="*/ 6307423 w 6586410"/>
              <a:gd name="connsiteY223" fmla="*/ 6233851 h 6596391"/>
              <a:gd name="connsiteX224" fmla="*/ 6586379 w 6586410"/>
              <a:gd name="connsiteY224" fmla="*/ 6132321 h 6596391"/>
              <a:gd name="connsiteX225" fmla="*/ 6586379 w 6586410"/>
              <a:gd name="connsiteY225" fmla="*/ 6122643 h 6596391"/>
              <a:gd name="connsiteX226" fmla="*/ 6294139 w 6586410"/>
              <a:gd name="connsiteY226" fmla="*/ 6229018 h 6596391"/>
              <a:gd name="connsiteX227" fmla="*/ 6098985 w 6586410"/>
              <a:gd name="connsiteY227" fmla="*/ 6157981 h 6596391"/>
              <a:gd name="connsiteX228" fmla="*/ 6095873 w 6586410"/>
              <a:gd name="connsiteY228" fmla="*/ 6157981 h 6596391"/>
              <a:gd name="connsiteX229" fmla="*/ 5900718 w 6586410"/>
              <a:gd name="connsiteY229" fmla="*/ 6229018 h 6596391"/>
              <a:gd name="connsiteX230" fmla="*/ 5520589 w 6586410"/>
              <a:gd name="connsiteY230" fmla="*/ 6090652 h 6596391"/>
              <a:gd name="connsiteX231" fmla="*/ 5900732 w 6586410"/>
              <a:gd name="connsiteY231" fmla="*/ 5952292 h 6596391"/>
              <a:gd name="connsiteX232" fmla="*/ 6095873 w 6586410"/>
              <a:gd name="connsiteY232" fmla="*/ 6023323 h 6596391"/>
              <a:gd name="connsiteX233" fmla="*/ 6097429 w 6586410"/>
              <a:gd name="connsiteY233" fmla="*/ 6023602 h 6596391"/>
              <a:gd name="connsiteX234" fmla="*/ 6098985 w 6586410"/>
              <a:gd name="connsiteY234" fmla="*/ 6023323 h 6596391"/>
              <a:gd name="connsiteX235" fmla="*/ 6294133 w 6586410"/>
              <a:gd name="connsiteY235" fmla="*/ 5952292 h 6596391"/>
              <a:gd name="connsiteX236" fmla="*/ 6586411 w 6586410"/>
              <a:gd name="connsiteY236" fmla="*/ 6058629 h 6596391"/>
              <a:gd name="connsiteX237" fmla="*/ 6586411 w 6586410"/>
              <a:gd name="connsiteY237" fmla="*/ 6048958 h 6596391"/>
              <a:gd name="connsiteX238" fmla="*/ 6307449 w 6586410"/>
              <a:gd name="connsiteY238" fmla="*/ 5947421 h 6596391"/>
              <a:gd name="connsiteX239" fmla="*/ 6586411 w 6586410"/>
              <a:gd name="connsiteY239" fmla="*/ 5845885 h 6596391"/>
              <a:gd name="connsiteX240" fmla="*/ 6586411 w 6586410"/>
              <a:gd name="connsiteY240" fmla="*/ 5836207 h 6596391"/>
              <a:gd name="connsiteX241" fmla="*/ 6294165 w 6586410"/>
              <a:gd name="connsiteY241" fmla="*/ 5942583 h 6596391"/>
              <a:gd name="connsiteX242" fmla="*/ 6099016 w 6586410"/>
              <a:gd name="connsiteY242" fmla="*/ 5871551 h 6596391"/>
              <a:gd name="connsiteX243" fmla="*/ 6095905 w 6586410"/>
              <a:gd name="connsiteY243" fmla="*/ 5871551 h 6596391"/>
              <a:gd name="connsiteX244" fmla="*/ 5900756 w 6586410"/>
              <a:gd name="connsiteY244" fmla="*/ 5942589 h 6596391"/>
              <a:gd name="connsiteX245" fmla="*/ 5520621 w 6586410"/>
              <a:gd name="connsiteY245" fmla="*/ 5804216 h 6596391"/>
              <a:gd name="connsiteX246" fmla="*/ 5900763 w 6586410"/>
              <a:gd name="connsiteY246" fmla="*/ 5665856 h 6596391"/>
              <a:gd name="connsiteX247" fmla="*/ 6095905 w 6586410"/>
              <a:gd name="connsiteY247" fmla="*/ 5736887 h 6596391"/>
              <a:gd name="connsiteX248" fmla="*/ 6097461 w 6586410"/>
              <a:gd name="connsiteY248" fmla="*/ 5737160 h 6596391"/>
              <a:gd name="connsiteX249" fmla="*/ 6099016 w 6586410"/>
              <a:gd name="connsiteY249" fmla="*/ 5736887 h 6596391"/>
              <a:gd name="connsiteX250" fmla="*/ 6294158 w 6586410"/>
              <a:gd name="connsiteY250" fmla="*/ 5665856 h 6596391"/>
              <a:gd name="connsiteX251" fmla="*/ 6586411 w 6586410"/>
              <a:gd name="connsiteY251" fmla="*/ 5772231 h 6596391"/>
              <a:gd name="connsiteX252" fmla="*/ 6586411 w 6586410"/>
              <a:gd name="connsiteY252" fmla="*/ 5762554 h 6596391"/>
              <a:gd name="connsiteX253" fmla="*/ 6307455 w 6586410"/>
              <a:gd name="connsiteY253" fmla="*/ 5661024 h 6596391"/>
              <a:gd name="connsiteX254" fmla="*/ 6586411 w 6586410"/>
              <a:gd name="connsiteY254" fmla="*/ 5559487 h 6596391"/>
              <a:gd name="connsiteX255" fmla="*/ 6586411 w 6586410"/>
              <a:gd name="connsiteY255" fmla="*/ 5549816 h 6596391"/>
              <a:gd name="connsiteX256" fmla="*/ 6294158 w 6586410"/>
              <a:gd name="connsiteY256" fmla="*/ 5656185 h 6596391"/>
              <a:gd name="connsiteX257" fmla="*/ 6110732 w 6586410"/>
              <a:gd name="connsiteY257" fmla="*/ 5589421 h 6596391"/>
              <a:gd name="connsiteX258" fmla="*/ 6490875 w 6586410"/>
              <a:gd name="connsiteY258" fmla="*/ 5451061 h 6596391"/>
              <a:gd name="connsiteX259" fmla="*/ 6586411 w 6586410"/>
              <a:gd name="connsiteY259" fmla="*/ 5485834 h 6596391"/>
              <a:gd name="connsiteX260" fmla="*/ 6586411 w 6586410"/>
              <a:gd name="connsiteY260" fmla="*/ 5476162 h 6596391"/>
              <a:gd name="connsiteX261" fmla="*/ 6504171 w 6586410"/>
              <a:gd name="connsiteY261" fmla="*/ 5446222 h 6596391"/>
              <a:gd name="connsiteX262" fmla="*/ 6586411 w 6586410"/>
              <a:gd name="connsiteY262" fmla="*/ 5416288 h 6596391"/>
              <a:gd name="connsiteX263" fmla="*/ 6586411 w 6586410"/>
              <a:gd name="connsiteY263" fmla="*/ 5406611 h 6596391"/>
              <a:gd name="connsiteX264" fmla="*/ 6490868 w 6586410"/>
              <a:gd name="connsiteY264" fmla="*/ 5441390 h 6596391"/>
              <a:gd name="connsiteX265" fmla="*/ 6307430 w 6586410"/>
              <a:gd name="connsiteY265" fmla="*/ 5374620 h 6596391"/>
              <a:gd name="connsiteX266" fmla="*/ 6490862 w 6586410"/>
              <a:gd name="connsiteY266" fmla="*/ 5307849 h 6596391"/>
              <a:gd name="connsiteX267" fmla="*/ 6586411 w 6586410"/>
              <a:gd name="connsiteY267" fmla="*/ 5342628 h 6596391"/>
              <a:gd name="connsiteX268" fmla="*/ 6586411 w 6586410"/>
              <a:gd name="connsiteY268" fmla="*/ 5332957 h 6596391"/>
              <a:gd name="connsiteX269" fmla="*/ 6504159 w 6586410"/>
              <a:gd name="connsiteY269" fmla="*/ 5303017 h 6596391"/>
              <a:gd name="connsiteX270" fmla="*/ 6586411 w 6586410"/>
              <a:gd name="connsiteY270" fmla="*/ 5273077 h 6596391"/>
              <a:gd name="connsiteX271" fmla="*/ 6586411 w 6586410"/>
              <a:gd name="connsiteY271" fmla="*/ 5263406 h 6596391"/>
              <a:gd name="connsiteX272" fmla="*/ 6490868 w 6586410"/>
              <a:gd name="connsiteY272" fmla="*/ 5298185 h 6596391"/>
              <a:gd name="connsiteX273" fmla="*/ 6307449 w 6586410"/>
              <a:gd name="connsiteY273" fmla="*/ 5231421 h 6596391"/>
              <a:gd name="connsiteX274" fmla="*/ 6490882 w 6586410"/>
              <a:gd name="connsiteY274" fmla="*/ 5164657 h 6596391"/>
              <a:gd name="connsiteX275" fmla="*/ 6586411 w 6586410"/>
              <a:gd name="connsiteY275" fmla="*/ 5199423 h 6596391"/>
              <a:gd name="connsiteX276" fmla="*/ 6586411 w 6586410"/>
              <a:gd name="connsiteY276" fmla="*/ 5189752 h 6596391"/>
              <a:gd name="connsiteX277" fmla="*/ 6504178 w 6586410"/>
              <a:gd name="connsiteY277" fmla="*/ 5159818 h 6596391"/>
              <a:gd name="connsiteX278" fmla="*/ 6586411 w 6586410"/>
              <a:gd name="connsiteY278" fmla="*/ 5129884 h 6596391"/>
              <a:gd name="connsiteX279" fmla="*/ 6586411 w 6586410"/>
              <a:gd name="connsiteY279" fmla="*/ 5120213 h 6596391"/>
              <a:gd name="connsiteX280" fmla="*/ 6490882 w 6586410"/>
              <a:gd name="connsiteY280" fmla="*/ 5154986 h 6596391"/>
              <a:gd name="connsiteX281" fmla="*/ 6099010 w 6586410"/>
              <a:gd name="connsiteY281" fmla="*/ 5012359 h 6596391"/>
              <a:gd name="connsiteX282" fmla="*/ 6095899 w 6586410"/>
              <a:gd name="connsiteY282" fmla="*/ 5012359 h 6596391"/>
              <a:gd name="connsiteX283" fmla="*/ 5704027 w 6586410"/>
              <a:gd name="connsiteY283" fmla="*/ 5154986 h 6596391"/>
              <a:gd name="connsiteX284" fmla="*/ 5520607 w 6586410"/>
              <a:gd name="connsiteY284" fmla="*/ 5088222 h 6596391"/>
              <a:gd name="connsiteX285" fmla="*/ 6097454 w 6586410"/>
              <a:gd name="connsiteY285" fmla="*/ 4878266 h 6596391"/>
              <a:gd name="connsiteX286" fmla="*/ 6586411 w 6586410"/>
              <a:gd name="connsiteY286" fmla="*/ 5056205 h 6596391"/>
              <a:gd name="connsiteX287" fmla="*/ 6586411 w 6586410"/>
              <a:gd name="connsiteY287" fmla="*/ 5046541 h 6596391"/>
              <a:gd name="connsiteX288" fmla="*/ 6586411 w 6586410"/>
              <a:gd name="connsiteY288" fmla="*/ 5046534 h 6596391"/>
              <a:gd name="connsiteX289" fmla="*/ 6453499 w 6586410"/>
              <a:gd name="connsiteY289" fmla="*/ 4998154 h 6596391"/>
              <a:gd name="connsiteX290" fmla="*/ 6110745 w 6586410"/>
              <a:gd name="connsiteY290" fmla="*/ 4873395 h 6596391"/>
              <a:gd name="connsiteX291" fmla="*/ 6586411 w 6586410"/>
              <a:gd name="connsiteY291" fmla="*/ 4700262 h 6596391"/>
              <a:gd name="connsiteX292" fmla="*/ 6586411 w 6586410"/>
              <a:gd name="connsiteY292" fmla="*/ 4690585 h 6596391"/>
              <a:gd name="connsiteX293" fmla="*/ 6102001 w 6586410"/>
              <a:gd name="connsiteY293" fmla="*/ 4866899 h 6596391"/>
              <a:gd name="connsiteX294" fmla="*/ 6102001 w 6586410"/>
              <a:gd name="connsiteY294" fmla="*/ 4450275 h 6596391"/>
              <a:gd name="connsiteX295" fmla="*/ 6586411 w 6586410"/>
              <a:gd name="connsiteY295" fmla="*/ 4626589 h 6596391"/>
              <a:gd name="connsiteX296" fmla="*/ 6586411 w 6586410"/>
              <a:gd name="connsiteY296" fmla="*/ 4616925 h 6596391"/>
              <a:gd name="connsiteX297" fmla="*/ 6110770 w 6586410"/>
              <a:gd name="connsiteY297" fmla="*/ 4443786 h 6596391"/>
              <a:gd name="connsiteX298" fmla="*/ 6102001 w 6586410"/>
              <a:gd name="connsiteY298" fmla="*/ 4446980 h 6596391"/>
              <a:gd name="connsiteX299" fmla="*/ 6102001 w 6586410"/>
              <a:gd name="connsiteY299" fmla="*/ 4446974 h 6596391"/>
              <a:gd name="connsiteX300" fmla="*/ 6586411 w 6586410"/>
              <a:gd name="connsiteY300" fmla="*/ 4270653 h 6596391"/>
              <a:gd name="connsiteX301" fmla="*/ 6586411 w 6586410"/>
              <a:gd name="connsiteY301" fmla="*/ 4260976 h 6596391"/>
              <a:gd name="connsiteX302" fmla="*/ 6568948 w 6586410"/>
              <a:gd name="connsiteY302" fmla="*/ 4267332 h 6596391"/>
              <a:gd name="connsiteX303" fmla="*/ 6187186 w 6586410"/>
              <a:gd name="connsiteY303" fmla="*/ 4406296 h 6596391"/>
              <a:gd name="connsiteX304" fmla="*/ 6102001 w 6586410"/>
              <a:gd name="connsiteY304" fmla="*/ 4437303 h 6596391"/>
              <a:gd name="connsiteX305" fmla="*/ 6102001 w 6586410"/>
              <a:gd name="connsiteY305" fmla="*/ 4437296 h 6596391"/>
              <a:gd name="connsiteX306" fmla="*/ 6102001 w 6586410"/>
              <a:gd name="connsiteY306" fmla="*/ 4437290 h 6596391"/>
              <a:gd name="connsiteX307" fmla="*/ 6102001 w 6586410"/>
              <a:gd name="connsiteY307" fmla="*/ 3591070 h 6596391"/>
              <a:gd name="connsiteX308" fmla="*/ 6586411 w 6586410"/>
              <a:gd name="connsiteY308" fmla="*/ 3767396 h 6596391"/>
              <a:gd name="connsiteX309" fmla="*/ 6586411 w 6586410"/>
              <a:gd name="connsiteY309" fmla="*/ 3757719 h 6596391"/>
              <a:gd name="connsiteX310" fmla="*/ 6586411 w 6586410"/>
              <a:gd name="connsiteY310" fmla="*/ 3757713 h 6596391"/>
              <a:gd name="connsiteX311" fmla="*/ 6110751 w 6586410"/>
              <a:gd name="connsiteY311" fmla="*/ 3584573 h 6596391"/>
              <a:gd name="connsiteX312" fmla="*/ 6586411 w 6586410"/>
              <a:gd name="connsiteY312" fmla="*/ 3411447 h 6596391"/>
              <a:gd name="connsiteX313" fmla="*/ 6586411 w 6586410"/>
              <a:gd name="connsiteY313" fmla="*/ 3401770 h 6596391"/>
              <a:gd name="connsiteX314" fmla="*/ 6102007 w 6586410"/>
              <a:gd name="connsiteY314" fmla="*/ 3578084 h 6596391"/>
              <a:gd name="connsiteX315" fmla="*/ 6102007 w 6586410"/>
              <a:gd name="connsiteY315" fmla="*/ 3161460 h 6596391"/>
              <a:gd name="connsiteX316" fmla="*/ 6586411 w 6586410"/>
              <a:gd name="connsiteY316" fmla="*/ 3337775 h 6596391"/>
              <a:gd name="connsiteX317" fmla="*/ 6586411 w 6586410"/>
              <a:gd name="connsiteY317" fmla="*/ 3328103 h 6596391"/>
              <a:gd name="connsiteX318" fmla="*/ 6110770 w 6586410"/>
              <a:gd name="connsiteY318" fmla="*/ 3154971 h 6596391"/>
              <a:gd name="connsiteX319" fmla="*/ 6586411 w 6586410"/>
              <a:gd name="connsiteY319" fmla="*/ 2981851 h 6596391"/>
              <a:gd name="connsiteX320" fmla="*/ 6586411 w 6586410"/>
              <a:gd name="connsiteY320" fmla="*/ 2972173 h 6596391"/>
              <a:gd name="connsiteX321" fmla="*/ 6097473 w 6586410"/>
              <a:gd name="connsiteY321" fmla="*/ 3150126 h 6596391"/>
              <a:gd name="connsiteX322" fmla="*/ 6099010 w 6586410"/>
              <a:gd name="connsiteY322" fmla="*/ 3150684 h 6596391"/>
              <a:gd name="connsiteX323" fmla="*/ 6102001 w 6586410"/>
              <a:gd name="connsiteY323" fmla="*/ 3154958 h 6596391"/>
              <a:gd name="connsiteX324" fmla="*/ 6102001 w 6586410"/>
              <a:gd name="connsiteY324" fmla="*/ 3154958 h 6596391"/>
              <a:gd name="connsiteX325" fmla="*/ 6099010 w 6586410"/>
              <a:gd name="connsiteY325" fmla="*/ 3150697 h 6596391"/>
              <a:gd name="connsiteX326" fmla="*/ 5508873 w 6586410"/>
              <a:gd name="connsiteY326" fmla="*/ 2935889 h 6596391"/>
              <a:gd name="connsiteX327" fmla="*/ 5520633 w 6586410"/>
              <a:gd name="connsiteY327" fmla="*/ 2940169 h 6596391"/>
              <a:gd name="connsiteX328" fmla="*/ 6099010 w 6586410"/>
              <a:gd name="connsiteY328" fmla="*/ 2729648 h 6596391"/>
              <a:gd name="connsiteX329" fmla="*/ 6102001 w 6586410"/>
              <a:gd name="connsiteY329" fmla="*/ 2725374 h 6596391"/>
              <a:gd name="connsiteX330" fmla="*/ 6102001 w 6586410"/>
              <a:gd name="connsiteY330" fmla="*/ 2298959 h 6596391"/>
              <a:gd name="connsiteX331" fmla="*/ 6586411 w 6586410"/>
              <a:gd name="connsiteY331" fmla="*/ 2122638 h 6596391"/>
              <a:gd name="connsiteX332" fmla="*/ 6586411 w 6586410"/>
              <a:gd name="connsiteY332" fmla="*/ 2112967 h 6596391"/>
              <a:gd name="connsiteX333" fmla="*/ 6102001 w 6586410"/>
              <a:gd name="connsiteY333" fmla="*/ 2289288 h 6596391"/>
              <a:gd name="connsiteX334" fmla="*/ 6102001 w 6586410"/>
              <a:gd name="connsiteY334" fmla="*/ 1869356 h 6596391"/>
              <a:gd name="connsiteX335" fmla="*/ 6586411 w 6586410"/>
              <a:gd name="connsiteY335" fmla="*/ 1693029 h 6596391"/>
              <a:gd name="connsiteX336" fmla="*/ 6586411 w 6586410"/>
              <a:gd name="connsiteY336" fmla="*/ 1683352 h 6596391"/>
              <a:gd name="connsiteX337" fmla="*/ 6102001 w 6586410"/>
              <a:gd name="connsiteY337" fmla="*/ 1859672 h 6596391"/>
              <a:gd name="connsiteX338" fmla="*/ 6102001 w 6586410"/>
              <a:gd name="connsiteY338" fmla="*/ 1443074 h 6596391"/>
              <a:gd name="connsiteX339" fmla="*/ 6586411 w 6586410"/>
              <a:gd name="connsiteY339" fmla="*/ 1619382 h 6596391"/>
              <a:gd name="connsiteX340" fmla="*/ 6586411 w 6586410"/>
              <a:gd name="connsiteY340" fmla="*/ 1609711 h 6596391"/>
              <a:gd name="connsiteX341" fmla="*/ 6102001 w 6586410"/>
              <a:gd name="connsiteY341" fmla="*/ 1433390 h 6596391"/>
              <a:gd name="connsiteX342" fmla="*/ 6102001 w 6586410"/>
              <a:gd name="connsiteY342" fmla="*/ 1433390 h 6596391"/>
              <a:gd name="connsiteX343" fmla="*/ 6110738 w 6586410"/>
              <a:gd name="connsiteY343" fmla="*/ 1436565 h 6596391"/>
              <a:gd name="connsiteX344" fmla="*/ 6586411 w 6586410"/>
              <a:gd name="connsiteY344" fmla="*/ 1263433 h 6596391"/>
              <a:gd name="connsiteX345" fmla="*/ 6586411 w 6586410"/>
              <a:gd name="connsiteY345" fmla="*/ 1253755 h 6596391"/>
              <a:gd name="connsiteX346" fmla="*/ 6102001 w 6586410"/>
              <a:gd name="connsiteY346" fmla="*/ 1430076 h 6596391"/>
              <a:gd name="connsiteX347" fmla="*/ 6102001 w 6586410"/>
              <a:gd name="connsiteY347" fmla="*/ 1013465 h 6596391"/>
              <a:gd name="connsiteX348" fmla="*/ 6586411 w 6586410"/>
              <a:gd name="connsiteY348" fmla="*/ 1189773 h 6596391"/>
              <a:gd name="connsiteX349" fmla="*/ 6586411 w 6586410"/>
              <a:gd name="connsiteY349" fmla="*/ 1180108 h 6596391"/>
              <a:gd name="connsiteX350" fmla="*/ 6099010 w 6586410"/>
              <a:gd name="connsiteY350" fmla="*/ 1002695 h 6596391"/>
              <a:gd name="connsiteX351" fmla="*/ 6309919 w 6586410"/>
              <a:gd name="connsiteY351" fmla="*/ 1079460 h 6596391"/>
              <a:gd name="connsiteX352" fmla="*/ 6477420 w 6586410"/>
              <a:gd name="connsiteY352" fmla="*/ 1140427 h 6596391"/>
              <a:gd name="connsiteX353" fmla="*/ 6110751 w 6586410"/>
              <a:gd name="connsiteY353" fmla="*/ 1006962 h 6596391"/>
              <a:gd name="connsiteX354" fmla="*/ 6294184 w 6586410"/>
              <a:gd name="connsiteY354" fmla="*/ 940198 h 6596391"/>
              <a:gd name="connsiteX355" fmla="*/ 6586411 w 6586410"/>
              <a:gd name="connsiteY355" fmla="*/ 1046561 h 6596391"/>
              <a:gd name="connsiteX356" fmla="*/ 6586411 w 6586410"/>
              <a:gd name="connsiteY356" fmla="*/ 1036884 h 6596391"/>
              <a:gd name="connsiteX357" fmla="*/ 6307468 w 6586410"/>
              <a:gd name="connsiteY357" fmla="*/ 935353 h 6596391"/>
              <a:gd name="connsiteX358" fmla="*/ 6490888 w 6586410"/>
              <a:gd name="connsiteY358" fmla="*/ 868596 h 6596391"/>
              <a:gd name="connsiteX359" fmla="*/ 6586411 w 6586410"/>
              <a:gd name="connsiteY359" fmla="*/ 903362 h 6596391"/>
              <a:gd name="connsiteX360" fmla="*/ 6586411 w 6586410"/>
              <a:gd name="connsiteY360" fmla="*/ 893691 h 6596391"/>
              <a:gd name="connsiteX361" fmla="*/ 6504185 w 6586410"/>
              <a:gd name="connsiteY361" fmla="*/ 863764 h 6596391"/>
              <a:gd name="connsiteX362" fmla="*/ 6586411 w 6586410"/>
              <a:gd name="connsiteY362" fmla="*/ 833836 h 6596391"/>
              <a:gd name="connsiteX363" fmla="*/ 6586411 w 6586410"/>
              <a:gd name="connsiteY363" fmla="*/ 824159 h 6596391"/>
              <a:gd name="connsiteX364" fmla="*/ 6490888 w 6586410"/>
              <a:gd name="connsiteY364" fmla="*/ 858931 h 6596391"/>
              <a:gd name="connsiteX365" fmla="*/ 6307462 w 6586410"/>
              <a:gd name="connsiteY365" fmla="*/ 792167 h 6596391"/>
              <a:gd name="connsiteX366" fmla="*/ 6490900 w 6586410"/>
              <a:gd name="connsiteY366" fmla="*/ 725403 h 6596391"/>
              <a:gd name="connsiteX367" fmla="*/ 6586411 w 6586410"/>
              <a:gd name="connsiteY367" fmla="*/ 760170 h 6596391"/>
              <a:gd name="connsiteX368" fmla="*/ 6586411 w 6586410"/>
              <a:gd name="connsiteY368" fmla="*/ 750499 h 6596391"/>
              <a:gd name="connsiteX369" fmla="*/ 6504191 w 6586410"/>
              <a:gd name="connsiteY369" fmla="*/ 720571 h 6596391"/>
              <a:gd name="connsiteX370" fmla="*/ 6586411 w 6586410"/>
              <a:gd name="connsiteY370" fmla="*/ 690631 h 6596391"/>
              <a:gd name="connsiteX371" fmla="*/ 6586411 w 6586410"/>
              <a:gd name="connsiteY371" fmla="*/ 680953 h 6596391"/>
              <a:gd name="connsiteX372" fmla="*/ 6490894 w 6586410"/>
              <a:gd name="connsiteY372" fmla="*/ 715720 h 6596391"/>
              <a:gd name="connsiteX373" fmla="*/ 6307468 w 6586410"/>
              <a:gd name="connsiteY373" fmla="*/ 648956 h 6596391"/>
              <a:gd name="connsiteX374" fmla="*/ 6586411 w 6586410"/>
              <a:gd name="connsiteY374" fmla="*/ 547426 h 6596391"/>
              <a:gd name="connsiteX375" fmla="*/ 6586411 w 6586410"/>
              <a:gd name="connsiteY375" fmla="*/ 537748 h 6596391"/>
              <a:gd name="connsiteX376" fmla="*/ 6294177 w 6586410"/>
              <a:gd name="connsiteY376" fmla="*/ 644117 h 6596391"/>
              <a:gd name="connsiteX377" fmla="*/ 6110770 w 6586410"/>
              <a:gd name="connsiteY377" fmla="*/ 577353 h 6596391"/>
              <a:gd name="connsiteX378" fmla="*/ 6586411 w 6586410"/>
              <a:gd name="connsiteY378" fmla="*/ 404233 h 6596391"/>
              <a:gd name="connsiteX379" fmla="*/ 6586411 w 6586410"/>
              <a:gd name="connsiteY379" fmla="*/ 394562 h 6596391"/>
              <a:gd name="connsiteX380" fmla="*/ 790746 w 6586410"/>
              <a:gd name="connsiteY380" fmla="*/ 369029 h 6596391"/>
              <a:gd name="connsiteX381" fmla="*/ 1363053 w 6586410"/>
              <a:gd name="connsiteY381" fmla="*/ 577353 h 6596391"/>
              <a:gd name="connsiteX382" fmla="*/ 790746 w 6586410"/>
              <a:gd name="connsiteY382" fmla="*/ 785659 h 6596391"/>
              <a:gd name="connsiteX383" fmla="*/ 790746 w 6586410"/>
              <a:gd name="connsiteY383" fmla="*/ 369029 h 6596391"/>
              <a:gd name="connsiteX384" fmla="*/ 1371791 w 6586410"/>
              <a:gd name="connsiteY384" fmla="*/ 1000466 h 6596391"/>
              <a:gd name="connsiteX385" fmla="*/ 799503 w 6586410"/>
              <a:gd name="connsiteY385" fmla="*/ 792148 h 6596391"/>
              <a:gd name="connsiteX386" fmla="*/ 1371791 w 6586410"/>
              <a:gd name="connsiteY386" fmla="*/ 583849 h 6596391"/>
              <a:gd name="connsiteX387" fmla="*/ 1371791 w 6586410"/>
              <a:gd name="connsiteY387" fmla="*/ 1000466 h 6596391"/>
              <a:gd name="connsiteX388" fmla="*/ 1371791 w 6586410"/>
              <a:gd name="connsiteY388" fmla="*/ 570851 h 6596391"/>
              <a:gd name="connsiteX389" fmla="*/ 799490 w 6586410"/>
              <a:gd name="connsiteY389" fmla="*/ 362545 h 6596391"/>
              <a:gd name="connsiteX390" fmla="*/ 982917 w 6586410"/>
              <a:gd name="connsiteY390" fmla="*/ 295788 h 6596391"/>
              <a:gd name="connsiteX391" fmla="*/ 1371791 w 6586410"/>
              <a:gd name="connsiteY391" fmla="*/ 437336 h 6596391"/>
              <a:gd name="connsiteX392" fmla="*/ 1371791 w 6586410"/>
              <a:gd name="connsiteY392" fmla="*/ 570851 h 6596391"/>
              <a:gd name="connsiteX393" fmla="*/ 1371791 w 6586410"/>
              <a:gd name="connsiteY393" fmla="*/ 427658 h 6596391"/>
              <a:gd name="connsiteX394" fmla="*/ 996207 w 6586410"/>
              <a:gd name="connsiteY394" fmla="*/ 290949 h 6596391"/>
              <a:gd name="connsiteX395" fmla="*/ 1016273 w 6586410"/>
              <a:gd name="connsiteY395" fmla="*/ 283647 h 6596391"/>
              <a:gd name="connsiteX396" fmla="*/ 1371791 w 6586410"/>
              <a:gd name="connsiteY396" fmla="*/ 154246 h 6596391"/>
              <a:gd name="connsiteX397" fmla="*/ 1371791 w 6586410"/>
              <a:gd name="connsiteY397" fmla="*/ 427658 h 6596391"/>
              <a:gd name="connsiteX398" fmla="*/ 200603 w 6586410"/>
              <a:gd name="connsiteY398" fmla="*/ 3161460 h 6596391"/>
              <a:gd name="connsiteX399" fmla="*/ 772916 w 6586410"/>
              <a:gd name="connsiteY399" fmla="*/ 3369772 h 6596391"/>
              <a:gd name="connsiteX400" fmla="*/ 200603 w 6586410"/>
              <a:gd name="connsiteY400" fmla="*/ 3578084 h 6596391"/>
              <a:gd name="connsiteX401" fmla="*/ 200603 w 6586410"/>
              <a:gd name="connsiteY401" fmla="*/ 3161460 h 6596391"/>
              <a:gd name="connsiteX402" fmla="*/ 781647 w 6586410"/>
              <a:gd name="connsiteY402" fmla="*/ 3792885 h 6596391"/>
              <a:gd name="connsiteX403" fmla="*/ 781647 w 6586410"/>
              <a:gd name="connsiteY403" fmla="*/ 3792885 h 6596391"/>
              <a:gd name="connsiteX404" fmla="*/ 418655 w 6586410"/>
              <a:gd name="connsiteY404" fmla="*/ 3660761 h 6596391"/>
              <a:gd name="connsiteX405" fmla="*/ 209353 w 6586410"/>
              <a:gd name="connsiteY405" fmla="*/ 3584573 h 6596391"/>
              <a:gd name="connsiteX406" fmla="*/ 781653 w 6586410"/>
              <a:gd name="connsiteY406" fmla="*/ 3376275 h 6596391"/>
              <a:gd name="connsiteX407" fmla="*/ 781647 w 6586410"/>
              <a:gd name="connsiteY407" fmla="*/ 3792885 h 6596391"/>
              <a:gd name="connsiteX408" fmla="*/ 781653 w 6586410"/>
              <a:gd name="connsiteY408" fmla="*/ 2946665 h 6596391"/>
              <a:gd name="connsiteX409" fmla="*/ 781653 w 6586410"/>
              <a:gd name="connsiteY409" fmla="*/ 3363276 h 6596391"/>
              <a:gd name="connsiteX410" fmla="*/ 209353 w 6586410"/>
              <a:gd name="connsiteY410" fmla="*/ 3154964 h 6596391"/>
              <a:gd name="connsiteX411" fmla="*/ 520027 w 6586410"/>
              <a:gd name="connsiteY411" fmla="*/ 3041884 h 6596391"/>
              <a:gd name="connsiteX412" fmla="*/ 781653 w 6586410"/>
              <a:gd name="connsiteY412" fmla="*/ 2946665 h 6596391"/>
              <a:gd name="connsiteX413" fmla="*/ 781653 w 6586410"/>
              <a:gd name="connsiteY413" fmla="*/ 2946665 h 6596391"/>
              <a:gd name="connsiteX414" fmla="*/ 9112 w 6586410"/>
              <a:gd name="connsiteY414" fmla="*/ 4090351 h 6596391"/>
              <a:gd name="connsiteX415" fmla="*/ 581425 w 6586410"/>
              <a:gd name="connsiteY415" fmla="*/ 4298663 h 6596391"/>
              <a:gd name="connsiteX416" fmla="*/ 9112 w 6586410"/>
              <a:gd name="connsiteY416" fmla="*/ 4506975 h 6596391"/>
              <a:gd name="connsiteX417" fmla="*/ 9112 w 6586410"/>
              <a:gd name="connsiteY417" fmla="*/ 4090351 h 6596391"/>
              <a:gd name="connsiteX418" fmla="*/ 590156 w 6586410"/>
              <a:gd name="connsiteY418" fmla="*/ 4721782 h 6596391"/>
              <a:gd name="connsiteX419" fmla="*/ 17862 w 6586410"/>
              <a:gd name="connsiteY419" fmla="*/ 4513464 h 6596391"/>
              <a:gd name="connsiteX420" fmla="*/ 590156 w 6586410"/>
              <a:gd name="connsiteY420" fmla="*/ 4305165 h 6596391"/>
              <a:gd name="connsiteX421" fmla="*/ 590156 w 6586410"/>
              <a:gd name="connsiteY421" fmla="*/ 4721782 h 6596391"/>
              <a:gd name="connsiteX422" fmla="*/ 590156 w 6586410"/>
              <a:gd name="connsiteY422" fmla="*/ 4292167 h 6596391"/>
              <a:gd name="connsiteX423" fmla="*/ 17869 w 6586410"/>
              <a:gd name="connsiteY423" fmla="*/ 4083855 h 6596391"/>
              <a:gd name="connsiteX424" fmla="*/ 590156 w 6586410"/>
              <a:gd name="connsiteY424" fmla="*/ 3875550 h 6596391"/>
              <a:gd name="connsiteX425" fmla="*/ 590156 w 6586410"/>
              <a:gd name="connsiteY425" fmla="*/ 4292167 h 6596391"/>
              <a:gd name="connsiteX426" fmla="*/ 1380877 w 6586410"/>
              <a:gd name="connsiteY426" fmla="*/ 3154964 h 6596391"/>
              <a:gd name="connsiteX427" fmla="*/ 1380877 w 6586410"/>
              <a:gd name="connsiteY427" fmla="*/ 3154964 h 6596391"/>
              <a:gd name="connsiteX428" fmla="*/ 1380662 w 6586410"/>
              <a:gd name="connsiteY428" fmla="*/ 3153593 h 6596391"/>
              <a:gd name="connsiteX429" fmla="*/ 1380877 w 6586410"/>
              <a:gd name="connsiteY429" fmla="*/ 3154964 h 6596391"/>
              <a:gd name="connsiteX430" fmla="*/ 1953178 w 6586410"/>
              <a:gd name="connsiteY430" fmla="*/ 3369772 h 6596391"/>
              <a:gd name="connsiteX431" fmla="*/ 1953178 w 6586410"/>
              <a:gd name="connsiteY431" fmla="*/ 3369772 h 6596391"/>
              <a:gd name="connsiteX432" fmla="*/ 1555776 w 6586410"/>
              <a:gd name="connsiteY432" fmla="*/ 3514419 h 6596391"/>
              <a:gd name="connsiteX433" fmla="*/ 1380877 w 6586410"/>
              <a:gd name="connsiteY433" fmla="*/ 3578077 h 6596391"/>
              <a:gd name="connsiteX434" fmla="*/ 1380877 w 6586410"/>
              <a:gd name="connsiteY434" fmla="*/ 3578071 h 6596391"/>
              <a:gd name="connsiteX435" fmla="*/ 1380877 w 6586410"/>
              <a:gd name="connsiteY435" fmla="*/ 3161467 h 6596391"/>
              <a:gd name="connsiteX436" fmla="*/ 1380877 w 6586410"/>
              <a:gd name="connsiteY436" fmla="*/ 3161467 h 6596391"/>
              <a:gd name="connsiteX437" fmla="*/ 1953178 w 6586410"/>
              <a:gd name="connsiteY437" fmla="*/ 3369772 h 6596391"/>
              <a:gd name="connsiteX438" fmla="*/ 1380877 w 6586410"/>
              <a:gd name="connsiteY438" fmla="*/ 3584573 h 6596391"/>
              <a:gd name="connsiteX439" fmla="*/ 1380877 w 6586410"/>
              <a:gd name="connsiteY439" fmla="*/ 3584535 h 6596391"/>
              <a:gd name="connsiteX440" fmla="*/ 1380877 w 6586410"/>
              <a:gd name="connsiteY440" fmla="*/ 3584573 h 6596391"/>
              <a:gd name="connsiteX441" fmla="*/ 1379544 w 6586410"/>
              <a:gd name="connsiteY441" fmla="*/ 3587723 h 6596391"/>
              <a:gd name="connsiteX442" fmla="*/ 1380877 w 6586410"/>
              <a:gd name="connsiteY442" fmla="*/ 3584573 h 6596391"/>
              <a:gd name="connsiteX443" fmla="*/ 790746 w 6586410"/>
              <a:gd name="connsiteY443" fmla="*/ 2946665 h 6596391"/>
              <a:gd name="connsiteX444" fmla="*/ 1363040 w 6586410"/>
              <a:gd name="connsiteY444" fmla="*/ 3154971 h 6596391"/>
              <a:gd name="connsiteX445" fmla="*/ 790746 w 6586410"/>
              <a:gd name="connsiteY445" fmla="*/ 3363282 h 6596391"/>
              <a:gd name="connsiteX446" fmla="*/ 790746 w 6586410"/>
              <a:gd name="connsiteY446" fmla="*/ 2946665 h 6596391"/>
              <a:gd name="connsiteX447" fmla="*/ 1371791 w 6586410"/>
              <a:gd name="connsiteY447" fmla="*/ 3161460 h 6596391"/>
              <a:gd name="connsiteX448" fmla="*/ 1371791 w 6586410"/>
              <a:gd name="connsiteY448" fmla="*/ 3578084 h 6596391"/>
              <a:gd name="connsiteX449" fmla="*/ 799478 w 6586410"/>
              <a:gd name="connsiteY449" fmla="*/ 3369772 h 6596391"/>
              <a:gd name="connsiteX450" fmla="*/ 1371791 w 6586410"/>
              <a:gd name="connsiteY450" fmla="*/ 3161460 h 6596391"/>
              <a:gd name="connsiteX451" fmla="*/ 790740 w 6586410"/>
              <a:gd name="connsiteY451" fmla="*/ 3792885 h 6596391"/>
              <a:gd name="connsiteX452" fmla="*/ 790740 w 6586410"/>
              <a:gd name="connsiteY452" fmla="*/ 3792873 h 6596391"/>
              <a:gd name="connsiteX453" fmla="*/ 790746 w 6586410"/>
              <a:gd name="connsiteY453" fmla="*/ 3376281 h 6596391"/>
              <a:gd name="connsiteX454" fmla="*/ 1363034 w 6586410"/>
              <a:gd name="connsiteY454" fmla="*/ 3584580 h 6596391"/>
              <a:gd name="connsiteX455" fmla="*/ 1363040 w 6586410"/>
              <a:gd name="connsiteY455" fmla="*/ 3584580 h 6596391"/>
              <a:gd name="connsiteX456" fmla="*/ 1201128 w 6586410"/>
              <a:gd name="connsiteY456" fmla="*/ 3643514 h 6596391"/>
              <a:gd name="connsiteX457" fmla="*/ 790740 w 6586410"/>
              <a:gd name="connsiteY457" fmla="*/ 3792885 h 6596391"/>
              <a:gd name="connsiteX458" fmla="*/ 790740 w 6586410"/>
              <a:gd name="connsiteY458" fmla="*/ 3792885 h 6596391"/>
              <a:gd name="connsiteX459" fmla="*/ 599250 w 6586410"/>
              <a:gd name="connsiteY459" fmla="*/ 4721782 h 6596391"/>
              <a:gd name="connsiteX460" fmla="*/ 599250 w 6586410"/>
              <a:gd name="connsiteY460" fmla="*/ 4305171 h 6596391"/>
              <a:gd name="connsiteX461" fmla="*/ 1171549 w 6586410"/>
              <a:gd name="connsiteY461" fmla="*/ 4513471 h 6596391"/>
              <a:gd name="connsiteX462" fmla="*/ 599250 w 6586410"/>
              <a:gd name="connsiteY462" fmla="*/ 4721782 h 6596391"/>
              <a:gd name="connsiteX463" fmla="*/ 1180300 w 6586410"/>
              <a:gd name="connsiteY463" fmla="*/ 4506975 h 6596391"/>
              <a:gd name="connsiteX464" fmla="*/ 607981 w 6586410"/>
              <a:gd name="connsiteY464" fmla="*/ 4298663 h 6596391"/>
              <a:gd name="connsiteX465" fmla="*/ 1180300 w 6586410"/>
              <a:gd name="connsiteY465" fmla="*/ 4090351 h 6596391"/>
              <a:gd name="connsiteX466" fmla="*/ 1180300 w 6586410"/>
              <a:gd name="connsiteY466" fmla="*/ 4506975 h 6596391"/>
              <a:gd name="connsiteX467" fmla="*/ 599250 w 6586410"/>
              <a:gd name="connsiteY467" fmla="*/ 4292167 h 6596391"/>
              <a:gd name="connsiteX468" fmla="*/ 599250 w 6586410"/>
              <a:gd name="connsiteY468" fmla="*/ 3875556 h 6596391"/>
              <a:gd name="connsiteX469" fmla="*/ 1171537 w 6586410"/>
              <a:gd name="connsiteY469" fmla="*/ 4083861 h 6596391"/>
              <a:gd name="connsiteX470" fmla="*/ 599250 w 6586410"/>
              <a:gd name="connsiteY470" fmla="*/ 4292167 h 6596391"/>
              <a:gd name="connsiteX471" fmla="*/ 1961928 w 6586410"/>
              <a:gd name="connsiteY471" fmla="*/ 4225784 h 6596391"/>
              <a:gd name="connsiteX472" fmla="*/ 1189393 w 6586410"/>
              <a:gd name="connsiteY472" fmla="*/ 4506981 h 6596391"/>
              <a:gd name="connsiteX473" fmla="*/ 1189393 w 6586410"/>
              <a:gd name="connsiteY473" fmla="*/ 4087049 h 6596391"/>
              <a:gd name="connsiteX474" fmla="*/ 1961928 w 6586410"/>
              <a:gd name="connsiteY474" fmla="*/ 3805865 h 6596391"/>
              <a:gd name="connsiteX475" fmla="*/ 1961928 w 6586410"/>
              <a:gd name="connsiteY475" fmla="*/ 4225784 h 6596391"/>
              <a:gd name="connsiteX476" fmla="*/ 1961928 w 6586410"/>
              <a:gd name="connsiteY476" fmla="*/ 3376275 h 6596391"/>
              <a:gd name="connsiteX477" fmla="*/ 1961928 w 6586410"/>
              <a:gd name="connsiteY477" fmla="*/ 3796200 h 6596391"/>
              <a:gd name="connsiteX478" fmla="*/ 1184853 w 6586410"/>
              <a:gd name="connsiteY478" fmla="*/ 4079023 h 6596391"/>
              <a:gd name="connsiteX479" fmla="*/ 1186390 w 6586410"/>
              <a:gd name="connsiteY479" fmla="*/ 4079582 h 6596391"/>
              <a:gd name="connsiteX480" fmla="*/ 1189393 w 6586410"/>
              <a:gd name="connsiteY480" fmla="*/ 4083855 h 6596391"/>
              <a:gd name="connsiteX481" fmla="*/ 1189393 w 6586410"/>
              <a:gd name="connsiteY481" fmla="*/ 4083861 h 6596391"/>
              <a:gd name="connsiteX482" fmla="*/ 1186396 w 6586410"/>
              <a:gd name="connsiteY482" fmla="*/ 4079594 h 6596391"/>
              <a:gd name="connsiteX483" fmla="*/ 596252 w 6586410"/>
              <a:gd name="connsiteY483" fmla="*/ 3864793 h 6596391"/>
              <a:gd name="connsiteX484" fmla="*/ 595274 w 6586410"/>
              <a:gd name="connsiteY484" fmla="*/ 3864615 h 6596391"/>
              <a:gd name="connsiteX485" fmla="*/ 596252 w 6586410"/>
              <a:gd name="connsiteY485" fmla="*/ 3864786 h 6596391"/>
              <a:gd name="connsiteX486" fmla="*/ 608000 w 6586410"/>
              <a:gd name="connsiteY486" fmla="*/ 3869066 h 6596391"/>
              <a:gd name="connsiteX487" fmla="*/ 787705 w 6586410"/>
              <a:gd name="connsiteY487" fmla="*/ 3803655 h 6596391"/>
              <a:gd name="connsiteX488" fmla="*/ 787749 w 6586410"/>
              <a:gd name="connsiteY488" fmla="*/ 3803648 h 6596391"/>
              <a:gd name="connsiteX489" fmla="*/ 1325258 w 6586410"/>
              <a:gd name="connsiteY489" fmla="*/ 3607999 h 6596391"/>
              <a:gd name="connsiteX490" fmla="*/ 1377887 w 6586410"/>
              <a:gd name="connsiteY490" fmla="*/ 3588841 h 6596391"/>
              <a:gd name="connsiteX491" fmla="*/ 1961928 w 6586410"/>
              <a:gd name="connsiteY491" fmla="*/ 3376256 h 6596391"/>
              <a:gd name="connsiteX492" fmla="*/ 1961928 w 6586410"/>
              <a:gd name="connsiteY492" fmla="*/ 3376275 h 6596391"/>
              <a:gd name="connsiteX493" fmla="*/ 1961928 w 6586410"/>
              <a:gd name="connsiteY493" fmla="*/ 3363276 h 6596391"/>
              <a:gd name="connsiteX494" fmla="*/ 1397495 w 6586410"/>
              <a:gd name="connsiteY494" fmla="*/ 3157834 h 6596391"/>
              <a:gd name="connsiteX495" fmla="*/ 1389628 w 6586410"/>
              <a:gd name="connsiteY495" fmla="*/ 3154971 h 6596391"/>
              <a:gd name="connsiteX496" fmla="*/ 1961928 w 6586410"/>
              <a:gd name="connsiteY496" fmla="*/ 2946672 h 6596391"/>
              <a:gd name="connsiteX497" fmla="*/ 1961928 w 6586410"/>
              <a:gd name="connsiteY497" fmla="*/ 3363276 h 6596391"/>
              <a:gd name="connsiteX498" fmla="*/ 1961928 w 6586410"/>
              <a:gd name="connsiteY498" fmla="*/ 2933673 h 6596391"/>
              <a:gd name="connsiteX499" fmla="*/ 1389628 w 6586410"/>
              <a:gd name="connsiteY499" fmla="*/ 2725361 h 6596391"/>
              <a:gd name="connsiteX500" fmla="*/ 1961928 w 6586410"/>
              <a:gd name="connsiteY500" fmla="*/ 2517062 h 6596391"/>
              <a:gd name="connsiteX501" fmla="*/ 1961928 w 6586410"/>
              <a:gd name="connsiteY501" fmla="*/ 2933673 h 6596391"/>
              <a:gd name="connsiteX502" fmla="*/ 1961928 w 6586410"/>
              <a:gd name="connsiteY502" fmla="*/ 365727 h 6596391"/>
              <a:gd name="connsiteX503" fmla="*/ 1763236 w 6586410"/>
              <a:gd name="connsiteY503" fmla="*/ 293407 h 6596391"/>
              <a:gd name="connsiteX504" fmla="*/ 1759718 w 6586410"/>
              <a:gd name="connsiteY504" fmla="*/ 292124 h 6596391"/>
              <a:gd name="connsiteX505" fmla="*/ 1961928 w 6586410"/>
              <a:gd name="connsiteY505" fmla="*/ 365727 h 6596391"/>
              <a:gd name="connsiteX506" fmla="*/ 1380884 w 6586410"/>
              <a:gd name="connsiteY506" fmla="*/ 154246 h 6596391"/>
              <a:gd name="connsiteX507" fmla="*/ 1680775 w 6586410"/>
              <a:gd name="connsiteY507" fmla="*/ 263390 h 6596391"/>
              <a:gd name="connsiteX508" fmla="*/ 1380884 w 6586410"/>
              <a:gd name="connsiteY508" fmla="*/ 154246 h 6596391"/>
              <a:gd name="connsiteX509" fmla="*/ 1756461 w 6586410"/>
              <a:gd name="connsiteY509" fmla="*/ 290943 h 6596391"/>
              <a:gd name="connsiteX510" fmla="*/ 1380884 w 6586410"/>
              <a:gd name="connsiteY510" fmla="*/ 427652 h 6596391"/>
              <a:gd name="connsiteX511" fmla="*/ 1380884 w 6586410"/>
              <a:gd name="connsiteY511" fmla="*/ 154246 h 6596391"/>
              <a:gd name="connsiteX512" fmla="*/ 1380884 w 6586410"/>
              <a:gd name="connsiteY512" fmla="*/ 437323 h 6596391"/>
              <a:gd name="connsiteX513" fmla="*/ 1769751 w 6586410"/>
              <a:gd name="connsiteY513" fmla="*/ 295781 h 6596391"/>
              <a:gd name="connsiteX514" fmla="*/ 1953178 w 6586410"/>
              <a:gd name="connsiteY514" fmla="*/ 362539 h 6596391"/>
              <a:gd name="connsiteX515" fmla="*/ 1380884 w 6586410"/>
              <a:gd name="connsiteY515" fmla="*/ 570844 h 6596391"/>
              <a:gd name="connsiteX516" fmla="*/ 1380884 w 6586410"/>
              <a:gd name="connsiteY516" fmla="*/ 437323 h 6596391"/>
              <a:gd name="connsiteX517" fmla="*/ 1961928 w 6586410"/>
              <a:gd name="connsiteY517" fmla="*/ 369029 h 6596391"/>
              <a:gd name="connsiteX518" fmla="*/ 1961928 w 6586410"/>
              <a:gd name="connsiteY518" fmla="*/ 785659 h 6596391"/>
              <a:gd name="connsiteX519" fmla="*/ 1389615 w 6586410"/>
              <a:gd name="connsiteY519" fmla="*/ 577353 h 6596391"/>
              <a:gd name="connsiteX520" fmla="*/ 1961928 w 6586410"/>
              <a:gd name="connsiteY520" fmla="*/ 369029 h 6596391"/>
              <a:gd name="connsiteX521" fmla="*/ 1380884 w 6586410"/>
              <a:gd name="connsiteY521" fmla="*/ 583849 h 6596391"/>
              <a:gd name="connsiteX522" fmla="*/ 1953171 w 6586410"/>
              <a:gd name="connsiteY522" fmla="*/ 792148 h 6596391"/>
              <a:gd name="connsiteX523" fmla="*/ 1380884 w 6586410"/>
              <a:gd name="connsiteY523" fmla="*/ 1000466 h 6596391"/>
              <a:gd name="connsiteX524" fmla="*/ 1380884 w 6586410"/>
              <a:gd name="connsiteY524" fmla="*/ 583849 h 6596391"/>
              <a:gd name="connsiteX525" fmla="*/ 1966468 w 6586410"/>
              <a:gd name="connsiteY525" fmla="*/ 1216919 h 6596391"/>
              <a:gd name="connsiteX526" fmla="*/ 1389628 w 6586410"/>
              <a:gd name="connsiteY526" fmla="*/ 1006956 h 6596391"/>
              <a:gd name="connsiteX527" fmla="*/ 1966475 w 6586410"/>
              <a:gd name="connsiteY527" fmla="*/ 797000 h 6596391"/>
              <a:gd name="connsiteX528" fmla="*/ 2543321 w 6586410"/>
              <a:gd name="connsiteY528" fmla="*/ 1006956 h 6596391"/>
              <a:gd name="connsiteX529" fmla="*/ 2176653 w 6586410"/>
              <a:gd name="connsiteY529" fmla="*/ 1140420 h 6596391"/>
              <a:gd name="connsiteX530" fmla="*/ 2053927 w 6586410"/>
              <a:gd name="connsiteY530" fmla="*/ 1185093 h 6596391"/>
              <a:gd name="connsiteX531" fmla="*/ 1966468 w 6586410"/>
              <a:gd name="connsiteY531" fmla="*/ 1216919 h 6596391"/>
              <a:gd name="connsiteX532" fmla="*/ 1966468 w 6586410"/>
              <a:gd name="connsiteY532" fmla="*/ 1216919 h 6596391"/>
              <a:gd name="connsiteX533" fmla="*/ 1971021 w 6586410"/>
              <a:gd name="connsiteY533" fmla="*/ 2946659 h 6596391"/>
              <a:gd name="connsiteX534" fmla="*/ 2543334 w 6586410"/>
              <a:gd name="connsiteY534" fmla="*/ 3154977 h 6596391"/>
              <a:gd name="connsiteX535" fmla="*/ 1971021 w 6586410"/>
              <a:gd name="connsiteY535" fmla="*/ 3363289 h 6596391"/>
              <a:gd name="connsiteX536" fmla="*/ 1971021 w 6586410"/>
              <a:gd name="connsiteY536" fmla="*/ 2946659 h 6596391"/>
              <a:gd name="connsiteX537" fmla="*/ 1971021 w 6586410"/>
              <a:gd name="connsiteY537" fmla="*/ 3376275 h 6596391"/>
              <a:gd name="connsiteX538" fmla="*/ 1971021 w 6586410"/>
              <a:gd name="connsiteY538" fmla="*/ 3376275 h 6596391"/>
              <a:gd name="connsiteX539" fmla="*/ 2194827 w 6586410"/>
              <a:gd name="connsiteY539" fmla="*/ 3457732 h 6596391"/>
              <a:gd name="connsiteX540" fmla="*/ 2543315 w 6586410"/>
              <a:gd name="connsiteY540" fmla="*/ 3584580 h 6596391"/>
              <a:gd name="connsiteX541" fmla="*/ 2543334 w 6586410"/>
              <a:gd name="connsiteY541" fmla="*/ 3584586 h 6596391"/>
              <a:gd name="connsiteX542" fmla="*/ 1971021 w 6586410"/>
              <a:gd name="connsiteY542" fmla="*/ 3792892 h 6596391"/>
              <a:gd name="connsiteX543" fmla="*/ 1971021 w 6586410"/>
              <a:gd name="connsiteY543" fmla="*/ 3376275 h 6596391"/>
              <a:gd name="connsiteX544" fmla="*/ 1971021 w 6586410"/>
              <a:gd name="connsiteY544" fmla="*/ 3805871 h 6596391"/>
              <a:gd name="connsiteX545" fmla="*/ 2543340 w 6586410"/>
              <a:gd name="connsiteY545" fmla="*/ 4014189 h 6596391"/>
              <a:gd name="connsiteX546" fmla="*/ 1971021 w 6586410"/>
              <a:gd name="connsiteY546" fmla="*/ 4222488 h 6596391"/>
              <a:gd name="connsiteX547" fmla="*/ 1971021 w 6586410"/>
              <a:gd name="connsiteY547" fmla="*/ 3805871 h 6596391"/>
              <a:gd name="connsiteX548" fmla="*/ 2552071 w 6586410"/>
              <a:gd name="connsiteY548" fmla="*/ 4437290 h 6596391"/>
              <a:gd name="connsiteX549" fmla="*/ 2552071 w 6586410"/>
              <a:gd name="connsiteY549" fmla="*/ 4437290 h 6596391"/>
              <a:gd name="connsiteX550" fmla="*/ 2437568 w 6586410"/>
              <a:gd name="connsiteY550" fmla="*/ 4395615 h 6596391"/>
              <a:gd name="connsiteX551" fmla="*/ 1979784 w 6586410"/>
              <a:gd name="connsiteY551" fmla="*/ 4228984 h 6596391"/>
              <a:gd name="connsiteX552" fmla="*/ 2552071 w 6586410"/>
              <a:gd name="connsiteY552" fmla="*/ 4020691 h 6596391"/>
              <a:gd name="connsiteX553" fmla="*/ 2552071 w 6586410"/>
              <a:gd name="connsiteY553" fmla="*/ 4437290 h 6596391"/>
              <a:gd name="connsiteX554" fmla="*/ 2552071 w 6586410"/>
              <a:gd name="connsiteY554" fmla="*/ 3591076 h 6596391"/>
              <a:gd name="connsiteX555" fmla="*/ 2552071 w 6586410"/>
              <a:gd name="connsiteY555" fmla="*/ 4007687 h 6596391"/>
              <a:gd name="connsiteX556" fmla="*/ 1979771 w 6586410"/>
              <a:gd name="connsiteY556" fmla="*/ 3799375 h 6596391"/>
              <a:gd name="connsiteX557" fmla="*/ 2286959 w 6586410"/>
              <a:gd name="connsiteY557" fmla="*/ 3687571 h 6596391"/>
              <a:gd name="connsiteX558" fmla="*/ 2552071 w 6586410"/>
              <a:gd name="connsiteY558" fmla="*/ 3591076 h 6596391"/>
              <a:gd name="connsiteX559" fmla="*/ 2552071 w 6586410"/>
              <a:gd name="connsiteY559" fmla="*/ 3591076 h 6596391"/>
              <a:gd name="connsiteX560" fmla="*/ 2552071 w 6586410"/>
              <a:gd name="connsiteY560" fmla="*/ 3578077 h 6596391"/>
              <a:gd name="connsiteX561" fmla="*/ 2552071 w 6586410"/>
              <a:gd name="connsiteY561" fmla="*/ 3578090 h 6596391"/>
              <a:gd name="connsiteX562" fmla="*/ 2076424 w 6586410"/>
              <a:gd name="connsiteY562" fmla="*/ 3404951 h 6596391"/>
              <a:gd name="connsiteX563" fmla="*/ 1979771 w 6586410"/>
              <a:gd name="connsiteY563" fmla="*/ 3369772 h 6596391"/>
              <a:gd name="connsiteX564" fmla="*/ 2552071 w 6586410"/>
              <a:gd name="connsiteY564" fmla="*/ 3161473 h 6596391"/>
              <a:gd name="connsiteX565" fmla="*/ 2552071 w 6586410"/>
              <a:gd name="connsiteY565" fmla="*/ 3578077 h 6596391"/>
              <a:gd name="connsiteX566" fmla="*/ 2552071 w 6586410"/>
              <a:gd name="connsiteY566" fmla="*/ 2731876 h 6596391"/>
              <a:gd name="connsiteX567" fmla="*/ 2552071 w 6586410"/>
              <a:gd name="connsiteY567" fmla="*/ 3148475 h 6596391"/>
              <a:gd name="connsiteX568" fmla="*/ 1979790 w 6586410"/>
              <a:gd name="connsiteY568" fmla="*/ 2940176 h 6596391"/>
              <a:gd name="connsiteX569" fmla="*/ 1971021 w 6586410"/>
              <a:gd name="connsiteY569" fmla="*/ 2943363 h 6596391"/>
              <a:gd name="connsiteX570" fmla="*/ 1971021 w 6586410"/>
              <a:gd name="connsiteY570" fmla="*/ 2943351 h 6596391"/>
              <a:gd name="connsiteX571" fmla="*/ 2552071 w 6586410"/>
              <a:gd name="connsiteY571" fmla="*/ 2731876 h 6596391"/>
              <a:gd name="connsiteX572" fmla="*/ 2552071 w 6586410"/>
              <a:gd name="connsiteY572" fmla="*/ 2731876 h 6596391"/>
              <a:gd name="connsiteX573" fmla="*/ 1971027 w 6586410"/>
              <a:gd name="connsiteY573" fmla="*/ 2933673 h 6596391"/>
              <a:gd name="connsiteX574" fmla="*/ 1971027 w 6586410"/>
              <a:gd name="connsiteY574" fmla="*/ 2517075 h 6596391"/>
              <a:gd name="connsiteX575" fmla="*/ 2543315 w 6586410"/>
              <a:gd name="connsiteY575" fmla="*/ 2725380 h 6596391"/>
              <a:gd name="connsiteX576" fmla="*/ 2543321 w 6586410"/>
              <a:gd name="connsiteY576" fmla="*/ 2725380 h 6596391"/>
              <a:gd name="connsiteX577" fmla="*/ 2424602 w 6586410"/>
              <a:gd name="connsiteY577" fmla="*/ 2768598 h 6596391"/>
              <a:gd name="connsiteX578" fmla="*/ 2018449 w 6586410"/>
              <a:gd name="connsiteY578" fmla="*/ 2916414 h 6596391"/>
              <a:gd name="connsiteX579" fmla="*/ 1971027 w 6586410"/>
              <a:gd name="connsiteY579" fmla="*/ 2933673 h 6596391"/>
              <a:gd name="connsiteX580" fmla="*/ 2552071 w 6586410"/>
              <a:gd name="connsiteY580" fmla="*/ 2718884 h 6596391"/>
              <a:gd name="connsiteX581" fmla="*/ 2401995 w 6586410"/>
              <a:gd name="connsiteY581" fmla="*/ 2664262 h 6596391"/>
              <a:gd name="connsiteX582" fmla="*/ 1971021 w 6586410"/>
              <a:gd name="connsiteY582" fmla="*/ 2507398 h 6596391"/>
              <a:gd name="connsiteX583" fmla="*/ 1971021 w 6586410"/>
              <a:gd name="connsiteY583" fmla="*/ 2507391 h 6596391"/>
              <a:gd name="connsiteX584" fmla="*/ 1971021 w 6586410"/>
              <a:gd name="connsiteY584" fmla="*/ 1657863 h 6596391"/>
              <a:gd name="connsiteX585" fmla="*/ 1971021 w 6586410"/>
              <a:gd name="connsiteY585" fmla="*/ 1657857 h 6596391"/>
              <a:gd name="connsiteX586" fmla="*/ 2358345 w 6586410"/>
              <a:gd name="connsiteY586" fmla="*/ 1798839 h 6596391"/>
              <a:gd name="connsiteX587" fmla="*/ 2552071 w 6586410"/>
              <a:gd name="connsiteY587" fmla="*/ 1869350 h 6596391"/>
              <a:gd name="connsiteX588" fmla="*/ 2552071 w 6586410"/>
              <a:gd name="connsiteY588" fmla="*/ 2718884 h 6596391"/>
              <a:gd name="connsiteX589" fmla="*/ 2552071 w 6586410"/>
              <a:gd name="connsiteY589" fmla="*/ 1859672 h 6596391"/>
              <a:gd name="connsiteX590" fmla="*/ 1979771 w 6586410"/>
              <a:gd name="connsiteY590" fmla="*/ 1651367 h 6596391"/>
              <a:gd name="connsiteX591" fmla="*/ 2552071 w 6586410"/>
              <a:gd name="connsiteY591" fmla="*/ 1443068 h 6596391"/>
              <a:gd name="connsiteX592" fmla="*/ 2552071 w 6586410"/>
              <a:gd name="connsiteY592" fmla="*/ 1859672 h 6596391"/>
              <a:gd name="connsiteX593" fmla="*/ 2552071 w 6586410"/>
              <a:gd name="connsiteY593" fmla="*/ 1013458 h 6596391"/>
              <a:gd name="connsiteX594" fmla="*/ 2552071 w 6586410"/>
              <a:gd name="connsiteY594" fmla="*/ 1430069 h 6596391"/>
              <a:gd name="connsiteX595" fmla="*/ 1979771 w 6586410"/>
              <a:gd name="connsiteY595" fmla="*/ 1221758 h 6596391"/>
              <a:gd name="connsiteX596" fmla="*/ 2552071 w 6586410"/>
              <a:gd name="connsiteY596" fmla="*/ 1013458 h 6596391"/>
              <a:gd name="connsiteX597" fmla="*/ 1968030 w 6586410"/>
              <a:gd name="connsiteY597" fmla="*/ 1226031 h 6596391"/>
              <a:gd name="connsiteX598" fmla="*/ 2552071 w 6586410"/>
              <a:gd name="connsiteY598" fmla="*/ 1013446 h 6596391"/>
              <a:gd name="connsiteX599" fmla="*/ 2552071 w 6586410"/>
              <a:gd name="connsiteY599" fmla="*/ 1013458 h 6596391"/>
              <a:gd name="connsiteX600" fmla="*/ 2561171 w 6586410"/>
              <a:gd name="connsiteY600" fmla="*/ 2722205 h 6596391"/>
              <a:gd name="connsiteX601" fmla="*/ 2561171 w 6586410"/>
              <a:gd name="connsiteY601" fmla="*/ 2722205 h 6596391"/>
              <a:gd name="connsiteX602" fmla="*/ 2569922 w 6586410"/>
              <a:gd name="connsiteY602" fmla="*/ 2725380 h 6596391"/>
              <a:gd name="connsiteX603" fmla="*/ 3142208 w 6586410"/>
              <a:gd name="connsiteY603" fmla="*/ 2517062 h 6596391"/>
              <a:gd name="connsiteX604" fmla="*/ 3142208 w 6586410"/>
              <a:gd name="connsiteY604" fmla="*/ 2933673 h 6596391"/>
              <a:gd name="connsiteX605" fmla="*/ 3142208 w 6586410"/>
              <a:gd name="connsiteY605" fmla="*/ 2933686 h 6596391"/>
              <a:gd name="connsiteX606" fmla="*/ 2561171 w 6586410"/>
              <a:gd name="connsiteY606" fmla="*/ 2722205 h 6596391"/>
              <a:gd name="connsiteX607" fmla="*/ 3133458 w 6586410"/>
              <a:gd name="connsiteY607" fmla="*/ 2940169 h 6596391"/>
              <a:gd name="connsiteX608" fmla="*/ 2561171 w 6586410"/>
              <a:gd name="connsiteY608" fmla="*/ 3148475 h 6596391"/>
              <a:gd name="connsiteX609" fmla="*/ 2561171 w 6586410"/>
              <a:gd name="connsiteY609" fmla="*/ 2731876 h 6596391"/>
              <a:gd name="connsiteX610" fmla="*/ 3133458 w 6586410"/>
              <a:gd name="connsiteY610" fmla="*/ 2940169 h 6596391"/>
              <a:gd name="connsiteX611" fmla="*/ 2561171 w 6586410"/>
              <a:gd name="connsiteY611" fmla="*/ 2718884 h 6596391"/>
              <a:gd name="connsiteX612" fmla="*/ 2561171 w 6586410"/>
              <a:gd name="connsiteY612" fmla="*/ 1869350 h 6596391"/>
              <a:gd name="connsiteX613" fmla="*/ 2754890 w 6586410"/>
              <a:gd name="connsiteY613" fmla="*/ 1798839 h 6596391"/>
              <a:gd name="connsiteX614" fmla="*/ 3142208 w 6586410"/>
              <a:gd name="connsiteY614" fmla="*/ 1657857 h 6596391"/>
              <a:gd name="connsiteX615" fmla="*/ 3142208 w 6586410"/>
              <a:gd name="connsiteY615" fmla="*/ 1657863 h 6596391"/>
              <a:gd name="connsiteX616" fmla="*/ 3142208 w 6586410"/>
              <a:gd name="connsiteY616" fmla="*/ 2507385 h 6596391"/>
              <a:gd name="connsiteX617" fmla="*/ 2561171 w 6586410"/>
              <a:gd name="connsiteY617" fmla="*/ 2718884 h 6596391"/>
              <a:gd name="connsiteX618" fmla="*/ 2561171 w 6586410"/>
              <a:gd name="connsiteY618" fmla="*/ 1859672 h 6596391"/>
              <a:gd name="connsiteX619" fmla="*/ 2561171 w 6586410"/>
              <a:gd name="connsiteY619" fmla="*/ 1443068 h 6596391"/>
              <a:gd name="connsiteX620" fmla="*/ 3133465 w 6586410"/>
              <a:gd name="connsiteY620" fmla="*/ 1651367 h 6596391"/>
              <a:gd name="connsiteX621" fmla="*/ 2561171 w 6586410"/>
              <a:gd name="connsiteY621" fmla="*/ 1859672 h 6596391"/>
              <a:gd name="connsiteX622" fmla="*/ 2561165 w 6586410"/>
              <a:gd name="connsiteY622" fmla="*/ 1006962 h 6596391"/>
              <a:gd name="connsiteX623" fmla="*/ 2561165 w 6586410"/>
              <a:gd name="connsiteY623" fmla="*/ 1006962 h 6596391"/>
              <a:gd name="connsiteX624" fmla="*/ 2561165 w 6586410"/>
              <a:gd name="connsiteY624" fmla="*/ 1006962 h 6596391"/>
              <a:gd name="connsiteX625" fmla="*/ 2561165 w 6586410"/>
              <a:gd name="connsiteY625" fmla="*/ 1006962 h 6596391"/>
              <a:gd name="connsiteX626" fmla="*/ 3133458 w 6586410"/>
              <a:gd name="connsiteY626" fmla="*/ 1221764 h 6596391"/>
              <a:gd name="connsiteX627" fmla="*/ 2561171 w 6586410"/>
              <a:gd name="connsiteY627" fmla="*/ 1430076 h 6596391"/>
              <a:gd name="connsiteX628" fmla="*/ 2561171 w 6586410"/>
              <a:gd name="connsiteY628" fmla="*/ 1013465 h 6596391"/>
              <a:gd name="connsiteX629" fmla="*/ 3133458 w 6586410"/>
              <a:gd name="connsiteY629" fmla="*/ 1221764 h 6596391"/>
              <a:gd name="connsiteX630" fmla="*/ 3133465 w 6586410"/>
              <a:gd name="connsiteY630" fmla="*/ 3369778 h 6596391"/>
              <a:gd name="connsiteX631" fmla="*/ 2561171 w 6586410"/>
              <a:gd name="connsiteY631" fmla="*/ 3578096 h 6596391"/>
              <a:gd name="connsiteX632" fmla="*/ 2561171 w 6586410"/>
              <a:gd name="connsiteY632" fmla="*/ 3161479 h 6596391"/>
              <a:gd name="connsiteX633" fmla="*/ 3133465 w 6586410"/>
              <a:gd name="connsiteY633" fmla="*/ 3369778 h 6596391"/>
              <a:gd name="connsiteX634" fmla="*/ 3133465 w 6586410"/>
              <a:gd name="connsiteY634" fmla="*/ 3799381 h 6596391"/>
              <a:gd name="connsiteX635" fmla="*/ 2561171 w 6586410"/>
              <a:gd name="connsiteY635" fmla="*/ 4007693 h 6596391"/>
              <a:gd name="connsiteX636" fmla="*/ 2561171 w 6586410"/>
              <a:gd name="connsiteY636" fmla="*/ 3591082 h 6596391"/>
              <a:gd name="connsiteX637" fmla="*/ 3133465 w 6586410"/>
              <a:gd name="connsiteY637" fmla="*/ 3799381 h 6596391"/>
              <a:gd name="connsiteX638" fmla="*/ 2561171 w 6586410"/>
              <a:gd name="connsiteY638" fmla="*/ 4437284 h 6596391"/>
              <a:gd name="connsiteX639" fmla="*/ 2561171 w 6586410"/>
              <a:gd name="connsiteY639" fmla="*/ 4020691 h 6596391"/>
              <a:gd name="connsiteX640" fmla="*/ 3133452 w 6586410"/>
              <a:gd name="connsiteY640" fmla="*/ 4228984 h 6596391"/>
              <a:gd name="connsiteX641" fmla="*/ 2561171 w 6586410"/>
              <a:gd name="connsiteY641" fmla="*/ 4437284 h 6596391"/>
              <a:gd name="connsiteX642" fmla="*/ 3142208 w 6586410"/>
              <a:gd name="connsiteY642" fmla="*/ 4222488 h 6596391"/>
              <a:gd name="connsiteX643" fmla="*/ 2569890 w 6586410"/>
              <a:gd name="connsiteY643" fmla="*/ 4014189 h 6596391"/>
              <a:gd name="connsiteX644" fmla="*/ 3142208 w 6586410"/>
              <a:gd name="connsiteY644" fmla="*/ 3805871 h 6596391"/>
              <a:gd name="connsiteX645" fmla="*/ 3142208 w 6586410"/>
              <a:gd name="connsiteY645" fmla="*/ 4222488 h 6596391"/>
              <a:gd name="connsiteX646" fmla="*/ 3142208 w 6586410"/>
              <a:gd name="connsiteY646" fmla="*/ 3792892 h 6596391"/>
              <a:gd name="connsiteX647" fmla="*/ 3142208 w 6586410"/>
              <a:gd name="connsiteY647" fmla="*/ 3792904 h 6596391"/>
              <a:gd name="connsiteX648" fmla="*/ 2569896 w 6586410"/>
              <a:gd name="connsiteY648" fmla="*/ 3584586 h 6596391"/>
              <a:gd name="connsiteX649" fmla="*/ 2569896 w 6586410"/>
              <a:gd name="connsiteY649" fmla="*/ 3584580 h 6596391"/>
              <a:gd name="connsiteX650" fmla="*/ 3142208 w 6586410"/>
              <a:gd name="connsiteY650" fmla="*/ 3376268 h 6596391"/>
              <a:gd name="connsiteX651" fmla="*/ 3142208 w 6586410"/>
              <a:gd name="connsiteY651" fmla="*/ 3792892 h 6596391"/>
              <a:gd name="connsiteX652" fmla="*/ 3142208 w 6586410"/>
              <a:gd name="connsiteY652" fmla="*/ 3083324 h 6596391"/>
              <a:gd name="connsiteX653" fmla="*/ 3142208 w 6586410"/>
              <a:gd name="connsiteY653" fmla="*/ 3083406 h 6596391"/>
              <a:gd name="connsiteX654" fmla="*/ 3142208 w 6586410"/>
              <a:gd name="connsiteY654" fmla="*/ 3226529 h 6596391"/>
              <a:gd name="connsiteX655" fmla="*/ 3142208 w 6586410"/>
              <a:gd name="connsiteY655" fmla="*/ 3226611 h 6596391"/>
              <a:gd name="connsiteX656" fmla="*/ 3142208 w 6586410"/>
              <a:gd name="connsiteY656" fmla="*/ 3363289 h 6596391"/>
              <a:gd name="connsiteX657" fmla="*/ 2569896 w 6586410"/>
              <a:gd name="connsiteY657" fmla="*/ 3154977 h 6596391"/>
              <a:gd name="connsiteX658" fmla="*/ 3142208 w 6586410"/>
              <a:gd name="connsiteY658" fmla="*/ 2946659 h 6596391"/>
              <a:gd name="connsiteX659" fmla="*/ 3142208 w 6586410"/>
              <a:gd name="connsiteY659" fmla="*/ 3083324 h 6596391"/>
              <a:gd name="connsiteX660" fmla="*/ 3142208 w 6586410"/>
              <a:gd name="connsiteY660" fmla="*/ 1644877 h 6596391"/>
              <a:gd name="connsiteX661" fmla="*/ 2569896 w 6586410"/>
              <a:gd name="connsiteY661" fmla="*/ 1436565 h 6596391"/>
              <a:gd name="connsiteX662" fmla="*/ 3142208 w 6586410"/>
              <a:gd name="connsiteY662" fmla="*/ 1228254 h 6596391"/>
              <a:gd name="connsiteX663" fmla="*/ 3142208 w 6586410"/>
              <a:gd name="connsiteY663" fmla="*/ 1644877 h 6596391"/>
              <a:gd name="connsiteX664" fmla="*/ 3151302 w 6586410"/>
              <a:gd name="connsiteY664" fmla="*/ 795336 h 6596391"/>
              <a:gd name="connsiteX665" fmla="*/ 3736899 w 6586410"/>
              <a:gd name="connsiteY665" fmla="*/ 582192 h 6596391"/>
              <a:gd name="connsiteX666" fmla="*/ 4322490 w 6586410"/>
              <a:gd name="connsiteY666" fmla="*/ 795336 h 6596391"/>
              <a:gd name="connsiteX667" fmla="*/ 4322490 w 6586410"/>
              <a:gd name="connsiteY667" fmla="*/ 1218570 h 6596391"/>
              <a:gd name="connsiteX668" fmla="*/ 3736899 w 6586410"/>
              <a:gd name="connsiteY668" fmla="*/ 1431727 h 6596391"/>
              <a:gd name="connsiteX669" fmla="*/ 3151302 w 6586410"/>
              <a:gd name="connsiteY669" fmla="*/ 1218570 h 6596391"/>
              <a:gd name="connsiteX670" fmla="*/ 3151302 w 6586410"/>
              <a:gd name="connsiteY670" fmla="*/ 795336 h 6596391"/>
              <a:gd name="connsiteX671" fmla="*/ 3151302 w 6586410"/>
              <a:gd name="connsiteY671" fmla="*/ 2504045 h 6596391"/>
              <a:gd name="connsiteX672" fmla="*/ 3151302 w 6586410"/>
              <a:gd name="connsiteY672" fmla="*/ 2080976 h 6596391"/>
              <a:gd name="connsiteX673" fmla="*/ 3151302 w 6586410"/>
              <a:gd name="connsiteY673" fmla="*/ 1657863 h 6596391"/>
              <a:gd name="connsiteX674" fmla="*/ 3732346 w 6586410"/>
              <a:gd name="connsiteY674" fmla="*/ 1869350 h 6596391"/>
              <a:gd name="connsiteX675" fmla="*/ 3732352 w 6586410"/>
              <a:gd name="connsiteY675" fmla="*/ 1869350 h 6596391"/>
              <a:gd name="connsiteX676" fmla="*/ 3732352 w 6586410"/>
              <a:gd name="connsiteY676" fmla="*/ 2292584 h 6596391"/>
              <a:gd name="connsiteX677" fmla="*/ 3732346 w 6586410"/>
              <a:gd name="connsiteY677" fmla="*/ 2292584 h 6596391"/>
              <a:gd name="connsiteX678" fmla="*/ 3151302 w 6586410"/>
              <a:gd name="connsiteY678" fmla="*/ 2504083 h 6596391"/>
              <a:gd name="connsiteX679" fmla="*/ 3151302 w 6586410"/>
              <a:gd name="connsiteY679" fmla="*/ 2504045 h 6596391"/>
              <a:gd name="connsiteX680" fmla="*/ 3540207 w 6586410"/>
              <a:gd name="connsiteY680" fmla="*/ 2801790 h 6596391"/>
              <a:gd name="connsiteX681" fmla="*/ 3723633 w 6586410"/>
              <a:gd name="connsiteY681" fmla="*/ 2868560 h 6596391"/>
              <a:gd name="connsiteX682" fmla="*/ 3540214 w 6586410"/>
              <a:gd name="connsiteY682" fmla="*/ 2935318 h 6596391"/>
              <a:gd name="connsiteX683" fmla="*/ 3356781 w 6586410"/>
              <a:gd name="connsiteY683" fmla="*/ 2868554 h 6596391"/>
              <a:gd name="connsiteX684" fmla="*/ 3540207 w 6586410"/>
              <a:gd name="connsiteY684" fmla="*/ 2801790 h 6596391"/>
              <a:gd name="connsiteX685" fmla="*/ 3540201 w 6586410"/>
              <a:gd name="connsiteY685" fmla="*/ 2792119 h 6596391"/>
              <a:gd name="connsiteX686" fmla="*/ 3356763 w 6586410"/>
              <a:gd name="connsiteY686" fmla="*/ 2725349 h 6596391"/>
              <a:gd name="connsiteX687" fmla="*/ 3540201 w 6586410"/>
              <a:gd name="connsiteY687" fmla="*/ 2658585 h 6596391"/>
              <a:gd name="connsiteX688" fmla="*/ 3723633 w 6586410"/>
              <a:gd name="connsiteY688" fmla="*/ 2725349 h 6596391"/>
              <a:gd name="connsiteX689" fmla="*/ 3540201 w 6586410"/>
              <a:gd name="connsiteY689" fmla="*/ 2792119 h 6596391"/>
              <a:gd name="connsiteX690" fmla="*/ 3723640 w 6586410"/>
              <a:gd name="connsiteY690" fmla="*/ 3011759 h 6596391"/>
              <a:gd name="connsiteX691" fmla="*/ 3540195 w 6586410"/>
              <a:gd name="connsiteY691" fmla="*/ 3078529 h 6596391"/>
              <a:gd name="connsiteX692" fmla="*/ 3356769 w 6586410"/>
              <a:gd name="connsiteY692" fmla="*/ 3011765 h 6596391"/>
              <a:gd name="connsiteX693" fmla="*/ 3540214 w 6586410"/>
              <a:gd name="connsiteY693" fmla="*/ 2944995 h 6596391"/>
              <a:gd name="connsiteX694" fmla="*/ 3723640 w 6586410"/>
              <a:gd name="connsiteY694" fmla="*/ 3011759 h 6596391"/>
              <a:gd name="connsiteX695" fmla="*/ 3526904 w 6586410"/>
              <a:gd name="connsiteY695" fmla="*/ 3083368 h 6596391"/>
              <a:gd name="connsiteX696" fmla="*/ 3343466 w 6586410"/>
              <a:gd name="connsiteY696" fmla="*/ 3150132 h 6596391"/>
              <a:gd name="connsiteX697" fmla="*/ 3160046 w 6586410"/>
              <a:gd name="connsiteY697" fmla="*/ 3083368 h 6596391"/>
              <a:gd name="connsiteX698" fmla="*/ 3343478 w 6586410"/>
              <a:gd name="connsiteY698" fmla="*/ 3016604 h 6596391"/>
              <a:gd name="connsiteX699" fmla="*/ 3526904 w 6586410"/>
              <a:gd name="connsiteY699" fmla="*/ 3083368 h 6596391"/>
              <a:gd name="connsiteX700" fmla="*/ 3540195 w 6586410"/>
              <a:gd name="connsiteY700" fmla="*/ 3088207 h 6596391"/>
              <a:gd name="connsiteX701" fmla="*/ 3723615 w 6586410"/>
              <a:gd name="connsiteY701" fmla="*/ 3154971 h 6596391"/>
              <a:gd name="connsiteX702" fmla="*/ 3540182 w 6586410"/>
              <a:gd name="connsiteY702" fmla="*/ 3221734 h 6596391"/>
              <a:gd name="connsiteX703" fmla="*/ 3356763 w 6586410"/>
              <a:gd name="connsiteY703" fmla="*/ 3154971 h 6596391"/>
              <a:gd name="connsiteX704" fmla="*/ 3540195 w 6586410"/>
              <a:gd name="connsiteY704" fmla="*/ 3088207 h 6596391"/>
              <a:gd name="connsiteX705" fmla="*/ 3553492 w 6586410"/>
              <a:gd name="connsiteY705" fmla="*/ 3083368 h 6596391"/>
              <a:gd name="connsiteX706" fmla="*/ 3732352 w 6586410"/>
              <a:gd name="connsiteY706" fmla="*/ 3018268 h 6596391"/>
              <a:gd name="connsiteX707" fmla="*/ 3732352 w 6586410"/>
              <a:gd name="connsiteY707" fmla="*/ 3148468 h 6596391"/>
              <a:gd name="connsiteX708" fmla="*/ 3553492 w 6586410"/>
              <a:gd name="connsiteY708" fmla="*/ 3083368 h 6596391"/>
              <a:gd name="connsiteX709" fmla="*/ 3553511 w 6586410"/>
              <a:gd name="connsiteY709" fmla="*/ 2940156 h 6596391"/>
              <a:gd name="connsiteX710" fmla="*/ 3732352 w 6586410"/>
              <a:gd name="connsiteY710" fmla="*/ 2875063 h 6596391"/>
              <a:gd name="connsiteX711" fmla="*/ 3732352 w 6586410"/>
              <a:gd name="connsiteY711" fmla="*/ 3005250 h 6596391"/>
              <a:gd name="connsiteX712" fmla="*/ 3553511 w 6586410"/>
              <a:gd name="connsiteY712" fmla="*/ 2940156 h 6596391"/>
              <a:gd name="connsiteX713" fmla="*/ 3553492 w 6586410"/>
              <a:gd name="connsiteY713" fmla="*/ 2796958 h 6596391"/>
              <a:gd name="connsiteX714" fmla="*/ 3732352 w 6586410"/>
              <a:gd name="connsiteY714" fmla="*/ 2731864 h 6596391"/>
              <a:gd name="connsiteX715" fmla="*/ 3732352 w 6586410"/>
              <a:gd name="connsiteY715" fmla="*/ 2862064 h 6596391"/>
              <a:gd name="connsiteX716" fmla="*/ 3553492 w 6586410"/>
              <a:gd name="connsiteY716" fmla="*/ 2796958 h 6596391"/>
              <a:gd name="connsiteX717" fmla="*/ 3553492 w 6586410"/>
              <a:gd name="connsiteY717" fmla="*/ 2653746 h 6596391"/>
              <a:gd name="connsiteX718" fmla="*/ 3732352 w 6586410"/>
              <a:gd name="connsiteY718" fmla="*/ 2588652 h 6596391"/>
              <a:gd name="connsiteX719" fmla="*/ 3732352 w 6586410"/>
              <a:gd name="connsiteY719" fmla="*/ 2718853 h 6596391"/>
              <a:gd name="connsiteX720" fmla="*/ 3553492 w 6586410"/>
              <a:gd name="connsiteY720" fmla="*/ 2653746 h 6596391"/>
              <a:gd name="connsiteX721" fmla="*/ 3540195 w 6586410"/>
              <a:gd name="connsiteY721" fmla="*/ 2648907 h 6596391"/>
              <a:gd name="connsiteX722" fmla="*/ 3356769 w 6586410"/>
              <a:gd name="connsiteY722" fmla="*/ 2582144 h 6596391"/>
              <a:gd name="connsiteX723" fmla="*/ 3732346 w 6586410"/>
              <a:gd name="connsiteY723" fmla="*/ 2445447 h 6596391"/>
              <a:gd name="connsiteX724" fmla="*/ 3732346 w 6586410"/>
              <a:gd name="connsiteY724" fmla="*/ 2578975 h 6596391"/>
              <a:gd name="connsiteX725" fmla="*/ 3540195 w 6586410"/>
              <a:gd name="connsiteY725" fmla="*/ 2648907 h 6596391"/>
              <a:gd name="connsiteX726" fmla="*/ 3343484 w 6586410"/>
              <a:gd name="connsiteY726" fmla="*/ 2577305 h 6596391"/>
              <a:gd name="connsiteX727" fmla="*/ 3160096 w 6586410"/>
              <a:gd name="connsiteY727" fmla="*/ 2510554 h 6596391"/>
              <a:gd name="connsiteX728" fmla="*/ 3732352 w 6586410"/>
              <a:gd name="connsiteY728" fmla="*/ 2302261 h 6596391"/>
              <a:gd name="connsiteX729" fmla="*/ 3732352 w 6586410"/>
              <a:gd name="connsiteY729" fmla="*/ 2435763 h 6596391"/>
              <a:gd name="connsiteX730" fmla="*/ 3343484 w 6586410"/>
              <a:gd name="connsiteY730" fmla="*/ 2577305 h 6596391"/>
              <a:gd name="connsiteX731" fmla="*/ 3526904 w 6586410"/>
              <a:gd name="connsiteY731" fmla="*/ 2653746 h 6596391"/>
              <a:gd name="connsiteX732" fmla="*/ 3343466 w 6586410"/>
              <a:gd name="connsiteY732" fmla="*/ 2720510 h 6596391"/>
              <a:gd name="connsiteX733" fmla="*/ 3160046 w 6586410"/>
              <a:gd name="connsiteY733" fmla="*/ 2653746 h 6596391"/>
              <a:gd name="connsiteX734" fmla="*/ 3343478 w 6586410"/>
              <a:gd name="connsiteY734" fmla="*/ 2586982 h 6596391"/>
              <a:gd name="connsiteX735" fmla="*/ 3526904 w 6586410"/>
              <a:gd name="connsiteY735" fmla="*/ 2653746 h 6596391"/>
              <a:gd name="connsiteX736" fmla="*/ 3343478 w 6586410"/>
              <a:gd name="connsiteY736" fmla="*/ 2730187 h 6596391"/>
              <a:gd name="connsiteX737" fmla="*/ 3526917 w 6586410"/>
              <a:gd name="connsiteY737" fmla="*/ 2796958 h 6596391"/>
              <a:gd name="connsiteX738" fmla="*/ 3343491 w 6586410"/>
              <a:gd name="connsiteY738" fmla="*/ 2863715 h 6596391"/>
              <a:gd name="connsiteX739" fmla="*/ 3160052 w 6586410"/>
              <a:gd name="connsiteY739" fmla="*/ 2796945 h 6596391"/>
              <a:gd name="connsiteX740" fmla="*/ 3343478 w 6586410"/>
              <a:gd name="connsiteY740" fmla="*/ 2730187 h 6596391"/>
              <a:gd name="connsiteX741" fmla="*/ 3343498 w 6586410"/>
              <a:gd name="connsiteY741" fmla="*/ 2873393 h 6596391"/>
              <a:gd name="connsiteX742" fmla="*/ 3526924 w 6586410"/>
              <a:gd name="connsiteY742" fmla="*/ 2940156 h 6596391"/>
              <a:gd name="connsiteX743" fmla="*/ 3343478 w 6586410"/>
              <a:gd name="connsiteY743" fmla="*/ 3006927 h 6596391"/>
              <a:gd name="connsiteX744" fmla="*/ 3160052 w 6586410"/>
              <a:gd name="connsiteY744" fmla="*/ 2940163 h 6596391"/>
              <a:gd name="connsiteX745" fmla="*/ 3343498 w 6586410"/>
              <a:gd name="connsiteY745" fmla="*/ 2873393 h 6596391"/>
              <a:gd name="connsiteX746" fmla="*/ 3330188 w 6586410"/>
              <a:gd name="connsiteY746" fmla="*/ 3011765 h 6596391"/>
              <a:gd name="connsiteX747" fmla="*/ 3151302 w 6586410"/>
              <a:gd name="connsiteY747" fmla="*/ 3076872 h 6596391"/>
              <a:gd name="connsiteX748" fmla="*/ 3151302 w 6586410"/>
              <a:gd name="connsiteY748" fmla="*/ 2946653 h 6596391"/>
              <a:gd name="connsiteX749" fmla="*/ 3330188 w 6586410"/>
              <a:gd name="connsiteY749" fmla="*/ 3011765 h 6596391"/>
              <a:gd name="connsiteX750" fmla="*/ 3330181 w 6586410"/>
              <a:gd name="connsiteY750" fmla="*/ 3154971 h 6596391"/>
              <a:gd name="connsiteX751" fmla="*/ 3151302 w 6586410"/>
              <a:gd name="connsiteY751" fmla="*/ 3220077 h 6596391"/>
              <a:gd name="connsiteX752" fmla="*/ 3151302 w 6586410"/>
              <a:gd name="connsiteY752" fmla="*/ 3089864 h 6596391"/>
              <a:gd name="connsiteX753" fmla="*/ 3330181 w 6586410"/>
              <a:gd name="connsiteY753" fmla="*/ 3154971 h 6596391"/>
              <a:gd name="connsiteX754" fmla="*/ 3343478 w 6586410"/>
              <a:gd name="connsiteY754" fmla="*/ 3159803 h 6596391"/>
              <a:gd name="connsiteX755" fmla="*/ 3526898 w 6586410"/>
              <a:gd name="connsiteY755" fmla="*/ 3226567 h 6596391"/>
              <a:gd name="connsiteX756" fmla="*/ 3343478 w 6586410"/>
              <a:gd name="connsiteY756" fmla="*/ 3293325 h 6596391"/>
              <a:gd name="connsiteX757" fmla="*/ 3160052 w 6586410"/>
              <a:gd name="connsiteY757" fmla="*/ 3226560 h 6596391"/>
              <a:gd name="connsiteX758" fmla="*/ 3343478 w 6586410"/>
              <a:gd name="connsiteY758" fmla="*/ 3159803 h 6596391"/>
              <a:gd name="connsiteX759" fmla="*/ 3540189 w 6586410"/>
              <a:gd name="connsiteY759" fmla="*/ 3231412 h 6596391"/>
              <a:gd name="connsiteX760" fmla="*/ 3735336 w 6586410"/>
              <a:gd name="connsiteY760" fmla="*/ 3302443 h 6596391"/>
              <a:gd name="connsiteX761" fmla="*/ 3736892 w 6586410"/>
              <a:gd name="connsiteY761" fmla="*/ 3302722 h 6596391"/>
              <a:gd name="connsiteX762" fmla="*/ 3738448 w 6586410"/>
              <a:gd name="connsiteY762" fmla="*/ 3302443 h 6596391"/>
              <a:gd name="connsiteX763" fmla="*/ 3933596 w 6586410"/>
              <a:gd name="connsiteY763" fmla="*/ 3231412 h 6596391"/>
              <a:gd name="connsiteX764" fmla="*/ 4117016 w 6586410"/>
              <a:gd name="connsiteY764" fmla="*/ 3298170 h 6596391"/>
              <a:gd name="connsiteX765" fmla="*/ 3736892 w 6586410"/>
              <a:gd name="connsiteY765" fmla="*/ 3436530 h 6596391"/>
              <a:gd name="connsiteX766" fmla="*/ 3356769 w 6586410"/>
              <a:gd name="connsiteY766" fmla="*/ 3298170 h 6596391"/>
              <a:gd name="connsiteX767" fmla="*/ 3540189 w 6586410"/>
              <a:gd name="connsiteY767" fmla="*/ 3231412 h 6596391"/>
              <a:gd name="connsiteX768" fmla="*/ 3750183 w 6586410"/>
              <a:gd name="connsiteY768" fmla="*/ 3154971 h 6596391"/>
              <a:gd name="connsiteX769" fmla="*/ 3933603 w 6586410"/>
              <a:gd name="connsiteY769" fmla="*/ 3088207 h 6596391"/>
              <a:gd name="connsiteX770" fmla="*/ 4117035 w 6586410"/>
              <a:gd name="connsiteY770" fmla="*/ 3154971 h 6596391"/>
              <a:gd name="connsiteX771" fmla="*/ 3933616 w 6586410"/>
              <a:gd name="connsiteY771" fmla="*/ 3221734 h 6596391"/>
              <a:gd name="connsiteX772" fmla="*/ 3750183 w 6586410"/>
              <a:gd name="connsiteY772" fmla="*/ 3154971 h 6596391"/>
              <a:gd name="connsiteX773" fmla="*/ 3750157 w 6586410"/>
              <a:gd name="connsiteY773" fmla="*/ 3011759 h 6596391"/>
              <a:gd name="connsiteX774" fmla="*/ 3933584 w 6586410"/>
              <a:gd name="connsiteY774" fmla="*/ 2944995 h 6596391"/>
              <a:gd name="connsiteX775" fmla="*/ 4117029 w 6586410"/>
              <a:gd name="connsiteY775" fmla="*/ 3011765 h 6596391"/>
              <a:gd name="connsiteX776" fmla="*/ 3933603 w 6586410"/>
              <a:gd name="connsiteY776" fmla="*/ 3078529 h 6596391"/>
              <a:gd name="connsiteX777" fmla="*/ 3750157 w 6586410"/>
              <a:gd name="connsiteY777" fmla="*/ 3011759 h 6596391"/>
              <a:gd name="connsiteX778" fmla="*/ 3750164 w 6586410"/>
              <a:gd name="connsiteY778" fmla="*/ 2868560 h 6596391"/>
              <a:gd name="connsiteX779" fmla="*/ 3933590 w 6586410"/>
              <a:gd name="connsiteY779" fmla="*/ 2801790 h 6596391"/>
              <a:gd name="connsiteX780" fmla="*/ 4117016 w 6586410"/>
              <a:gd name="connsiteY780" fmla="*/ 2868554 h 6596391"/>
              <a:gd name="connsiteX781" fmla="*/ 3933584 w 6586410"/>
              <a:gd name="connsiteY781" fmla="*/ 2935318 h 6596391"/>
              <a:gd name="connsiteX782" fmla="*/ 3750164 w 6586410"/>
              <a:gd name="connsiteY782" fmla="*/ 2868560 h 6596391"/>
              <a:gd name="connsiteX783" fmla="*/ 3750164 w 6586410"/>
              <a:gd name="connsiteY783" fmla="*/ 2725349 h 6596391"/>
              <a:gd name="connsiteX784" fmla="*/ 3933596 w 6586410"/>
              <a:gd name="connsiteY784" fmla="*/ 2658585 h 6596391"/>
              <a:gd name="connsiteX785" fmla="*/ 4117035 w 6586410"/>
              <a:gd name="connsiteY785" fmla="*/ 2725349 h 6596391"/>
              <a:gd name="connsiteX786" fmla="*/ 3933596 w 6586410"/>
              <a:gd name="connsiteY786" fmla="*/ 2792119 h 6596391"/>
              <a:gd name="connsiteX787" fmla="*/ 3750164 w 6586410"/>
              <a:gd name="connsiteY787" fmla="*/ 2725349 h 6596391"/>
              <a:gd name="connsiteX788" fmla="*/ 3946881 w 6586410"/>
              <a:gd name="connsiteY788" fmla="*/ 2796958 h 6596391"/>
              <a:gd name="connsiteX789" fmla="*/ 4130319 w 6586410"/>
              <a:gd name="connsiteY789" fmla="*/ 2730187 h 6596391"/>
              <a:gd name="connsiteX790" fmla="*/ 4313745 w 6586410"/>
              <a:gd name="connsiteY790" fmla="*/ 2796945 h 6596391"/>
              <a:gd name="connsiteX791" fmla="*/ 4130307 w 6586410"/>
              <a:gd name="connsiteY791" fmla="*/ 2863715 h 6596391"/>
              <a:gd name="connsiteX792" fmla="*/ 3946881 w 6586410"/>
              <a:gd name="connsiteY792" fmla="*/ 2796958 h 6596391"/>
              <a:gd name="connsiteX793" fmla="*/ 3946887 w 6586410"/>
              <a:gd name="connsiteY793" fmla="*/ 2653746 h 6596391"/>
              <a:gd name="connsiteX794" fmla="*/ 4130313 w 6586410"/>
              <a:gd name="connsiteY794" fmla="*/ 2586982 h 6596391"/>
              <a:gd name="connsiteX795" fmla="*/ 4313745 w 6586410"/>
              <a:gd name="connsiteY795" fmla="*/ 2653746 h 6596391"/>
              <a:gd name="connsiteX796" fmla="*/ 4130326 w 6586410"/>
              <a:gd name="connsiteY796" fmla="*/ 2720510 h 6596391"/>
              <a:gd name="connsiteX797" fmla="*/ 3946887 w 6586410"/>
              <a:gd name="connsiteY797" fmla="*/ 2653746 h 6596391"/>
              <a:gd name="connsiteX798" fmla="*/ 3933596 w 6586410"/>
              <a:gd name="connsiteY798" fmla="*/ 2648907 h 6596391"/>
              <a:gd name="connsiteX799" fmla="*/ 3741439 w 6586410"/>
              <a:gd name="connsiteY799" fmla="*/ 2578969 h 6596391"/>
              <a:gd name="connsiteX800" fmla="*/ 3741439 w 6586410"/>
              <a:gd name="connsiteY800" fmla="*/ 2445441 h 6596391"/>
              <a:gd name="connsiteX801" fmla="*/ 4117016 w 6586410"/>
              <a:gd name="connsiteY801" fmla="*/ 2582137 h 6596391"/>
              <a:gd name="connsiteX802" fmla="*/ 3933596 w 6586410"/>
              <a:gd name="connsiteY802" fmla="*/ 2648907 h 6596391"/>
              <a:gd name="connsiteX803" fmla="*/ 3920306 w 6586410"/>
              <a:gd name="connsiteY803" fmla="*/ 2653746 h 6596391"/>
              <a:gd name="connsiteX804" fmla="*/ 3741445 w 6586410"/>
              <a:gd name="connsiteY804" fmla="*/ 2718846 h 6596391"/>
              <a:gd name="connsiteX805" fmla="*/ 3741445 w 6586410"/>
              <a:gd name="connsiteY805" fmla="*/ 2588646 h 6596391"/>
              <a:gd name="connsiteX806" fmla="*/ 3920306 w 6586410"/>
              <a:gd name="connsiteY806" fmla="*/ 2653746 h 6596391"/>
              <a:gd name="connsiteX807" fmla="*/ 3920306 w 6586410"/>
              <a:gd name="connsiteY807" fmla="*/ 2796958 h 6596391"/>
              <a:gd name="connsiteX808" fmla="*/ 3741445 w 6586410"/>
              <a:gd name="connsiteY808" fmla="*/ 2862058 h 6596391"/>
              <a:gd name="connsiteX809" fmla="*/ 3741445 w 6586410"/>
              <a:gd name="connsiteY809" fmla="*/ 2731857 h 6596391"/>
              <a:gd name="connsiteX810" fmla="*/ 3920306 w 6586410"/>
              <a:gd name="connsiteY810" fmla="*/ 2796958 h 6596391"/>
              <a:gd name="connsiteX811" fmla="*/ 3920286 w 6586410"/>
              <a:gd name="connsiteY811" fmla="*/ 2940156 h 6596391"/>
              <a:gd name="connsiteX812" fmla="*/ 3741445 w 6586410"/>
              <a:gd name="connsiteY812" fmla="*/ 3005250 h 6596391"/>
              <a:gd name="connsiteX813" fmla="*/ 3741445 w 6586410"/>
              <a:gd name="connsiteY813" fmla="*/ 2875063 h 6596391"/>
              <a:gd name="connsiteX814" fmla="*/ 3920286 w 6586410"/>
              <a:gd name="connsiteY814" fmla="*/ 2940156 h 6596391"/>
              <a:gd name="connsiteX815" fmla="*/ 3920306 w 6586410"/>
              <a:gd name="connsiteY815" fmla="*/ 3083368 h 6596391"/>
              <a:gd name="connsiteX816" fmla="*/ 3741445 w 6586410"/>
              <a:gd name="connsiteY816" fmla="*/ 3148468 h 6596391"/>
              <a:gd name="connsiteX817" fmla="*/ 3741445 w 6586410"/>
              <a:gd name="connsiteY817" fmla="*/ 3018268 h 6596391"/>
              <a:gd name="connsiteX818" fmla="*/ 3920306 w 6586410"/>
              <a:gd name="connsiteY818" fmla="*/ 3083368 h 6596391"/>
              <a:gd name="connsiteX819" fmla="*/ 3920318 w 6586410"/>
              <a:gd name="connsiteY819" fmla="*/ 3226573 h 6596391"/>
              <a:gd name="connsiteX820" fmla="*/ 3736899 w 6586410"/>
              <a:gd name="connsiteY820" fmla="*/ 3293337 h 6596391"/>
              <a:gd name="connsiteX821" fmla="*/ 3553479 w 6586410"/>
              <a:gd name="connsiteY821" fmla="*/ 3226573 h 6596391"/>
              <a:gd name="connsiteX822" fmla="*/ 3736899 w 6586410"/>
              <a:gd name="connsiteY822" fmla="*/ 3159809 h 6596391"/>
              <a:gd name="connsiteX823" fmla="*/ 3920318 w 6586410"/>
              <a:gd name="connsiteY823" fmla="*/ 3226573 h 6596391"/>
              <a:gd name="connsiteX824" fmla="*/ 3151302 w 6586410"/>
              <a:gd name="connsiteY824" fmla="*/ 2517030 h 6596391"/>
              <a:gd name="connsiteX825" fmla="*/ 3330188 w 6586410"/>
              <a:gd name="connsiteY825" fmla="*/ 2582144 h 6596391"/>
              <a:gd name="connsiteX826" fmla="*/ 3151302 w 6586410"/>
              <a:gd name="connsiteY826" fmla="*/ 2647250 h 6596391"/>
              <a:gd name="connsiteX827" fmla="*/ 3151302 w 6586410"/>
              <a:gd name="connsiteY827" fmla="*/ 2517030 h 6596391"/>
              <a:gd name="connsiteX828" fmla="*/ 3151302 w 6586410"/>
              <a:gd name="connsiteY828" fmla="*/ 2660236 h 6596391"/>
              <a:gd name="connsiteX829" fmla="*/ 3330181 w 6586410"/>
              <a:gd name="connsiteY829" fmla="*/ 2725342 h 6596391"/>
              <a:gd name="connsiteX830" fmla="*/ 3151302 w 6586410"/>
              <a:gd name="connsiteY830" fmla="*/ 2790442 h 6596391"/>
              <a:gd name="connsiteX831" fmla="*/ 3151302 w 6586410"/>
              <a:gd name="connsiteY831" fmla="*/ 2660236 h 6596391"/>
              <a:gd name="connsiteX832" fmla="*/ 3151302 w 6586410"/>
              <a:gd name="connsiteY832" fmla="*/ 2803435 h 6596391"/>
              <a:gd name="connsiteX833" fmla="*/ 3330207 w 6586410"/>
              <a:gd name="connsiteY833" fmla="*/ 2868554 h 6596391"/>
              <a:gd name="connsiteX834" fmla="*/ 3151302 w 6586410"/>
              <a:gd name="connsiteY834" fmla="*/ 2933667 h 6596391"/>
              <a:gd name="connsiteX835" fmla="*/ 3151302 w 6586410"/>
              <a:gd name="connsiteY835" fmla="*/ 2803435 h 6596391"/>
              <a:gd name="connsiteX836" fmla="*/ 3151295 w 6586410"/>
              <a:gd name="connsiteY836" fmla="*/ 2940156 h 6596391"/>
              <a:gd name="connsiteX837" fmla="*/ 3151295 w 6586410"/>
              <a:gd name="connsiteY837" fmla="*/ 2940156 h 6596391"/>
              <a:gd name="connsiteX838" fmla="*/ 3151302 w 6586410"/>
              <a:gd name="connsiteY838" fmla="*/ 2940163 h 6596391"/>
              <a:gd name="connsiteX839" fmla="*/ 3151302 w 6586410"/>
              <a:gd name="connsiteY839" fmla="*/ 2940176 h 6596391"/>
              <a:gd name="connsiteX840" fmla="*/ 3151295 w 6586410"/>
              <a:gd name="connsiteY840" fmla="*/ 2940156 h 6596391"/>
              <a:gd name="connsiteX841" fmla="*/ 3151302 w 6586410"/>
              <a:gd name="connsiteY841" fmla="*/ 3233050 h 6596391"/>
              <a:gd name="connsiteX842" fmla="*/ 3330188 w 6586410"/>
              <a:gd name="connsiteY842" fmla="*/ 3298163 h 6596391"/>
              <a:gd name="connsiteX843" fmla="*/ 3151302 w 6586410"/>
              <a:gd name="connsiteY843" fmla="*/ 3363276 h 6596391"/>
              <a:gd name="connsiteX844" fmla="*/ 3151302 w 6586410"/>
              <a:gd name="connsiteY844" fmla="*/ 3233050 h 6596391"/>
              <a:gd name="connsiteX845" fmla="*/ 4313745 w 6586410"/>
              <a:gd name="connsiteY845" fmla="*/ 3369772 h 6596391"/>
              <a:gd name="connsiteX846" fmla="*/ 3736899 w 6586410"/>
              <a:gd name="connsiteY846" fmla="*/ 3579735 h 6596391"/>
              <a:gd name="connsiteX847" fmla="*/ 3160052 w 6586410"/>
              <a:gd name="connsiteY847" fmla="*/ 3369772 h 6596391"/>
              <a:gd name="connsiteX848" fmla="*/ 3343484 w 6586410"/>
              <a:gd name="connsiteY848" fmla="*/ 3303008 h 6596391"/>
              <a:gd name="connsiteX849" fmla="*/ 3735343 w 6586410"/>
              <a:gd name="connsiteY849" fmla="*/ 3445642 h 6596391"/>
              <a:gd name="connsiteX850" fmla="*/ 3736899 w 6586410"/>
              <a:gd name="connsiteY850" fmla="*/ 3445915 h 6596391"/>
              <a:gd name="connsiteX851" fmla="*/ 3738455 w 6586410"/>
              <a:gd name="connsiteY851" fmla="*/ 3445642 h 6596391"/>
              <a:gd name="connsiteX852" fmla="*/ 4130313 w 6586410"/>
              <a:gd name="connsiteY852" fmla="*/ 3303008 h 6596391"/>
              <a:gd name="connsiteX853" fmla="*/ 4313745 w 6586410"/>
              <a:gd name="connsiteY853" fmla="*/ 3369772 h 6596391"/>
              <a:gd name="connsiteX854" fmla="*/ 4313745 w 6586410"/>
              <a:gd name="connsiteY854" fmla="*/ 3226567 h 6596391"/>
              <a:gd name="connsiteX855" fmla="*/ 4130319 w 6586410"/>
              <a:gd name="connsiteY855" fmla="*/ 3293331 h 6596391"/>
              <a:gd name="connsiteX856" fmla="*/ 3946900 w 6586410"/>
              <a:gd name="connsiteY856" fmla="*/ 3226573 h 6596391"/>
              <a:gd name="connsiteX857" fmla="*/ 4130319 w 6586410"/>
              <a:gd name="connsiteY857" fmla="*/ 3159809 h 6596391"/>
              <a:gd name="connsiteX858" fmla="*/ 4313745 w 6586410"/>
              <a:gd name="connsiteY858" fmla="*/ 3226567 h 6596391"/>
              <a:gd name="connsiteX859" fmla="*/ 4313745 w 6586410"/>
              <a:gd name="connsiteY859" fmla="*/ 3083368 h 6596391"/>
              <a:gd name="connsiteX860" fmla="*/ 4130326 w 6586410"/>
              <a:gd name="connsiteY860" fmla="*/ 3150132 h 6596391"/>
              <a:gd name="connsiteX861" fmla="*/ 3946887 w 6586410"/>
              <a:gd name="connsiteY861" fmla="*/ 3083368 h 6596391"/>
              <a:gd name="connsiteX862" fmla="*/ 4130313 w 6586410"/>
              <a:gd name="connsiteY862" fmla="*/ 3016604 h 6596391"/>
              <a:gd name="connsiteX863" fmla="*/ 4313745 w 6586410"/>
              <a:gd name="connsiteY863" fmla="*/ 3083368 h 6596391"/>
              <a:gd name="connsiteX864" fmla="*/ 4130319 w 6586410"/>
              <a:gd name="connsiteY864" fmla="*/ 3006927 h 6596391"/>
              <a:gd name="connsiteX865" fmla="*/ 3946874 w 6586410"/>
              <a:gd name="connsiteY865" fmla="*/ 2940156 h 6596391"/>
              <a:gd name="connsiteX866" fmla="*/ 4130301 w 6586410"/>
              <a:gd name="connsiteY866" fmla="*/ 2873393 h 6596391"/>
              <a:gd name="connsiteX867" fmla="*/ 4313745 w 6586410"/>
              <a:gd name="connsiteY867" fmla="*/ 2940163 h 6596391"/>
              <a:gd name="connsiteX868" fmla="*/ 4130319 w 6586410"/>
              <a:gd name="connsiteY868" fmla="*/ 3006927 h 6596391"/>
              <a:gd name="connsiteX869" fmla="*/ 4322490 w 6586410"/>
              <a:gd name="connsiteY869" fmla="*/ 2933667 h 6596391"/>
              <a:gd name="connsiteX870" fmla="*/ 4143591 w 6586410"/>
              <a:gd name="connsiteY870" fmla="*/ 2868554 h 6596391"/>
              <a:gd name="connsiteX871" fmla="*/ 4322490 w 6586410"/>
              <a:gd name="connsiteY871" fmla="*/ 2803435 h 6596391"/>
              <a:gd name="connsiteX872" fmla="*/ 4322490 w 6586410"/>
              <a:gd name="connsiteY872" fmla="*/ 2933667 h 6596391"/>
              <a:gd name="connsiteX873" fmla="*/ 4322490 w 6586410"/>
              <a:gd name="connsiteY873" fmla="*/ 2790449 h 6596391"/>
              <a:gd name="connsiteX874" fmla="*/ 4143616 w 6586410"/>
              <a:gd name="connsiteY874" fmla="*/ 2725349 h 6596391"/>
              <a:gd name="connsiteX875" fmla="*/ 4322490 w 6586410"/>
              <a:gd name="connsiteY875" fmla="*/ 2660242 h 6596391"/>
              <a:gd name="connsiteX876" fmla="*/ 4322490 w 6586410"/>
              <a:gd name="connsiteY876" fmla="*/ 2790449 h 6596391"/>
              <a:gd name="connsiteX877" fmla="*/ 4322490 w 6586410"/>
              <a:gd name="connsiteY877" fmla="*/ 2647250 h 6596391"/>
              <a:gd name="connsiteX878" fmla="*/ 4143610 w 6586410"/>
              <a:gd name="connsiteY878" fmla="*/ 2582144 h 6596391"/>
              <a:gd name="connsiteX879" fmla="*/ 4322490 w 6586410"/>
              <a:gd name="connsiteY879" fmla="*/ 2517030 h 6596391"/>
              <a:gd name="connsiteX880" fmla="*/ 4322490 w 6586410"/>
              <a:gd name="connsiteY880" fmla="*/ 2647250 h 6596391"/>
              <a:gd name="connsiteX881" fmla="*/ 4322490 w 6586410"/>
              <a:gd name="connsiteY881" fmla="*/ 2513767 h 6596391"/>
              <a:gd name="connsiteX882" fmla="*/ 4313688 w 6586410"/>
              <a:gd name="connsiteY882" fmla="*/ 2510566 h 6596391"/>
              <a:gd name="connsiteX883" fmla="*/ 4130313 w 6586410"/>
              <a:gd name="connsiteY883" fmla="*/ 2577311 h 6596391"/>
              <a:gd name="connsiteX884" fmla="*/ 3741445 w 6586410"/>
              <a:gd name="connsiteY884" fmla="*/ 2435770 h 6596391"/>
              <a:gd name="connsiteX885" fmla="*/ 3741445 w 6586410"/>
              <a:gd name="connsiteY885" fmla="*/ 2302280 h 6596391"/>
              <a:gd name="connsiteX886" fmla="*/ 3741445 w 6586410"/>
              <a:gd name="connsiteY886" fmla="*/ 2302267 h 6596391"/>
              <a:gd name="connsiteX887" fmla="*/ 4322490 w 6586410"/>
              <a:gd name="connsiteY887" fmla="*/ 2513767 h 6596391"/>
              <a:gd name="connsiteX888" fmla="*/ 4322490 w 6586410"/>
              <a:gd name="connsiteY888" fmla="*/ 2513767 h 6596391"/>
              <a:gd name="connsiteX889" fmla="*/ 4322490 w 6586410"/>
              <a:gd name="connsiteY889" fmla="*/ 2504045 h 6596391"/>
              <a:gd name="connsiteX890" fmla="*/ 4322490 w 6586410"/>
              <a:gd name="connsiteY890" fmla="*/ 2504089 h 6596391"/>
              <a:gd name="connsiteX891" fmla="*/ 4138346 w 6586410"/>
              <a:gd name="connsiteY891" fmla="*/ 2437059 h 6596391"/>
              <a:gd name="connsiteX892" fmla="*/ 3750196 w 6586410"/>
              <a:gd name="connsiteY892" fmla="*/ 2295771 h 6596391"/>
              <a:gd name="connsiteX893" fmla="*/ 3750240 w 6586410"/>
              <a:gd name="connsiteY893" fmla="*/ 2295759 h 6596391"/>
              <a:gd name="connsiteX894" fmla="*/ 4322490 w 6586410"/>
              <a:gd name="connsiteY894" fmla="*/ 2087478 h 6596391"/>
              <a:gd name="connsiteX895" fmla="*/ 4322490 w 6586410"/>
              <a:gd name="connsiteY895" fmla="*/ 2504045 h 6596391"/>
              <a:gd name="connsiteX896" fmla="*/ 3741445 w 6586410"/>
              <a:gd name="connsiteY896" fmla="*/ 2289281 h 6596391"/>
              <a:gd name="connsiteX897" fmla="*/ 3741445 w 6586410"/>
              <a:gd name="connsiteY897" fmla="*/ 1872658 h 6596391"/>
              <a:gd name="connsiteX898" fmla="*/ 4313745 w 6586410"/>
              <a:gd name="connsiteY898" fmla="*/ 2080976 h 6596391"/>
              <a:gd name="connsiteX899" fmla="*/ 3741445 w 6586410"/>
              <a:gd name="connsiteY899" fmla="*/ 2289281 h 6596391"/>
              <a:gd name="connsiteX900" fmla="*/ 4322496 w 6586410"/>
              <a:gd name="connsiteY900" fmla="*/ 1657876 h 6596391"/>
              <a:gd name="connsiteX901" fmla="*/ 4322496 w 6586410"/>
              <a:gd name="connsiteY901" fmla="*/ 2074480 h 6596391"/>
              <a:gd name="connsiteX902" fmla="*/ 3750196 w 6586410"/>
              <a:gd name="connsiteY902" fmla="*/ 1866175 h 6596391"/>
              <a:gd name="connsiteX903" fmla="*/ 4011314 w 6586410"/>
              <a:gd name="connsiteY903" fmla="*/ 1771134 h 6596391"/>
              <a:gd name="connsiteX904" fmla="*/ 4322496 w 6586410"/>
              <a:gd name="connsiteY904" fmla="*/ 1657876 h 6596391"/>
              <a:gd name="connsiteX905" fmla="*/ 4322496 w 6586410"/>
              <a:gd name="connsiteY905" fmla="*/ 1657876 h 6596391"/>
              <a:gd name="connsiteX906" fmla="*/ 4322496 w 6586410"/>
              <a:gd name="connsiteY906" fmla="*/ 1648192 h 6596391"/>
              <a:gd name="connsiteX907" fmla="*/ 4322496 w 6586410"/>
              <a:gd name="connsiteY907" fmla="*/ 1648192 h 6596391"/>
              <a:gd name="connsiteX908" fmla="*/ 3815632 w 6586410"/>
              <a:gd name="connsiteY908" fmla="*/ 1832672 h 6596391"/>
              <a:gd name="connsiteX909" fmla="*/ 3736905 w 6586410"/>
              <a:gd name="connsiteY909" fmla="*/ 1861330 h 6596391"/>
              <a:gd name="connsiteX910" fmla="*/ 3151308 w 6586410"/>
              <a:gd name="connsiteY910" fmla="*/ 1648192 h 6596391"/>
              <a:gd name="connsiteX911" fmla="*/ 3151308 w 6586410"/>
              <a:gd name="connsiteY911" fmla="*/ 1228241 h 6596391"/>
              <a:gd name="connsiteX912" fmla="*/ 3735350 w 6586410"/>
              <a:gd name="connsiteY912" fmla="*/ 1440833 h 6596391"/>
              <a:gd name="connsiteX913" fmla="*/ 3736905 w 6586410"/>
              <a:gd name="connsiteY913" fmla="*/ 1441112 h 6596391"/>
              <a:gd name="connsiteX914" fmla="*/ 3738461 w 6586410"/>
              <a:gd name="connsiteY914" fmla="*/ 1440833 h 6596391"/>
              <a:gd name="connsiteX915" fmla="*/ 4322502 w 6586410"/>
              <a:gd name="connsiteY915" fmla="*/ 1228254 h 6596391"/>
              <a:gd name="connsiteX916" fmla="*/ 4322502 w 6586410"/>
              <a:gd name="connsiteY916" fmla="*/ 1648192 h 6596391"/>
              <a:gd name="connsiteX917" fmla="*/ 4331583 w 6586410"/>
              <a:gd name="connsiteY917" fmla="*/ 1657876 h 6596391"/>
              <a:gd name="connsiteX918" fmla="*/ 4903883 w 6586410"/>
              <a:gd name="connsiteY918" fmla="*/ 1866175 h 6596391"/>
              <a:gd name="connsiteX919" fmla="*/ 4331583 w 6586410"/>
              <a:gd name="connsiteY919" fmla="*/ 2074480 h 6596391"/>
              <a:gd name="connsiteX920" fmla="*/ 4331583 w 6586410"/>
              <a:gd name="connsiteY920" fmla="*/ 1657876 h 6596391"/>
              <a:gd name="connsiteX921" fmla="*/ 4903877 w 6586410"/>
              <a:gd name="connsiteY921" fmla="*/ 2295771 h 6596391"/>
              <a:gd name="connsiteX922" fmla="*/ 4331583 w 6586410"/>
              <a:gd name="connsiteY922" fmla="*/ 2504089 h 6596391"/>
              <a:gd name="connsiteX923" fmla="*/ 4331583 w 6586410"/>
              <a:gd name="connsiteY923" fmla="*/ 2087472 h 6596391"/>
              <a:gd name="connsiteX924" fmla="*/ 4331583 w 6586410"/>
              <a:gd name="connsiteY924" fmla="*/ 2087440 h 6596391"/>
              <a:gd name="connsiteX925" fmla="*/ 4903889 w 6586410"/>
              <a:gd name="connsiteY925" fmla="*/ 2295765 h 6596391"/>
              <a:gd name="connsiteX926" fmla="*/ 4903877 w 6586410"/>
              <a:gd name="connsiteY926" fmla="*/ 2295771 h 6596391"/>
              <a:gd name="connsiteX927" fmla="*/ 4912627 w 6586410"/>
              <a:gd name="connsiteY927" fmla="*/ 2289269 h 6596391"/>
              <a:gd name="connsiteX928" fmla="*/ 4340345 w 6586410"/>
              <a:gd name="connsiteY928" fmla="*/ 2080963 h 6596391"/>
              <a:gd name="connsiteX929" fmla="*/ 4912627 w 6586410"/>
              <a:gd name="connsiteY929" fmla="*/ 1872652 h 6596391"/>
              <a:gd name="connsiteX930" fmla="*/ 4912627 w 6586410"/>
              <a:gd name="connsiteY930" fmla="*/ 2289269 h 6596391"/>
              <a:gd name="connsiteX931" fmla="*/ 4912633 w 6586410"/>
              <a:gd name="connsiteY931" fmla="*/ 1859678 h 6596391"/>
              <a:gd name="connsiteX932" fmla="*/ 4783062 w 6586410"/>
              <a:gd name="connsiteY932" fmla="*/ 1812517 h 6596391"/>
              <a:gd name="connsiteX933" fmla="*/ 4331583 w 6586410"/>
              <a:gd name="connsiteY933" fmla="*/ 1648185 h 6596391"/>
              <a:gd name="connsiteX934" fmla="*/ 4331583 w 6586410"/>
              <a:gd name="connsiteY934" fmla="*/ 1648179 h 6596391"/>
              <a:gd name="connsiteX935" fmla="*/ 4331583 w 6586410"/>
              <a:gd name="connsiteY935" fmla="*/ 1224958 h 6596391"/>
              <a:gd name="connsiteX936" fmla="*/ 4912633 w 6586410"/>
              <a:gd name="connsiteY936" fmla="*/ 1013465 h 6596391"/>
              <a:gd name="connsiteX937" fmla="*/ 4912633 w 6586410"/>
              <a:gd name="connsiteY937" fmla="*/ 1859678 h 6596391"/>
              <a:gd name="connsiteX938" fmla="*/ 4331583 w 6586410"/>
              <a:gd name="connsiteY938" fmla="*/ 3805852 h 6596391"/>
              <a:gd name="connsiteX939" fmla="*/ 4903902 w 6586410"/>
              <a:gd name="connsiteY939" fmla="*/ 4014176 h 6596391"/>
              <a:gd name="connsiteX940" fmla="*/ 4331583 w 6586410"/>
              <a:gd name="connsiteY940" fmla="*/ 4222488 h 6596391"/>
              <a:gd name="connsiteX941" fmla="*/ 4331583 w 6586410"/>
              <a:gd name="connsiteY941" fmla="*/ 3805852 h 6596391"/>
              <a:gd name="connsiteX942" fmla="*/ 4912633 w 6586410"/>
              <a:gd name="connsiteY942" fmla="*/ 4437284 h 6596391"/>
              <a:gd name="connsiteX943" fmla="*/ 4912633 w 6586410"/>
              <a:gd name="connsiteY943" fmla="*/ 4437284 h 6596391"/>
              <a:gd name="connsiteX944" fmla="*/ 4730985 w 6586410"/>
              <a:gd name="connsiteY944" fmla="*/ 4371167 h 6596391"/>
              <a:gd name="connsiteX945" fmla="*/ 4340333 w 6586410"/>
              <a:gd name="connsiteY945" fmla="*/ 4228971 h 6596391"/>
              <a:gd name="connsiteX946" fmla="*/ 4912633 w 6586410"/>
              <a:gd name="connsiteY946" fmla="*/ 4020666 h 6596391"/>
              <a:gd name="connsiteX947" fmla="*/ 4912633 w 6586410"/>
              <a:gd name="connsiteY947" fmla="*/ 4437284 h 6596391"/>
              <a:gd name="connsiteX948" fmla="*/ 4912633 w 6586410"/>
              <a:gd name="connsiteY948" fmla="*/ 3591070 h 6596391"/>
              <a:gd name="connsiteX949" fmla="*/ 4912633 w 6586410"/>
              <a:gd name="connsiteY949" fmla="*/ 4007668 h 6596391"/>
              <a:gd name="connsiteX950" fmla="*/ 4340333 w 6586410"/>
              <a:gd name="connsiteY950" fmla="*/ 3799356 h 6596391"/>
              <a:gd name="connsiteX951" fmla="*/ 4552499 w 6586410"/>
              <a:gd name="connsiteY951" fmla="*/ 3722134 h 6596391"/>
              <a:gd name="connsiteX952" fmla="*/ 4912633 w 6586410"/>
              <a:gd name="connsiteY952" fmla="*/ 3591051 h 6596391"/>
              <a:gd name="connsiteX953" fmla="*/ 4912633 w 6586410"/>
              <a:gd name="connsiteY953" fmla="*/ 3591070 h 6596391"/>
              <a:gd name="connsiteX954" fmla="*/ 4921726 w 6586410"/>
              <a:gd name="connsiteY954" fmla="*/ 3591070 h 6596391"/>
              <a:gd name="connsiteX955" fmla="*/ 4921726 w 6586410"/>
              <a:gd name="connsiteY955" fmla="*/ 3591070 h 6596391"/>
              <a:gd name="connsiteX956" fmla="*/ 5257997 w 6586410"/>
              <a:gd name="connsiteY956" fmla="*/ 3713453 h 6596391"/>
              <a:gd name="connsiteX957" fmla="*/ 5494020 w 6586410"/>
              <a:gd name="connsiteY957" fmla="*/ 3799356 h 6596391"/>
              <a:gd name="connsiteX958" fmla="*/ 5494008 w 6586410"/>
              <a:gd name="connsiteY958" fmla="*/ 3799362 h 6596391"/>
              <a:gd name="connsiteX959" fmla="*/ 4921726 w 6586410"/>
              <a:gd name="connsiteY959" fmla="*/ 4007668 h 6596391"/>
              <a:gd name="connsiteX960" fmla="*/ 4921726 w 6586410"/>
              <a:gd name="connsiteY960" fmla="*/ 3591070 h 6596391"/>
              <a:gd name="connsiteX961" fmla="*/ 4921726 w 6586410"/>
              <a:gd name="connsiteY961" fmla="*/ 4437284 h 6596391"/>
              <a:gd name="connsiteX962" fmla="*/ 4921726 w 6586410"/>
              <a:gd name="connsiteY962" fmla="*/ 4020672 h 6596391"/>
              <a:gd name="connsiteX963" fmla="*/ 5494026 w 6586410"/>
              <a:gd name="connsiteY963" fmla="*/ 4228978 h 6596391"/>
              <a:gd name="connsiteX964" fmla="*/ 4921726 w 6586410"/>
              <a:gd name="connsiteY964" fmla="*/ 4437284 h 6596391"/>
              <a:gd name="connsiteX965" fmla="*/ 5502777 w 6586410"/>
              <a:gd name="connsiteY965" fmla="*/ 4222482 h 6596391"/>
              <a:gd name="connsiteX966" fmla="*/ 4930451 w 6586410"/>
              <a:gd name="connsiteY966" fmla="*/ 4014170 h 6596391"/>
              <a:gd name="connsiteX967" fmla="*/ 5502777 w 6586410"/>
              <a:gd name="connsiteY967" fmla="*/ 3805846 h 6596391"/>
              <a:gd name="connsiteX968" fmla="*/ 5502777 w 6586410"/>
              <a:gd name="connsiteY968" fmla="*/ 4222482 h 6596391"/>
              <a:gd name="connsiteX969" fmla="*/ 6097454 w 6586410"/>
              <a:gd name="connsiteY969" fmla="*/ 6167068 h 6596391"/>
              <a:gd name="connsiteX970" fmla="*/ 6280868 w 6586410"/>
              <a:gd name="connsiteY970" fmla="*/ 6233825 h 6596391"/>
              <a:gd name="connsiteX971" fmla="*/ 6097454 w 6586410"/>
              <a:gd name="connsiteY971" fmla="*/ 6300589 h 6596391"/>
              <a:gd name="connsiteX972" fmla="*/ 5914041 w 6586410"/>
              <a:gd name="connsiteY972" fmla="*/ 6233825 h 6596391"/>
              <a:gd name="connsiteX973" fmla="*/ 6097454 w 6586410"/>
              <a:gd name="connsiteY973" fmla="*/ 6167068 h 6596391"/>
              <a:gd name="connsiteX974" fmla="*/ 6097454 w 6586410"/>
              <a:gd name="connsiteY974" fmla="*/ 5880664 h 6596391"/>
              <a:gd name="connsiteX975" fmla="*/ 6280874 w 6586410"/>
              <a:gd name="connsiteY975" fmla="*/ 5947428 h 6596391"/>
              <a:gd name="connsiteX976" fmla="*/ 6097454 w 6586410"/>
              <a:gd name="connsiteY976" fmla="*/ 6014192 h 6596391"/>
              <a:gd name="connsiteX977" fmla="*/ 5914035 w 6586410"/>
              <a:gd name="connsiteY977" fmla="*/ 5947428 h 6596391"/>
              <a:gd name="connsiteX978" fmla="*/ 6097454 w 6586410"/>
              <a:gd name="connsiteY978" fmla="*/ 5880664 h 6596391"/>
              <a:gd name="connsiteX979" fmla="*/ 5520607 w 6586410"/>
              <a:gd name="connsiteY979" fmla="*/ 5374600 h 6596391"/>
              <a:gd name="connsiteX980" fmla="*/ 5704053 w 6586410"/>
              <a:gd name="connsiteY980" fmla="*/ 5307830 h 6596391"/>
              <a:gd name="connsiteX981" fmla="*/ 5887479 w 6586410"/>
              <a:gd name="connsiteY981" fmla="*/ 5374600 h 6596391"/>
              <a:gd name="connsiteX982" fmla="*/ 5704040 w 6586410"/>
              <a:gd name="connsiteY982" fmla="*/ 5441371 h 6596391"/>
              <a:gd name="connsiteX983" fmla="*/ 5520607 w 6586410"/>
              <a:gd name="connsiteY983" fmla="*/ 5374600 h 6596391"/>
              <a:gd name="connsiteX984" fmla="*/ 5914047 w 6586410"/>
              <a:gd name="connsiteY984" fmla="*/ 5231408 h 6596391"/>
              <a:gd name="connsiteX985" fmla="*/ 6097454 w 6586410"/>
              <a:gd name="connsiteY985" fmla="*/ 5164650 h 6596391"/>
              <a:gd name="connsiteX986" fmla="*/ 6280861 w 6586410"/>
              <a:gd name="connsiteY986" fmla="*/ 5231408 h 6596391"/>
              <a:gd name="connsiteX987" fmla="*/ 6097454 w 6586410"/>
              <a:gd name="connsiteY987" fmla="*/ 5298166 h 6596391"/>
              <a:gd name="connsiteX988" fmla="*/ 5914047 w 6586410"/>
              <a:gd name="connsiteY988" fmla="*/ 5231408 h 6596391"/>
              <a:gd name="connsiteX989" fmla="*/ 6280849 w 6586410"/>
              <a:gd name="connsiteY989" fmla="*/ 5374600 h 6596391"/>
              <a:gd name="connsiteX990" fmla="*/ 6097454 w 6586410"/>
              <a:gd name="connsiteY990" fmla="*/ 5441358 h 6596391"/>
              <a:gd name="connsiteX991" fmla="*/ 5914060 w 6586410"/>
              <a:gd name="connsiteY991" fmla="*/ 5374600 h 6596391"/>
              <a:gd name="connsiteX992" fmla="*/ 6097454 w 6586410"/>
              <a:gd name="connsiteY992" fmla="*/ 5307849 h 6596391"/>
              <a:gd name="connsiteX993" fmla="*/ 6280849 w 6586410"/>
              <a:gd name="connsiteY993" fmla="*/ 5374600 h 6596391"/>
              <a:gd name="connsiteX994" fmla="*/ 6084183 w 6586410"/>
              <a:gd name="connsiteY994" fmla="*/ 5303011 h 6596391"/>
              <a:gd name="connsiteX995" fmla="*/ 5900770 w 6586410"/>
              <a:gd name="connsiteY995" fmla="*/ 5369768 h 6596391"/>
              <a:gd name="connsiteX996" fmla="*/ 5717337 w 6586410"/>
              <a:gd name="connsiteY996" fmla="*/ 5302998 h 6596391"/>
              <a:gd name="connsiteX997" fmla="*/ 5900756 w 6586410"/>
              <a:gd name="connsiteY997" fmla="*/ 5236240 h 6596391"/>
              <a:gd name="connsiteX998" fmla="*/ 6084183 w 6586410"/>
              <a:gd name="connsiteY998" fmla="*/ 5303011 h 6596391"/>
              <a:gd name="connsiteX999" fmla="*/ 5520607 w 6586410"/>
              <a:gd name="connsiteY999" fmla="*/ 5517812 h 6596391"/>
              <a:gd name="connsiteX1000" fmla="*/ 5704033 w 6586410"/>
              <a:gd name="connsiteY1000" fmla="*/ 5451048 h 6596391"/>
              <a:gd name="connsiteX1001" fmla="*/ 6084176 w 6586410"/>
              <a:gd name="connsiteY1001" fmla="*/ 5589408 h 6596391"/>
              <a:gd name="connsiteX1002" fmla="*/ 5900750 w 6586410"/>
              <a:gd name="connsiteY1002" fmla="*/ 5656172 h 6596391"/>
              <a:gd name="connsiteX1003" fmla="*/ 5520607 w 6586410"/>
              <a:gd name="connsiteY1003" fmla="*/ 5517812 h 6596391"/>
              <a:gd name="connsiteX1004" fmla="*/ 6280855 w 6586410"/>
              <a:gd name="connsiteY1004" fmla="*/ 5661017 h 6596391"/>
              <a:gd name="connsiteX1005" fmla="*/ 6097454 w 6586410"/>
              <a:gd name="connsiteY1005" fmla="*/ 5727768 h 6596391"/>
              <a:gd name="connsiteX1006" fmla="*/ 5914053 w 6586410"/>
              <a:gd name="connsiteY1006" fmla="*/ 5661017 h 6596391"/>
              <a:gd name="connsiteX1007" fmla="*/ 6097454 w 6586410"/>
              <a:gd name="connsiteY1007" fmla="*/ 5594260 h 6596391"/>
              <a:gd name="connsiteX1008" fmla="*/ 6280855 w 6586410"/>
              <a:gd name="connsiteY1008" fmla="*/ 5661017 h 6596391"/>
              <a:gd name="connsiteX1009" fmla="*/ 6477578 w 6586410"/>
              <a:gd name="connsiteY1009" fmla="*/ 5446210 h 6596391"/>
              <a:gd name="connsiteX1010" fmla="*/ 6097454 w 6586410"/>
              <a:gd name="connsiteY1010" fmla="*/ 5584576 h 6596391"/>
              <a:gd name="connsiteX1011" fmla="*/ 5717330 w 6586410"/>
              <a:gd name="connsiteY1011" fmla="*/ 5446210 h 6596391"/>
              <a:gd name="connsiteX1012" fmla="*/ 5900776 w 6586410"/>
              <a:gd name="connsiteY1012" fmla="*/ 5379439 h 6596391"/>
              <a:gd name="connsiteX1013" fmla="*/ 6095905 w 6586410"/>
              <a:gd name="connsiteY1013" fmla="*/ 5450471 h 6596391"/>
              <a:gd name="connsiteX1014" fmla="*/ 6097461 w 6586410"/>
              <a:gd name="connsiteY1014" fmla="*/ 5450743 h 6596391"/>
              <a:gd name="connsiteX1015" fmla="*/ 6099016 w 6586410"/>
              <a:gd name="connsiteY1015" fmla="*/ 5450471 h 6596391"/>
              <a:gd name="connsiteX1016" fmla="*/ 6294146 w 6586410"/>
              <a:gd name="connsiteY1016" fmla="*/ 5379439 h 6596391"/>
              <a:gd name="connsiteX1017" fmla="*/ 6477578 w 6586410"/>
              <a:gd name="connsiteY1017" fmla="*/ 5446210 h 6596391"/>
              <a:gd name="connsiteX1018" fmla="*/ 6477565 w 6586410"/>
              <a:gd name="connsiteY1018" fmla="*/ 5302998 h 6596391"/>
              <a:gd name="connsiteX1019" fmla="*/ 6294139 w 6586410"/>
              <a:gd name="connsiteY1019" fmla="*/ 5369768 h 6596391"/>
              <a:gd name="connsiteX1020" fmla="*/ 6110720 w 6586410"/>
              <a:gd name="connsiteY1020" fmla="*/ 5303011 h 6596391"/>
              <a:gd name="connsiteX1021" fmla="*/ 6294146 w 6586410"/>
              <a:gd name="connsiteY1021" fmla="*/ 5236240 h 6596391"/>
              <a:gd name="connsiteX1022" fmla="*/ 6477565 w 6586410"/>
              <a:gd name="connsiteY1022" fmla="*/ 5302998 h 6596391"/>
              <a:gd name="connsiteX1023" fmla="*/ 6097454 w 6586410"/>
              <a:gd name="connsiteY1023" fmla="*/ 5021439 h 6596391"/>
              <a:gd name="connsiteX1024" fmla="*/ 6477585 w 6586410"/>
              <a:gd name="connsiteY1024" fmla="*/ 5159793 h 6596391"/>
              <a:gd name="connsiteX1025" fmla="*/ 6294158 w 6586410"/>
              <a:gd name="connsiteY1025" fmla="*/ 5226563 h 6596391"/>
              <a:gd name="connsiteX1026" fmla="*/ 6099010 w 6586410"/>
              <a:gd name="connsiteY1026" fmla="*/ 5155532 h 6596391"/>
              <a:gd name="connsiteX1027" fmla="*/ 6095899 w 6586410"/>
              <a:gd name="connsiteY1027" fmla="*/ 5155532 h 6596391"/>
              <a:gd name="connsiteX1028" fmla="*/ 5900756 w 6586410"/>
              <a:gd name="connsiteY1028" fmla="*/ 5226563 h 6596391"/>
              <a:gd name="connsiteX1029" fmla="*/ 5717324 w 6586410"/>
              <a:gd name="connsiteY1029" fmla="*/ 5159793 h 6596391"/>
              <a:gd name="connsiteX1030" fmla="*/ 6097454 w 6586410"/>
              <a:gd name="connsiteY1030" fmla="*/ 5021439 h 6596391"/>
              <a:gd name="connsiteX1031" fmla="*/ 5887459 w 6586410"/>
              <a:gd name="connsiteY1031" fmla="*/ 5231402 h 6596391"/>
              <a:gd name="connsiteX1032" fmla="*/ 5704047 w 6586410"/>
              <a:gd name="connsiteY1032" fmla="*/ 5298166 h 6596391"/>
              <a:gd name="connsiteX1033" fmla="*/ 5520607 w 6586410"/>
              <a:gd name="connsiteY1033" fmla="*/ 5231396 h 6596391"/>
              <a:gd name="connsiteX1034" fmla="*/ 5704027 w 6586410"/>
              <a:gd name="connsiteY1034" fmla="*/ 5164638 h 6596391"/>
              <a:gd name="connsiteX1035" fmla="*/ 5887459 w 6586410"/>
              <a:gd name="connsiteY1035" fmla="*/ 5231402 h 6596391"/>
              <a:gd name="connsiteX1036" fmla="*/ 6092907 w 6586410"/>
              <a:gd name="connsiteY1036" fmla="*/ 4870201 h 6596391"/>
              <a:gd name="connsiteX1037" fmla="*/ 5697753 w 6586410"/>
              <a:gd name="connsiteY1037" fmla="*/ 5014035 h 6596391"/>
              <a:gd name="connsiteX1038" fmla="*/ 5511864 w 6586410"/>
              <a:gd name="connsiteY1038" fmla="*/ 5081700 h 6596391"/>
              <a:gd name="connsiteX1039" fmla="*/ 5511864 w 6586410"/>
              <a:gd name="connsiteY1039" fmla="*/ 5081694 h 6596391"/>
              <a:gd name="connsiteX1040" fmla="*/ 5511864 w 6586410"/>
              <a:gd name="connsiteY1040" fmla="*/ 4661762 h 6596391"/>
              <a:gd name="connsiteX1041" fmla="*/ 6092907 w 6586410"/>
              <a:gd name="connsiteY1041" fmla="*/ 4450263 h 6596391"/>
              <a:gd name="connsiteX1042" fmla="*/ 6092907 w 6586410"/>
              <a:gd name="connsiteY1042" fmla="*/ 4870201 h 6596391"/>
              <a:gd name="connsiteX1043" fmla="*/ 6097467 w 6586410"/>
              <a:gd name="connsiteY1043" fmla="*/ 4878221 h 6596391"/>
              <a:gd name="connsiteX1044" fmla="*/ 6390977 w 6586410"/>
              <a:gd name="connsiteY1044" fmla="*/ 4985060 h 6596391"/>
              <a:gd name="connsiteX1045" fmla="*/ 6097467 w 6586410"/>
              <a:gd name="connsiteY1045" fmla="*/ 4878221 h 6596391"/>
              <a:gd name="connsiteX1046" fmla="*/ 6097467 w 6586410"/>
              <a:gd name="connsiteY1046" fmla="*/ 4878221 h 6596391"/>
              <a:gd name="connsiteX1047" fmla="*/ 6092907 w 6586410"/>
              <a:gd name="connsiteY1047" fmla="*/ 3578077 h 6596391"/>
              <a:gd name="connsiteX1048" fmla="*/ 5520595 w 6586410"/>
              <a:gd name="connsiteY1048" fmla="*/ 3369766 h 6596391"/>
              <a:gd name="connsiteX1049" fmla="*/ 6092907 w 6586410"/>
              <a:gd name="connsiteY1049" fmla="*/ 3161454 h 6596391"/>
              <a:gd name="connsiteX1050" fmla="*/ 6092907 w 6586410"/>
              <a:gd name="connsiteY1050" fmla="*/ 3578077 h 6596391"/>
              <a:gd name="connsiteX1051" fmla="*/ 5511864 w 6586410"/>
              <a:gd name="connsiteY1051" fmla="*/ 2946665 h 6596391"/>
              <a:gd name="connsiteX1052" fmla="*/ 6084158 w 6586410"/>
              <a:gd name="connsiteY1052" fmla="*/ 3154971 h 6596391"/>
              <a:gd name="connsiteX1053" fmla="*/ 5511864 w 6586410"/>
              <a:gd name="connsiteY1053" fmla="*/ 3363282 h 6596391"/>
              <a:gd name="connsiteX1054" fmla="*/ 5511864 w 6586410"/>
              <a:gd name="connsiteY1054" fmla="*/ 2946665 h 6596391"/>
              <a:gd name="connsiteX1055" fmla="*/ 5511864 w 6586410"/>
              <a:gd name="connsiteY1055" fmla="*/ 3792885 h 6596391"/>
              <a:gd name="connsiteX1056" fmla="*/ 5511864 w 6586410"/>
              <a:gd name="connsiteY1056" fmla="*/ 3376281 h 6596391"/>
              <a:gd name="connsiteX1057" fmla="*/ 6084158 w 6586410"/>
              <a:gd name="connsiteY1057" fmla="*/ 3584580 h 6596391"/>
              <a:gd name="connsiteX1058" fmla="*/ 5837174 w 6586410"/>
              <a:gd name="connsiteY1058" fmla="*/ 3674477 h 6596391"/>
              <a:gd name="connsiteX1059" fmla="*/ 5511864 w 6586410"/>
              <a:gd name="connsiteY1059" fmla="*/ 3792885 h 6596391"/>
              <a:gd name="connsiteX1060" fmla="*/ 5511864 w 6586410"/>
              <a:gd name="connsiteY1060" fmla="*/ 3792885 h 6596391"/>
              <a:gd name="connsiteX1061" fmla="*/ 4921726 w 6586410"/>
              <a:gd name="connsiteY1061" fmla="*/ 1013458 h 6596391"/>
              <a:gd name="connsiteX1062" fmla="*/ 5502771 w 6586410"/>
              <a:gd name="connsiteY1062" fmla="*/ 1224945 h 6596391"/>
              <a:gd name="connsiteX1063" fmla="*/ 5502777 w 6586410"/>
              <a:gd name="connsiteY1063" fmla="*/ 1224945 h 6596391"/>
              <a:gd name="connsiteX1064" fmla="*/ 5502777 w 6586410"/>
              <a:gd name="connsiteY1064" fmla="*/ 1648179 h 6596391"/>
              <a:gd name="connsiteX1065" fmla="*/ 5502771 w 6586410"/>
              <a:gd name="connsiteY1065" fmla="*/ 1648179 h 6596391"/>
              <a:gd name="connsiteX1066" fmla="*/ 4921726 w 6586410"/>
              <a:gd name="connsiteY1066" fmla="*/ 1859666 h 6596391"/>
              <a:gd name="connsiteX1067" fmla="*/ 4921726 w 6586410"/>
              <a:gd name="connsiteY1067" fmla="*/ 1013458 h 6596391"/>
              <a:gd name="connsiteX1068" fmla="*/ 4921726 w 6586410"/>
              <a:gd name="connsiteY1068" fmla="*/ 1869350 h 6596391"/>
              <a:gd name="connsiteX1069" fmla="*/ 5502771 w 6586410"/>
              <a:gd name="connsiteY1069" fmla="*/ 1657869 h 6596391"/>
              <a:gd name="connsiteX1070" fmla="*/ 5502777 w 6586410"/>
              <a:gd name="connsiteY1070" fmla="*/ 1657869 h 6596391"/>
              <a:gd name="connsiteX1071" fmla="*/ 5502777 w 6586410"/>
              <a:gd name="connsiteY1071" fmla="*/ 2077782 h 6596391"/>
              <a:gd name="connsiteX1072" fmla="*/ 5502771 w 6586410"/>
              <a:gd name="connsiteY1072" fmla="*/ 2077782 h 6596391"/>
              <a:gd name="connsiteX1073" fmla="*/ 4921726 w 6586410"/>
              <a:gd name="connsiteY1073" fmla="*/ 2289275 h 6596391"/>
              <a:gd name="connsiteX1074" fmla="*/ 4921726 w 6586410"/>
              <a:gd name="connsiteY1074" fmla="*/ 1869350 h 6596391"/>
              <a:gd name="connsiteX1075" fmla="*/ 4921720 w 6586410"/>
              <a:gd name="connsiteY1075" fmla="*/ 3578077 h 6596391"/>
              <a:gd name="connsiteX1076" fmla="*/ 4921720 w 6586410"/>
              <a:gd name="connsiteY1076" fmla="*/ 3161454 h 6596391"/>
              <a:gd name="connsiteX1077" fmla="*/ 5494046 w 6586410"/>
              <a:gd name="connsiteY1077" fmla="*/ 3369766 h 6596391"/>
              <a:gd name="connsiteX1078" fmla="*/ 4921720 w 6586410"/>
              <a:gd name="connsiteY1078" fmla="*/ 3578077 h 6596391"/>
              <a:gd name="connsiteX1079" fmla="*/ 5502771 w 6586410"/>
              <a:gd name="connsiteY1079" fmla="*/ 3363276 h 6596391"/>
              <a:gd name="connsiteX1080" fmla="*/ 4930477 w 6586410"/>
              <a:gd name="connsiteY1080" fmla="*/ 3154964 h 6596391"/>
              <a:gd name="connsiteX1081" fmla="*/ 5502771 w 6586410"/>
              <a:gd name="connsiteY1081" fmla="*/ 2946665 h 6596391"/>
              <a:gd name="connsiteX1082" fmla="*/ 5502771 w 6586410"/>
              <a:gd name="connsiteY1082" fmla="*/ 3363276 h 6596391"/>
              <a:gd name="connsiteX1083" fmla="*/ 6092907 w 6586410"/>
              <a:gd name="connsiteY1083" fmla="*/ 2722193 h 6596391"/>
              <a:gd name="connsiteX1084" fmla="*/ 5507317 w 6586410"/>
              <a:gd name="connsiteY1084" fmla="*/ 2935350 h 6596391"/>
              <a:gd name="connsiteX1085" fmla="*/ 4921714 w 6586410"/>
              <a:gd name="connsiteY1085" fmla="*/ 2722193 h 6596391"/>
              <a:gd name="connsiteX1086" fmla="*/ 4921714 w 6586410"/>
              <a:gd name="connsiteY1086" fmla="*/ 2298959 h 6596391"/>
              <a:gd name="connsiteX1087" fmla="*/ 5507317 w 6586410"/>
              <a:gd name="connsiteY1087" fmla="*/ 2085815 h 6596391"/>
              <a:gd name="connsiteX1088" fmla="*/ 6052884 w 6586410"/>
              <a:gd name="connsiteY1088" fmla="*/ 2284386 h 6596391"/>
              <a:gd name="connsiteX1089" fmla="*/ 6092907 w 6586410"/>
              <a:gd name="connsiteY1089" fmla="*/ 2298953 h 6596391"/>
              <a:gd name="connsiteX1090" fmla="*/ 6092907 w 6586410"/>
              <a:gd name="connsiteY1090" fmla="*/ 2722193 h 6596391"/>
              <a:gd name="connsiteX1091" fmla="*/ 6092907 w 6586410"/>
              <a:gd name="connsiteY1091" fmla="*/ 1869350 h 6596391"/>
              <a:gd name="connsiteX1092" fmla="*/ 6092907 w 6586410"/>
              <a:gd name="connsiteY1092" fmla="*/ 2289281 h 6596391"/>
              <a:gd name="connsiteX1093" fmla="*/ 6092907 w 6586410"/>
              <a:gd name="connsiteY1093" fmla="*/ 2289288 h 6596391"/>
              <a:gd name="connsiteX1094" fmla="*/ 5511864 w 6586410"/>
              <a:gd name="connsiteY1094" fmla="*/ 2077788 h 6596391"/>
              <a:gd name="connsiteX1095" fmla="*/ 5511864 w 6586410"/>
              <a:gd name="connsiteY1095" fmla="*/ 2077788 h 6596391"/>
              <a:gd name="connsiteX1096" fmla="*/ 5511864 w 6586410"/>
              <a:gd name="connsiteY1096" fmla="*/ 1657863 h 6596391"/>
              <a:gd name="connsiteX1097" fmla="*/ 5511864 w 6586410"/>
              <a:gd name="connsiteY1097" fmla="*/ 1657844 h 6596391"/>
              <a:gd name="connsiteX1098" fmla="*/ 6092907 w 6586410"/>
              <a:gd name="connsiteY1098" fmla="*/ 1869350 h 6596391"/>
              <a:gd name="connsiteX1099" fmla="*/ 6092907 w 6586410"/>
              <a:gd name="connsiteY1099" fmla="*/ 1869350 h 6596391"/>
              <a:gd name="connsiteX1100" fmla="*/ 6092907 w 6586410"/>
              <a:gd name="connsiteY1100" fmla="*/ 1859672 h 6596391"/>
              <a:gd name="connsiteX1101" fmla="*/ 5520633 w 6586410"/>
              <a:gd name="connsiteY1101" fmla="*/ 1651367 h 6596391"/>
              <a:gd name="connsiteX1102" fmla="*/ 6092907 w 6586410"/>
              <a:gd name="connsiteY1102" fmla="*/ 1443068 h 6596391"/>
              <a:gd name="connsiteX1103" fmla="*/ 6092907 w 6586410"/>
              <a:gd name="connsiteY1103" fmla="*/ 1859672 h 6596391"/>
              <a:gd name="connsiteX1104" fmla="*/ 6092907 w 6586410"/>
              <a:gd name="connsiteY1104" fmla="*/ 1433397 h 6596391"/>
              <a:gd name="connsiteX1105" fmla="*/ 5511864 w 6586410"/>
              <a:gd name="connsiteY1105" fmla="*/ 1644877 h 6596391"/>
              <a:gd name="connsiteX1106" fmla="*/ 5511864 w 6586410"/>
              <a:gd name="connsiteY1106" fmla="*/ 1228254 h 6596391"/>
              <a:gd name="connsiteX1107" fmla="*/ 6084170 w 6586410"/>
              <a:gd name="connsiteY1107" fmla="*/ 1436565 h 6596391"/>
              <a:gd name="connsiteX1108" fmla="*/ 6092907 w 6586410"/>
              <a:gd name="connsiteY1108" fmla="*/ 1433397 h 6596391"/>
              <a:gd name="connsiteX1109" fmla="*/ 6092907 w 6586410"/>
              <a:gd name="connsiteY1109" fmla="*/ 1433397 h 6596391"/>
              <a:gd name="connsiteX1110" fmla="*/ 6092907 w 6586410"/>
              <a:gd name="connsiteY1110" fmla="*/ 1430076 h 6596391"/>
              <a:gd name="connsiteX1111" fmla="*/ 5520614 w 6586410"/>
              <a:gd name="connsiteY1111" fmla="*/ 1221764 h 6596391"/>
              <a:gd name="connsiteX1112" fmla="*/ 6092907 w 6586410"/>
              <a:gd name="connsiteY1112" fmla="*/ 1013458 h 6596391"/>
              <a:gd name="connsiteX1113" fmla="*/ 6092907 w 6586410"/>
              <a:gd name="connsiteY1113" fmla="*/ 1430076 h 6596391"/>
              <a:gd name="connsiteX1114" fmla="*/ 6102007 w 6586410"/>
              <a:gd name="connsiteY1114" fmla="*/ 727042 h 6596391"/>
              <a:gd name="connsiteX1115" fmla="*/ 6280880 w 6586410"/>
              <a:gd name="connsiteY1115" fmla="*/ 792148 h 6596391"/>
              <a:gd name="connsiteX1116" fmla="*/ 6102007 w 6586410"/>
              <a:gd name="connsiteY1116" fmla="*/ 857248 h 6596391"/>
              <a:gd name="connsiteX1117" fmla="*/ 6102007 w 6586410"/>
              <a:gd name="connsiteY1117" fmla="*/ 727042 h 6596391"/>
              <a:gd name="connsiteX1118" fmla="*/ 6102007 w 6586410"/>
              <a:gd name="connsiteY1118" fmla="*/ 1000466 h 6596391"/>
              <a:gd name="connsiteX1119" fmla="*/ 6102007 w 6586410"/>
              <a:gd name="connsiteY1119" fmla="*/ 870241 h 6596391"/>
              <a:gd name="connsiteX1120" fmla="*/ 6280893 w 6586410"/>
              <a:gd name="connsiteY1120" fmla="*/ 935353 h 6596391"/>
              <a:gd name="connsiteX1121" fmla="*/ 6102007 w 6586410"/>
              <a:gd name="connsiteY1121" fmla="*/ 1000466 h 6596391"/>
              <a:gd name="connsiteX1122" fmla="*/ 6477591 w 6586410"/>
              <a:gd name="connsiteY1122" fmla="*/ 863757 h 6596391"/>
              <a:gd name="connsiteX1123" fmla="*/ 6294171 w 6586410"/>
              <a:gd name="connsiteY1123" fmla="*/ 930521 h 6596391"/>
              <a:gd name="connsiteX1124" fmla="*/ 6110745 w 6586410"/>
              <a:gd name="connsiteY1124" fmla="*/ 863757 h 6596391"/>
              <a:gd name="connsiteX1125" fmla="*/ 6294171 w 6586410"/>
              <a:gd name="connsiteY1125" fmla="*/ 797000 h 6596391"/>
              <a:gd name="connsiteX1126" fmla="*/ 6477591 w 6586410"/>
              <a:gd name="connsiteY1126" fmla="*/ 863757 h 6596391"/>
              <a:gd name="connsiteX1127" fmla="*/ 6294177 w 6586410"/>
              <a:gd name="connsiteY1127" fmla="*/ 653788 h 6596391"/>
              <a:gd name="connsiteX1128" fmla="*/ 6477603 w 6586410"/>
              <a:gd name="connsiteY1128" fmla="*/ 720552 h 6596391"/>
              <a:gd name="connsiteX1129" fmla="*/ 6294165 w 6586410"/>
              <a:gd name="connsiteY1129" fmla="*/ 787316 h 6596391"/>
              <a:gd name="connsiteX1130" fmla="*/ 6110745 w 6586410"/>
              <a:gd name="connsiteY1130" fmla="*/ 720552 h 6596391"/>
              <a:gd name="connsiteX1131" fmla="*/ 6294177 w 6586410"/>
              <a:gd name="connsiteY1131" fmla="*/ 653788 h 6596391"/>
              <a:gd name="connsiteX1132" fmla="*/ 6280887 w 6586410"/>
              <a:gd name="connsiteY1132" fmla="*/ 648949 h 6596391"/>
              <a:gd name="connsiteX1133" fmla="*/ 6102007 w 6586410"/>
              <a:gd name="connsiteY1133" fmla="*/ 714056 h 6596391"/>
              <a:gd name="connsiteX1134" fmla="*/ 6102007 w 6586410"/>
              <a:gd name="connsiteY1134" fmla="*/ 583836 h 6596391"/>
              <a:gd name="connsiteX1135" fmla="*/ 6280887 w 6586410"/>
              <a:gd name="connsiteY1135" fmla="*/ 648949 h 659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Lst>
            <a:rect l="l" t="t" r="r" b="b"/>
            <a:pathLst>
              <a:path w="6586410" h="6596391">
                <a:moveTo>
                  <a:pt x="6586411" y="394562"/>
                </a:moveTo>
                <a:lnTo>
                  <a:pt x="6095905" y="573086"/>
                </a:lnTo>
                <a:cubicBezTo>
                  <a:pt x="6094108" y="573734"/>
                  <a:pt x="6092907" y="575442"/>
                  <a:pt x="6092907" y="577353"/>
                </a:cubicBezTo>
                <a:lnTo>
                  <a:pt x="6092907" y="577353"/>
                </a:lnTo>
                <a:lnTo>
                  <a:pt x="6092907" y="1003781"/>
                </a:lnTo>
                <a:lnTo>
                  <a:pt x="6095899" y="1002695"/>
                </a:lnTo>
                <a:cubicBezTo>
                  <a:pt x="6096400" y="1002505"/>
                  <a:pt x="6096927" y="1002416"/>
                  <a:pt x="6097454" y="1002416"/>
                </a:cubicBezTo>
                <a:cubicBezTo>
                  <a:pt x="6096927" y="1002416"/>
                  <a:pt x="6096406" y="1002511"/>
                  <a:pt x="6095905" y="1002695"/>
                </a:cubicBezTo>
                <a:lnTo>
                  <a:pt x="5507311" y="1216931"/>
                </a:lnTo>
                <a:lnTo>
                  <a:pt x="5507298" y="1216931"/>
                </a:lnTo>
                <a:lnTo>
                  <a:pt x="4918729" y="1002695"/>
                </a:lnTo>
                <a:cubicBezTo>
                  <a:pt x="4917726" y="1002321"/>
                  <a:pt x="4916627" y="1002321"/>
                  <a:pt x="4915624" y="1002695"/>
                </a:cubicBezTo>
                <a:lnTo>
                  <a:pt x="4331583" y="1215274"/>
                </a:lnTo>
                <a:lnTo>
                  <a:pt x="4331583" y="792161"/>
                </a:lnTo>
                <a:cubicBezTo>
                  <a:pt x="4331583" y="790256"/>
                  <a:pt x="4330389" y="788541"/>
                  <a:pt x="4328586" y="787894"/>
                </a:cubicBezTo>
                <a:lnTo>
                  <a:pt x="3738448" y="573086"/>
                </a:lnTo>
                <a:cubicBezTo>
                  <a:pt x="3737445" y="572711"/>
                  <a:pt x="3736340" y="572711"/>
                  <a:pt x="3735336" y="573086"/>
                </a:cubicBezTo>
                <a:lnTo>
                  <a:pt x="3145200" y="787881"/>
                </a:lnTo>
                <a:cubicBezTo>
                  <a:pt x="3143396" y="788529"/>
                  <a:pt x="3142196" y="790243"/>
                  <a:pt x="3142196" y="792155"/>
                </a:cubicBezTo>
                <a:lnTo>
                  <a:pt x="3142196" y="1215268"/>
                </a:lnTo>
                <a:lnTo>
                  <a:pt x="3148298" y="1217490"/>
                </a:lnTo>
                <a:cubicBezTo>
                  <a:pt x="3150102" y="1218138"/>
                  <a:pt x="3151295" y="1219853"/>
                  <a:pt x="3151295" y="1221764"/>
                </a:cubicBezTo>
                <a:lnTo>
                  <a:pt x="3151295" y="1221764"/>
                </a:lnTo>
                <a:cubicBezTo>
                  <a:pt x="3151289" y="1219853"/>
                  <a:pt x="3150102" y="1218144"/>
                  <a:pt x="3148298" y="1217497"/>
                </a:cubicBezTo>
                <a:lnTo>
                  <a:pt x="2558231" y="1002721"/>
                </a:lnTo>
                <a:cubicBezTo>
                  <a:pt x="2558225" y="1002721"/>
                  <a:pt x="2558218" y="1002714"/>
                  <a:pt x="2558211" y="1002714"/>
                </a:cubicBezTo>
                <a:cubicBezTo>
                  <a:pt x="2558193" y="1002708"/>
                  <a:pt x="2558180" y="1002695"/>
                  <a:pt x="2558161" y="1002689"/>
                </a:cubicBezTo>
                <a:lnTo>
                  <a:pt x="1971008" y="788980"/>
                </a:lnTo>
                <a:lnTo>
                  <a:pt x="1971008" y="362583"/>
                </a:lnTo>
                <a:lnTo>
                  <a:pt x="1971008" y="362545"/>
                </a:lnTo>
                <a:cubicBezTo>
                  <a:pt x="1971008" y="360640"/>
                  <a:pt x="1969815" y="358926"/>
                  <a:pt x="1968017" y="358278"/>
                </a:cubicBezTo>
                <a:lnTo>
                  <a:pt x="1558233" y="209123"/>
                </a:lnTo>
                <a:lnTo>
                  <a:pt x="1377880" y="143477"/>
                </a:lnTo>
                <a:cubicBezTo>
                  <a:pt x="1377499" y="143337"/>
                  <a:pt x="1377099" y="143299"/>
                  <a:pt x="1376699" y="143267"/>
                </a:cubicBezTo>
                <a:cubicBezTo>
                  <a:pt x="1376305" y="143229"/>
                  <a:pt x="1375918" y="143267"/>
                  <a:pt x="1375518" y="143343"/>
                </a:cubicBezTo>
                <a:cubicBezTo>
                  <a:pt x="1375270" y="143388"/>
                  <a:pt x="1375010" y="143388"/>
                  <a:pt x="1374769" y="143477"/>
                </a:cubicBezTo>
                <a:lnTo>
                  <a:pt x="982891" y="286104"/>
                </a:lnTo>
                <a:lnTo>
                  <a:pt x="799471" y="219340"/>
                </a:lnTo>
                <a:lnTo>
                  <a:pt x="1376318" y="9384"/>
                </a:lnTo>
                <a:lnTo>
                  <a:pt x="1953165" y="219340"/>
                </a:lnTo>
                <a:lnTo>
                  <a:pt x="1769739" y="286104"/>
                </a:lnTo>
                <a:lnTo>
                  <a:pt x="1783035" y="290943"/>
                </a:lnTo>
                <a:lnTo>
                  <a:pt x="1968011" y="223614"/>
                </a:lnTo>
                <a:cubicBezTo>
                  <a:pt x="1969815" y="222966"/>
                  <a:pt x="1971015" y="221251"/>
                  <a:pt x="1971015" y="219340"/>
                </a:cubicBezTo>
                <a:cubicBezTo>
                  <a:pt x="1971015" y="217429"/>
                  <a:pt x="1969821" y="215721"/>
                  <a:pt x="1968011" y="215067"/>
                </a:cubicBezTo>
                <a:lnTo>
                  <a:pt x="1377874" y="271"/>
                </a:lnTo>
                <a:cubicBezTo>
                  <a:pt x="1376870" y="-90"/>
                  <a:pt x="1375766" y="-90"/>
                  <a:pt x="1374762" y="271"/>
                </a:cubicBezTo>
                <a:lnTo>
                  <a:pt x="784625" y="215067"/>
                </a:lnTo>
                <a:cubicBezTo>
                  <a:pt x="782822" y="215721"/>
                  <a:pt x="781628" y="217429"/>
                  <a:pt x="781628" y="219340"/>
                </a:cubicBezTo>
                <a:cubicBezTo>
                  <a:pt x="781628" y="221251"/>
                  <a:pt x="782822" y="222966"/>
                  <a:pt x="784625" y="223614"/>
                </a:cubicBezTo>
                <a:lnTo>
                  <a:pt x="969601" y="290943"/>
                </a:lnTo>
                <a:lnTo>
                  <a:pt x="784625" y="358265"/>
                </a:lnTo>
                <a:cubicBezTo>
                  <a:pt x="784218" y="358411"/>
                  <a:pt x="783850" y="358627"/>
                  <a:pt x="783514" y="358875"/>
                </a:cubicBezTo>
                <a:cubicBezTo>
                  <a:pt x="782523" y="359593"/>
                  <a:pt x="781895" y="360691"/>
                  <a:pt x="781723" y="361917"/>
                </a:cubicBezTo>
                <a:cubicBezTo>
                  <a:pt x="781698" y="362126"/>
                  <a:pt x="781628" y="362317"/>
                  <a:pt x="781628" y="362533"/>
                </a:cubicBezTo>
                <a:lnTo>
                  <a:pt x="781628" y="792136"/>
                </a:lnTo>
                <a:cubicBezTo>
                  <a:pt x="781628" y="792707"/>
                  <a:pt x="781761" y="793240"/>
                  <a:pt x="781964" y="793755"/>
                </a:cubicBezTo>
                <a:cubicBezTo>
                  <a:pt x="782428" y="794955"/>
                  <a:pt x="783368" y="795946"/>
                  <a:pt x="784625" y="796403"/>
                </a:cubicBezTo>
                <a:lnTo>
                  <a:pt x="1374749" y="1011211"/>
                </a:lnTo>
                <a:cubicBezTo>
                  <a:pt x="1374756" y="1011211"/>
                  <a:pt x="1374756" y="1011211"/>
                  <a:pt x="1374762" y="1011217"/>
                </a:cubicBezTo>
                <a:cubicBezTo>
                  <a:pt x="1374769" y="1011217"/>
                  <a:pt x="1374769" y="1011217"/>
                  <a:pt x="1374769" y="1011217"/>
                </a:cubicBezTo>
                <a:lnTo>
                  <a:pt x="1964887" y="1226012"/>
                </a:lnTo>
                <a:cubicBezTo>
                  <a:pt x="1964893" y="1226012"/>
                  <a:pt x="1964900" y="1226018"/>
                  <a:pt x="1964906" y="1226018"/>
                </a:cubicBezTo>
                <a:lnTo>
                  <a:pt x="2543321" y="1436553"/>
                </a:lnTo>
                <a:lnTo>
                  <a:pt x="1964906" y="1647080"/>
                </a:lnTo>
                <a:cubicBezTo>
                  <a:pt x="1964830" y="1647106"/>
                  <a:pt x="1964772" y="1647163"/>
                  <a:pt x="1964703" y="1647195"/>
                </a:cubicBezTo>
                <a:cubicBezTo>
                  <a:pt x="1964550" y="1647258"/>
                  <a:pt x="1964410" y="1647354"/>
                  <a:pt x="1964271" y="1647436"/>
                </a:cubicBezTo>
                <a:cubicBezTo>
                  <a:pt x="1963947" y="1647614"/>
                  <a:pt x="1963642" y="1647830"/>
                  <a:pt x="1963369" y="1648090"/>
                </a:cubicBezTo>
                <a:cubicBezTo>
                  <a:pt x="1963236" y="1648217"/>
                  <a:pt x="1963115" y="1648338"/>
                  <a:pt x="1963001" y="1648477"/>
                </a:cubicBezTo>
                <a:cubicBezTo>
                  <a:pt x="1962728" y="1648801"/>
                  <a:pt x="1962512" y="1649163"/>
                  <a:pt x="1962341" y="1649563"/>
                </a:cubicBezTo>
                <a:cubicBezTo>
                  <a:pt x="1962296" y="1649652"/>
                  <a:pt x="1962220" y="1649709"/>
                  <a:pt x="1962194" y="1649805"/>
                </a:cubicBezTo>
                <a:cubicBezTo>
                  <a:pt x="1962188" y="1649830"/>
                  <a:pt x="1962188" y="1649855"/>
                  <a:pt x="1962182" y="1649887"/>
                </a:cubicBezTo>
                <a:cubicBezTo>
                  <a:pt x="1962017" y="1650370"/>
                  <a:pt x="1961966" y="1650859"/>
                  <a:pt x="1961966" y="1651341"/>
                </a:cubicBezTo>
                <a:lnTo>
                  <a:pt x="1961921" y="1651341"/>
                </a:lnTo>
                <a:lnTo>
                  <a:pt x="1961921" y="2507385"/>
                </a:lnTo>
                <a:lnTo>
                  <a:pt x="1374775" y="2721075"/>
                </a:lnTo>
                <a:cubicBezTo>
                  <a:pt x="1372978" y="2721723"/>
                  <a:pt x="1371778" y="2723437"/>
                  <a:pt x="1371778" y="2725349"/>
                </a:cubicBezTo>
                <a:cubicBezTo>
                  <a:pt x="1371778" y="2727260"/>
                  <a:pt x="1372971" y="2728975"/>
                  <a:pt x="1374775" y="2729622"/>
                </a:cubicBezTo>
                <a:lnTo>
                  <a:pt x="1953210" y="2940163"/>
                </a:lnTo>
                <a:lnTo>
                  <a:pt x="1376337" y="3150113"/>
                </a:lnTo>
                <a:lnTo>
                  <a:pt x="1377880" y="3150672"/>
                </a:lnTo>
                <a:cubicBezTo>
                  <a:pt x="1377905" y="3150678"/>
                  <a:pt x="1377924" y="3150697"/>
                  <a:pt x="1377950" y="3150710"/>
                </a:cubicBezTo>
                <a:cubicBezTo>
                  <a:pt x="1378229" y="3150818"/>
                  <a:pt x="1378458" y="3150983"/>
                  <a:pt x="1378706" y="3151135"/>
                </a:cubicBezTo>
                <a:cubicBezTo>
                  <a:pt x="1378439" y="3150970"/>
                  <a:pt x="1378185" y="3150792"/>
                  <a:pt x="1377880" y="3150684"/>
                </a:cubicBezTo>
                <a:lnTo>
                  <a:pt x="787736" y="2935877"/>
                </a:lnTo>
                <a:cubicBezTo>
                  <a:pt x="787235" y="2935686"/>
                  <a:pt x="786708" y="2935597"/>
                  <a:pt x="786187" y="2935597"/>
                </a:cubicBezTo>
                <a:cubicBezTo>
                  <a:pt x="785660" y="2935597"/>
                  <a:pt x="785133" y="2935693"/>
                  <a:pt x="784631" y="2935877"/>
                </a:cubicBezTo>
                <a:lnTo>
                  <a:pt x="194494" y="3150672"/>
                </a:lnTo>
                <a:cubicBezTo>
                  <a:pt x="192691" y="3151319"/>
                  <a:pt x="191497" y="3153034"/>
                  <a:pt x="191497" y="3154945"/>
                </a:cubicBezTo>
                <a:lnTo>
                  <a:pt x="191497" y="3584548"/>
                </a:lnTo>
                <a:cubicBezTo>
                  <a:pt x="191497" y="3585024"/>
                  <a:pt x="191573" y="3585488"/>
                  <a:pt x="191713" y="3585932"/>
                </a:cubicBezTo>
                <a:cubicBezTo>
                  <a:pt x="192132" y="3587247"/>
                  <a:pt x="193141" y="3588326"/>
                  <a:pt x="194494" y="3588815"/>
                </a:cubicBezTo>
                <a:lnTo>
                  <a:pt x="784631" y="3803629"/>
                </a:lnTo>
                <a:cubicBezTo>
                  <a:pt x="785133" y="3803820"/>
                  <a:pt x="785654" y="3803909"/>
                  <a:pt x="786181" y="3803909"/>
                </a:cubicBezTo>
                <a:cubicBezTo>
                  <a:pt x="785654" y="3803909"/>
                  <a:pt x="785127" y="3803820"/>
                  <a:pt x="784625" y="3803629"/>
                </a:cubicBezTo>
                <a:lnTo>
                  <a:pt x="772865" y="3799350"/>
                </a:lnTo>
                <a:lnTo>
                  <a:pt x="593128" y="3864767"/>
                </a:lnTo>
                <a:cubicBezTo>
                  <a:pt x="593503" y="3864634"/>
                  <a:pt x="593896" y="3864602"/>
                  <a:pt x="594290" y="3864564"/>
                </a:cubicBezTo>
                <a:cubicBezTo>
                  <a:pt x="593896" y="3864602"/>
                  <a:pt x="593509" y="3864634"/>
                  <a:pt x="593134" y="3864774"/>
                </a:cubicBezTo>
                <a:lnTo>
                  <a:pt x="2997" y="4079562"/>
                </a:lnTo>
                <a:cubicBezTo>
                  <a:pt x="1194" y="4080216"/>
                  <a:pt x="6" y="4081925"/>
                  <a:pt x="0" y="4083842"/>
                </a:cubicBezTo>
                <a:lnTo>
                  <a:pt x="0" y="4513439"/>
                </a:lnTo>
                <a:cubicBezTo>
                  <a:pt x="0" y="4513439"/>
                  <a:pt x="0" y="4513439"/>
                  <a:pt x="0" y="4513445"/>
                </a:cubicBezTo>
                <a:cubicBezTo>
                  <a:pt x="0" y="4515344"/>
                  <a:pt x="1194" y="4517052"/>
                  <a:pt x="2997" y="4517706"/>
                </a:cubicBezTo>
                <a:lnTo>
                  <a:pt x="593134" y="4732520"/>
                </a:lnTo>
                <a:cubicBezTo>
                  <a:pt x="593636" y="4732711"/>
                  <a:pt x="594157" y="4732800"/>
                  <a:pt x="594684" y="4732800"/>
                </a:cubicBezTo>
                <a:cubicBezTo>
                  <a:pt x="595211" y="4732800"/>
                  <a:pt x="595738" y="4732711"/>
                  <a:pt x="596240" y="4732520"/>
                </a:cubicBezTo>
                <a:lnTo>
                  <a:pt x="1186383" y="4517719"/>
                </a:lnTo>
                <a:lnTo>
                  <a:pt x="1966455" y="4233798"/>
                </a:lnTo>
                <a:lnTo>
                  <a:pt x="1966461" y="4233791"/>
                </a:lnTo>
                <a:lnTo>
                  <a:pt x="2555050" y="4448034"/>
                </a:lnTo>
                <a:cubicBezTo>
                  <a:pt x="2555545" y="4448218"/>
                  <a:pt x="2556066" y="4448307"/>
                  <a:pt x="2556593" y="4448307"/>
                </a:cubicBezTo>
                <a:cubicBezTo>
                  <a:pt x="2557126" y="4448307"/>
                  <a:pt x="2557646" y="4448218"/>
                  <a:pt x="2558149" y="4448034"/>
                </a:cubicBezTo>
                <a:lnTo>
                  <a:pt x="3023978" y="4278483"/>
                </a:lnTo>
                <a:lnTo>
                  <a:pt x="3148292" y="4233232"/>
                </a:lnTo>
                <a:cubicBezTo>
                  <a:pt x="3148737" y="4233074"/>
                  <a:pt x="3149155" y="4232839"/>
                  <a:pt x="3149511" y="4232559"/>
                </a:cubicBezTo>
                <a:cubicBezTo>
                  <a:pt x="3150603" y="4231715"/>
                  <a:pt x="3151277" y="4230394"/>
                  <a:pt x="3151277" y="4228965"/>
                </a:cubicBezTo>
                <a:lnTo>
                  <a:pt x="3151277" y="3799375"/>
                </a:lnTo>
                <a:cubicBezTo>
                  <a:pt x="3151277" y="3799368"/>
                  <a:pt x="3151277" y="3799368"/>
                  <a:pt x="3151277" y="3799368"/>
                </a:cubicBezTo>
                <a:lnTo>
                  <a:pt x="3151277" y="3376249"/>
                </a:lnTo>
                <a:lnTo>
                  <a:pt x="3735318" y="3588834"/>
                </a:lnTo>
                <a:cubicBezTo>
                  <a:pt x="3735819" y="3589019"/>
                  <a:pt x="3736346" y="3589114"/>
                  <a:pt x="3736874" y="3589114"/>
                </a:cubicBezTo>
                <a:cubicBezTo>
                  <a:pt x="3737401" y="3589114"/>
                  <a:pt x="3737928" y="3589019"/>
                  <a:pt x="3738429" y="3588834"/>
                </a:cubicBezTo>
                <a:lnTo>
                  <a:pt x="4328566" y="3374033"/>
                </a:lnTo>
                <a:cubicBezTo>
                  <a:pt x="4330364" y="3373379"/>
                  <a:pt x="4331564" y="3371671"/>
                  <a:pt x="4331564" y="3369759"/>
                </a:cubicBezTo>
                <a:cubicBezTo>
                  <a:pt x="4331564" y="3367842"/>
                  <a:pt x="4330370" y="3366140"/>
                  <a:pt x="4328566" y="3365486"/>
                </a:cubicBezTo>
                <a:lnTo>
                  <a:pt x="4143584" y="3298150"/>
                </a:lnTo>
                <a:lnTo>
                  <a:pt x="4328566" y="3230815"/>
                </a:lnTo>
                <a:cubicBezTo>
                  <a:pt x="4330364" y="3230167"/>
                  <a:pt x="4331564" y="3228453"/>
                  <a:pt x="4331564" y="3226548"/>
                </a:cubicBezTo>
                <a:cubicBezTo>
                  <a:pt x="4331564" y="3224637"/>
                  <a:pt x="4330370" y="3222922"/>
                  <a:pt x="4328566" y="3222274"/>
                </a:cubicBezTo>
                <a:lnTo>
                  <a:pt x="4143591" y="3154952"/>
                </a:lnTo>
                <a:lnTo>
                  <a:pt x="4328566" y="3087623"/>
                </a:lnTo>
                <a:cubicBezTo>
                  <a:pt x="4330364" y="3086975"/>
                  <a:pt x="4331564" y="3085260"/>
                  <a:pt x="4331564" y="3083349"/>
                </a:cubicBezTo>
                <a:cubicBezTo>
                  <a:pt x="4331564" y="3081438"/>
                  <a:pt x="4330370" y="3079723"/>
                  <a:pt x="4328566" y="3079075"/>
                </a:cubicBezTo>
                <a:lnTo>
                  <a:pt x="4143584" y="3011746"/>
                </a:lnTo>
                <a:lnTo>
                  <a:pt x="4328566" y="2944411"/>
                </a:lnTo>
                <a:cubicBezTo>
                  <a:pt x="4330364" y="2943763"/>
                  <a:pt x="4331564" y="2942049"/>
                  <a:pt x="4331564" y="2940137"/>
                </a:cubicBezTo>
                <a:lnTo>
                  <a:pt x="4331564" y="2940137"/>
                </a:lnTo>
                <a:lnTo>
                  <a:pt x="4331564" y="2513741"/>
                </a:lnTo>
                <a:lnTo>
                  <a:pt x="4912608" y="2302254"/>
                </a:lnTo>
                <a:lnTo>
                  <a:pt x="4912608" y="2725342"/>
                </a:lnTo>
                <a:cubicBezTo>
                  <a:pt x="4912608" y="2727254"/>
                  <a:pt x="4913808" y="2728968"/>
                  <a:pt x="4915605" y="2729616"/>
                </a:cubicBezTo>
                <a:lnTo>
                  <a:pt x="5493988" y="2940156"/>
                </a:lnTo>
                <a:lnTo>
                  <a:pt x="4915605" y="3150672"/>
                </a:lnTo>
                <a:cubicBezTo>
                  <a:pt x="4913814" y="3151319"/>
                  <a:pt x="4912608" y="3153034"/>
                  <a:pt x="4912608" y="3154945"/>
                </a:cubicBezTo>
                <a:lnTo>
                  <a:pt x="4912608" y="3581373"/>
                </a:lnTo>
                <a:lnTo>
                  <a:pt x="4915605" y="3580281"/>
                </a:lnTo>
                <a:cubicBezTo>
                  <a:pt x="4916602" y="3579913"/>
                  <a:pt x="4917713" y="3579913"/>
                  <a:pt x="4918710" y="3580281"/>
                </a:cubicBezTo>
                <a:lnTo>
                  <a:pt x="4937030" y="3586949"/>
                </a:lnTo>
                <a:lnTo>
                  <a:pt x="4930457" y="3584554"/>
                </a:lnTo>
                <a:lnTo>
                  <a:pt x="5502751" y="3376256"/>
                </a:lnTo>
                <a:lnTo>
                  <a:pt x="5502751" y="3792847"/>
                </a:lnTo>
                <a:lnTo>
                  <a:pt x="5508854" y="3795070"/>
                </a:lnTo>
                <a:cubicBezTo>
                  <a:pt x="5510657" y="3795724"/>
                  <a:pt x="5511851" y="3797432"/>
                  <a:pt x="5511851" y="3799343"/>
                </a:cubicBezTo>
                <a:lnTo>
                  <a:pt x="5511851" y="3799356"/>
                </a:lnTo>
                <a:cubicBezTo>
                  <a:pt x="5511844" y="3797445"/>
                  <a:pt x="5510657" y="3795737"/>
                  <a:pt x="5508860" y="3795089"/>
                </a:cubicBezTo>
                <a:lnTo>
                  <a:pt x="4918710" y="3580287"/>
                </a:lnTo>
                <a:cubicBezTo>
                  <a:pt x="4917707" y="3579913"/>
                  <a:pt x="4916608" y="3579913"/>
                  <a:pt x="4915605" y="3580287"/>
                </a:cubicBezTo>
                <a:lnTo>
                  <a:pt x="4325461" y="3795070"/>
                </a:lnTo>
                <a:cubicBezTo>
                  <a:pt x="4325011" y="3795228"/>
                  <a:pt x="4324598" y="3795463"/>
                  <a:pt x="4324236" y="3795737"/>
                </a:cubicBezTo>
                <a:cubicBezTo>
                  <a:pt x="4323143" y="3796587"/>
                  <a:pt x="4322477" y="3797908"/>
                  <a:pt x="4322477" y="3799337"/>
                </a:cubicBezTo>
                <a:lnTo>
                  <a:pt x="4322477" y="3799375"/>
                </a:lnTo>
                <a:lnTo>
                  <a:pt x="4322477" y="4228914"/>
                </a:lnTo>
                <a:lnTo>
                  <a:pt x="4322477" y="4228946"/>
                </a:lnTo>
                <a:cubicBezTo>
                  <a:pt x="4322477" y="4230851"/>
                  <a:pt x="4323670" y="4232559"/>
                  <a:pt x="4325468" y="4233213"/>
                </a:cubicBezTo>
                <a:lnTo>
                  <a:pt x="4915611" y="4448027"/>
                </a:lnTo>
                <a:cubicBezTo>
                  <a:pt x="4916113" y="4448212"/>
                  <a:pt x="4916633" y="4448307"/>
                  <a:pt x="4917161" y="4448307"/>
                </a:cubicBezTo>
                <a:cubicBezTo>
                  <a:pt x="4917161" y="4448307"/>
                  <a:pt x="4917161" y="4448307"/>
                  <a:pt x="4917167" y="4448307"/>
                </a:cubicBezTo>
                <a:cubicBezTo>
                  <a:pt x="4917694" y="4448307"/>
                  <a:pt x="4918215" y="4448212"/>
                  <a:pt x="4918716" y="4448027"/>
                </a:cubicBezTo>
                <a:lnTo>
                  <a:pt x="5508866" y="4233226"/>
                </a:lnTo>
                <a:cubicBezTo>
                  <a:pt x="5509311" y="4233067"/>
                  <a:pt x="5509730" y="4232832"/>
                  <a:pt x="5510086" y="4232553"/>
                </a:cubicBezTo>
                <a:cubicBezTo>
                  <a:pt x="5511178" y="4231709"/>
                  <a:pt x="5511851" y="4230388"/>
                  <a:pt x="5511851" y="4228959"/>
                </a:cubicBezTo>
                <a:lnTo>
                  <a:pt x="5511851" y="3802550"/>
                </a:lnTo>
                <a:lnTo>
                  <a:pt x="6092895" y="3591051"/>
                </a:lnTo>
                <a:lnTo>
                  <a:pt x="6092895" y="4440573"/>
                </a:lnTo>
                <a:lnTo>
                  <a:pt x="5505749" y="4654295"/>
                </a:lnTo>
                <a:cubicBezTo>
                  <a:pt x="5503952" y="4654949"/>
                  <a:pt x="5502751" y="4656657"/>
                  <a:pt x="5502751" y="4658562"/>
                </a:cubicBezTo>
                <a:lnTo>
                  <a:pt x="5502751" y="5088178"/>
                </a:lnTo>
                <a:cubicBezTo>
                  <a:pt x="5502751" y="5088203"/>
                  <a:pt x="5502771" y="5088222"/>
                  <a:pt x="5502771" y="5088247"/>
                </a:cubicBezTo>
                <a:cubicBezTo>
                  <a:pt x="5502777" y="5088882"/>
                  <a:pt x="5502948" y="5089479"/>
                  <a:pt x="5503209" y="5090038"/>
                </a:cubicBezTo>
                <a:cubicBezTo>
                  <a:pt x="5503272" y="5090171"/>
                  <a:pt x="5503329" y="5090298"/>
                  <a:pt x="5503399" y="5090432"/>
                </a:cubicBezTo>
                <a:cubicBezTo>
                  <a:pt x="5503716" y="5090984"/>
                  <a:pt x="5504129" y="5091486"/>
                  <a:pt x="5504663" y="5091860"/>
                </a:cubicBezTo>
                <a:cubicBezTo>
                  <a:pt x="5504675" y="5091873"/>
                  <a:pt x="5504682" y="5091892"/>
                  <a:pt x="5504694" y="5091899"/>
                </a:cubicBezTo>
                <a:cubicBezTo>
                  <a:pt x="5504808" y="5091981"/>
                  <a:pt x="5504942" y="5092013"/>
                  <a:pt x="5505063" y="5092077"/>
                </a:cubicBezTo>
                <a:cubicBezTo>
                  <a:pt x="5505285" y="5092210"/>
                  <a:pt x="5505488" y="5092362"/>
                  <a:pt x="5505742" y="5092458"/>
                </a:cubicBezTo>
                <a:lnTo>
                  <a:pt x="5690718" y="5159786"/>
                </a:lnTo>
                <a:lnTo>
                  <a:pt x="5505742" y="5227116"/>
                </a:lnTo>
                <a:cubicBezTo>
                  <a:pt x="5503945" y="5227763"/>
                  <a:pt x="5502751" y="5229478"/>
                  <a:pt x="5502751" y="5231389"/>
                </a:cubicBezTo>
                <a:cubicBezTo>
                  <a:pt x="5502751" y="5233294"/>
                  <a:pt x="5503945" y="5235009"/>
                  <a:pt x="5505742" y="5235656"/>
                </a:cubicBezTo>
                <a:lnTo>
                  <a:pt x="5690737" y="5302992"/>
                </a:lnTo>
                <a:lnTo>
                  <a:pt x="5505742" y="5370327"/>
                </a:lnTo>
                <a:cubicBezTo>
                  <a:pt x="5503945" y="5370987"/>
                  <a:pt x="5502751" y="5372689"/>
                  <a:pt x="5502751" y="5374600"/>
                </a:cubicBezTo>
                <a:cubicBezTo>
                  <a:pt x="5502751" y="5376518"/>
                  <a:pt x="5503945" y="5378227"/>
                  <a:pt x="5505742" y="5378880"/>
                </a:cubicBezTo>
                <a:lnTo>
                  <a:pt x="5690724" y="5446210"/>
                </a:lnTo>
                <a:lnTo>
                  <a:pt x="5505742" y="5513545"/>
                </a:lnTo>
                <a:cubicBezTo>
                  <a:pt x="5503945" y="5514199"/>
                  <a:pt x="5502751" y="5515907"/>
                  <a:pt x="5502751" y="5517818"/>
                </a:cubicBezTo>
                <a:cubicBezTo>
                  <a:pt x="5502751" y="5519730"/>
                  <a:pt x="5503945" y="5521444"/>
                  <a:pt x="5505742" y="5522092"/>
                </a:cubicBezTo>
                <a:lnTo>
                  <a:pt x="5887435" y="5661024"/>
                </a:lnTo>
                <a:lnTo>
                  <a:pt x="5505742" y="5799949"/>
                </a:lnTo>
                <a:cubicBezTo>
                  <a:pt x="5503945" y="5800609"/>
                  <a:pt x="5502751" y="5802311"/>
                  <a:pt x="5502751" y="5804223"/>
                </a:cubicBezTo>
                <a:cubicBezTo>
                  <a:pt x="5502751" y="5806140"/>
                  <a:pt x="5503945" y="5807848"/>
                  <a:pt x="5505742" y="5808496"/>
                </a:cubicBezTo>
                <a:lnTo>
                  <a:pt x="5887435" y="5947428"/>
                </a:lnTo>
                <a:lnTo>
                  <a:pt x="5505742" y="6086359"/>
                </a:lnTo>
                <a:cubicBezTo>
                  <a:pt x="5503945" y="6087007"/>
                  <a:pt x="5502751" y="6088722"/>
                  <a:pt x="5502751" y="6090633"/>
                </a:cubicBezTo>
                <a:cubicBezTo>
                  <a:pt x="5502751" y="6092544"/>
                  <a:pt x="5503945" y="6094259"/>
                  <a:pt x="5505742" y="6094906"/>
                </a:cubicBezTo>
                <a:lnTo>
                  <a:pt x="5887428" y="6233838"/>
                </a:lnTo>
                <a:lnTo>
                  <a:pt x="5505742" y="6372763"/>
                </a:lnTo>
                <a:cubicBezTo>
                  <a:pt x="5503945" y="6373424"/>
                  <a:pt x="5502751" y="6375126"/>
                  <a:pt x="5502751" y="6377037"/>
                </a:cubicBezTo>
                <a:cubicBezTo>
                  <a:pt x="5502751" y="6378955"/>
                  <a:pt x="5503945" y="6380663"/>
                  <a:pt x="5505742" y="6381311"/>
                </a:cubicBezTo>
                <a:lnTo>
                  <a:pt x="6095879" y="6596112"/>
                </a:lnTo>
                <a:cubicBezTo>
                  <a:pt x="6096381" y="6596302"/>
                  <a:pt x="6096908" y="6596391"/>
                  <a:pt x="6097435" y="6596391"/>
                </a:cubicBezTo>
                <a:cubicBezTo>
                  <a:pt x="6097962" y="6596391"/>
                  <a:pt x="6098489" y="6596302"/>
                  <a:pt x="6098991" y="6596112"/>
                </a:cubicBezTo>
                <a:lnTo>
                  <a:pt x="6586391" y="6418706"/>
                </a:lnTo>
                <a:lnTo>
                  <a:pt x="6586391" y="6409035"/>
                </a:lnTo>
                <a:lnTo>
                  <a:pt x="6097435" y="6587012"/>
                </a:lnTo>
                <a:lnTo>
                  <a:pt x="5520589" y="6377043"/>
                </a:lnTo>
                <a:lnTo>
                  <a:pt x="5900725" y="6238683"/>
                </a:lnTo>
                <a:lnTo>
                  <a:pt x="6095873" y="6309720"/>
                </a:lnTo>
                <a:cubicBezTo>
                  <a:pt x="6096375" y="6309911"/>
                  <a:pt x="6096902" y="6310000"/>
                  <a:pt x="6097429" y="6310000"/>
                </a:cubicBezTo>
                <a:cubicBezTo>
                  <a:pt x="6097956" y="6310000"/>
                  <a:pt x="6098483" y="6309911"/>
                  <a:pt x="6098985" y="6309720"/>
                </a:cubicBezTo>
                <a:lnTo>
                  <a:pt x="6294133" y="6238683"/>
                </a:lnTo>
                <a:lnTo>
                  <a:pt x="6586379" y="6345052"/>
                </a:lnTo>
                <a:lnTo>
                  <a:pt x="6586379" y="6335381"/>
                </a:lnTo>
                <a:lnTo>
                  <a:pt x="6307423" y="6233851"/>
                </a:lnTo>
                <a:lnTo>
                  <a:pt x="6586379" y="6132321"/>
                </a:lnTo>
                <a:lnTo>
                  <a:pt x="6586379" y="6122643"/>
                </a:lnTo>
                <a:lnTo>
                  <a:pt x="6294139" y="6229018"/>
                </a:lnTo>
                <a:lnTo>
                  <a:pt x="6098985" y="6157981"/>
                </a:lnTo>
                <a:cubicBezTo>
                  <a:pt x="6097982" y="6157613"/>
                  <a:pt x="6096876" y="6157613"/>
                  <a:pt x="6095873" y="6157981"/>
                </a:cubicBezTo>
                <a:lnTo>
                  <a:pt x="5900718" y="6229018"/>
                </a:lnTo>
                <a:lnTo>
                  <a:pt x="5520589" y="6090652"/>
                </a:lnTo>
                <a:lnTo>
                  <a:pt x="5900732" y="5952292"/>
                </a:lnTo>
                <a:lnTo>
                  <a:pt x="6095873" y="6023323"/>
                </a:lnTo>
                <a:cubicBezTo>
                  <a:pt x="6096375" y="6023513"/>
                  <a:pt x="6096902" y="6023602"/>
                  <a:pt x="6097429" y="6023602"/>
                </a:cubicBezTo>
                <a:cubicBezTo>
                  <a:pt x="6097956" y="6023602"/>
                  <a:pt x="6098483" y="6023513"/>
                  <a:pt x="6098985" y="6023323"/>
                </a:cubicBezTo>
                <a:lnTo>
                  <a:pt x="6294133" y="5952292"/>
                </a:lnTo>
                <a:lnTo>
                  <a:pt x="6586411" y="6058629"/>
                </a:lnTo>
                <a:lnTo>
                  <a:pt x="6586411" y="6048958"/>
                </a:lnTo>
                <a:lnTo>
                  <a:pt x="6307449" y="5947421"/>
                </a:lnTo>
                <a:lnTo>
                  <a:pt x="6586411" y="5845885"/>
                </a:lnTo>
                <a:lnTo>
                  <a:pt x="6586411" y="5836207"/>
                </a:lnTo>
                <a:lnTo>
                  <a:pt x="6294165" y="5942583"/>
                </a:lnTo>
                <a:lnTo>
                  <a:pt x="6099016" y="5871551"/>
                </a:lnTo>
                <a:cubicBezTo>
                  <a:pt x="6098013" y="5871177"/>
                  <a:pt x="6096908" y="5871177"/>
                  <a:pt x="6095905" y="5871551"/>
                </a:cubicBezTo>
                <a:lnTo>
                  <a:pt x="5900756" y="5942589"/>
                </a:lnTo>
                <a:lnTo>
                  <a:pt x="5520621" y="5804216"/>
                </a:lnTo>
                <a:lnTo>
                  <a:pt x="5900763" y="5665856"/>
                </a:lnTo>
                <a:lnTo>
                  <a:pt x="6095905" y="5736887"/>
                </a:lnTo>
                <a:cubicBezTo>
                  <a:pt x="6096406" y="5737071"/>
                  <a:pt x="6096934" y="5737160"/>
                  <a:pt x="6097461" y="5737160"/>
                </a:cubicBezTo>
                <a:cubicBezTo>
                  <a:pt x="6097988" y="5737160"/>
                  <a:pt x="6098515" y="5737071"/>
                  <a:pt x="6099016" y="5736887"/>
                </a:cubicBezTo>
                <a:lnTo>
                  <a:pt x="6294158" y="5665856"/>
                </a:lnTo>
                <a:lnTo>
                  <a:pt x="6586411" y="5772231"/>
                </a:lnTo>
                <a:lnTo>
                  <a:pt x="6586411" y="5762554"/>
                </a:lnTo>
                <a:lnTo>
                  <a:pt x="6307455" y="5661024"/>
                </a:lnTo>
                <a:lnTo>
                  <a:pt x="6586411" y="5559487"/>
                </a:lnTo>
                <a:lnTo>
                  <a:pt x="6586411" y="5549816"/>
                </a:lnTo>
                <a:lnTo>
                  <a:pt x="6294158" y="5656185"/>
                </a:lnTo>
                <a:lnTo>
                  <a:pt x="6110732" y="5589421"/>
                </a:lnTo>
                <a:lnTo>
                  <a:pt x="6490875" y="5451061"/>
                </a:lnTo>
                <a:lnTo>
                  <a:pt x="6586411" y="5485834"/>
                </a:lnTo>
                <a:lnTo>
                  <a:pt x="6586411" y="5476162"/>
                </a:lnTo>
                <a:lnTo>
                  <a:pt x="6504171" y="5446222"/>
                </a:lnTo>
                <a:lnTo>
                  <a:pt x="6586411" y="5416288"/>
                </a:lnTo>
                <a:lnTo>
                  <a:pt x="6586411" y="5406611"/>
                </a:lnTo>
                <a:lnTo>
                  <a:pt x="6490868" y="5441390"/>
                </a:lnTo>
                <a:lnTo>
                  <a:pt x="6307430" y="5374620"/>
                </a:lnTo>
                <a:lnTo>
                  <a:pt x="6490862" y="5307849"/>
                </a:lnTo>
                <a:lnTo>
                  <a:pt x="6586411" y="5342628"/>
                </a:lnTo>
                <a:lnTo>
                  <a:pt x="6586411" y="5332957"/>
                </a:lnTo>
                <a:lnTo>
                  <a:pt x="6504159" y="5303017"/>
                </a:lnTo>
                <a:lnTo>
                  <a:pt x="6586411" y="5273077"/>
                </a:lnTo>
                <a:lnTo>
                  <a:pt x="6586411" y="5263406"/>
                </a:lnTo>
                <a:lnTo>
                  <a:pt x="6490868" y="5298185"/>
                </a:lnTo>
                <a:lnTo>
                  <a:pt x="6307449" y="5231421"/>
                </a:lnTo>
                <a:lnTo>
                  <a:pt x="6490882" y="5164657"/>
                </a:lnTo>
                <a:lnTo>
                  <a:pt x="6586411" y="5199423"/>
                </a:lnTo>
                <a:lnTo>
                  <a:pt x="6586411" y="5189752"/>
                </a:lnTo>
                <a:lnTo>
                  <a:pt x="6504178" y="5159818"/>
                </a:lnTo>
                <a:lnTo>
                  <a:pt x="6586411" y="5129884"/>
                </a:lnTo>
                <a:lnTo>
                  <a:pt x="6586411" y="5120213"/>
                </a:lnTo>
                <a:lnTo>
                  <a:pt x="6490882" y="5154986"/>
                </a:lnTo>
                <a:lnTo>
                  <a:pt x="6099010" y="5012359"/>
                </a:lnTo>
                <a:cubicBezTo>
                  <a:pt x="6098007" y="5011990"/>
                  <a:pt x="6096902" y="5011990"/>
                  <a:pt x="6095899" y="5012359"/>
                </a:cubicBezTo>
                <a:lnTo>
                  <a:pt x="5704027" y="5154986"/>
                </a:lnTo>
                <a:lnTo>
                  <a:pt x="5520607" y="5088222"/>
                </a:lnTo>
                <a:lnTo>
                  <a:pt x="6097454" y="4878266"/>
                </a:lnTo>
                <a:lnTo>
                  <a:pt x="6586411" y="5056205"/>
                </a:lnTo>
                <a:lnTo>
                  <a:pt x="6586411" y="5046541"/>
                </a:lnTo>
                <a:lnTo>
                  <a:pt x="6586411" y="5046534"/>
                </a:lnTo>
                <a:lnTo>
                  <a:pt x="6453499" y="4998154"/>
                </a:lnTo>
                <a:lnTo>
                  <a:pt x="6110745" y="4873395"/>
                </a:lnTo>
                <a:lnTo>
                  <a:pt x="6586411" y="4700262"/>
                </a:lnTo>
                <a:lnTo>
                  <a:pt x="6586411" y="4690585"/>
                </a:lnTo>
                <a:lnTo>
                  <a:pt x="6102001" y="4866899"/>
                </a:lnTo>
                <a:lnTo>
                  <a:pt x="6102001" y="4450275"/>
                </a:lnTo>
                <a:lnTo>
                  <a:pt x="6586411" y="4626589"/>
                </a:lnTo>
                <a:lnTo>
                  <a:pt x="6586411" y="4616925"/>
                </a:lnTo>
                <a:lnTo>
                  <a:pt x="6110770" y="4443786"/>
                </a:lnTo>
                <a:lnTo>
                  <a:pt x="6102001" y="4446980"/>
                </a:lnTo>
                <a:lnTo>
                  <a:pt x="6102001" y="4446974"/>
                </a:lnTo>
                <a:lnTo>
                  <a:pt x="6586411" y="4270653"/>
                </a:lnTo>
                <a:lnTo>
                  <a:pt x="6586411" y="4260976"/>
                </a:lnTo>
                <a:lnTo>
                  <a:pt x="6568948" y="4267332"/>
                </a:lnTo>
                <a:lnTo>
                  <a:pt x="6187186" y="4406296"/>
                </a:lnTo>
                <a:lnTo>
                  <a:pt x="6102001" y="4437303"/>
                </a:lnTo>
                <a:lnTo>
                  <a:pt x="6102001" y="4437296"/>
                </a:lnTo>
                <a:lnTo>
                  <a:pt x="6102001" y="4437290"/>
                </a:lnTo>
                <a:lnTo>
                  <a:pt x="6102001" y="3591070"/>
                </a:lnTo>
                <a:lnTo>
                  <a:pt x="6586411" y="3767396"/>
                </a:lnTo>
                <a:lnTo>
                  <a:pt x="6586411" y="3757719"/>
                </a:lnTo>
                <a:lnTo>
                  <a:pt x="6586411" y="3757713"/>
                </a:lnTo>
                <a:lnTo>
                  <a:pt x="6110751" y="3584573"/>
                </a:lnTo>
                <a:lnTo>
                  <a:pt x="6586411" y="3411447"/>
                </a:lnTo>
                <a:lnTo>
                  <a:pt x="6586411" y="3401770"/>
                </a:lnTo>
                <a:lnTo>
                  <a:pt x="6102007" y="3578084"/>
                </a:lnTo>
                <a:lnTo>
                  <a:pt x="6102007" y="3161460"/>
                </a:lnTo>
                <a:lnTo>
                  <a:pt x="6586411" y="3337775"/>
                </a:lnTo>
                <a:lnTo>
                  <a:pt x="6586411" y="3328103"/>
                </a:lnTo>
                <a:lnTo>
                  <a:pt x="6110770" y="3154971"/>
                </a:lnTo>
                <a:lnTo>
                  <a:pt x="6586411" y="2981851"/>
                </a:lnTo>
                <a:lnTo>
                  <a:pt x="6586411" y="2972173"/>
                </a:lnTo>
                <a:lnTo>
                  <a:pt x="6097473" y="3150126"/>
                </a:lnTo>
                <a:lnTo>
                  <a:pt x="6099010" y="3150684"/>
                </a:lnTo>
                <a:cubicBezTo>
                  <a:pt x="6100807" y="3151338"/>
                  <a:pt x="6102001" y="3153047"/>
                  <a:pt x="6102001" y="3154958"/>
                </a:cubicBezTo>
                <a:lnTo>
                  <a:pt x="6102001" y="3154958"/>
                </a:lnTo>
                <a:cubicBezTo>
                  <a:pt x="6102001" y="3153053"/>
                  <a:pt x="6100807" y="3151345"/>
                  <a:pt x="6099010" y="3150697"/>
                </a:cubicBezTo>
                <a:lnTo>
                  <a:pt x="5508873" y="2935889"/>
                </a:lnTo>
                <a:lnTo>
                  <a:pt x="5520633" y="2940169"/>
                </a:lnTo>
                <a:lnTo>
                  <a:pt x="6099010" y="2729648"/>
                </a:lnTo>
                <a:cubicBezTo>
                  <a:pt x="6100807" y="2729000"/>
                  <a:pt x="6102001" y="2727285"/>
                  <a:pt x="6102001" y="2725374"/>
                </a:cubicBezTo>
                <a:lnTo>
                  <a:pt x="6102001" y="2298959"/>
                </a:lnTo>
                <a:lnTo>
                  <a:pt x="6586411" y="2122638"/>
                </a:lnTo>
                <a:lnTo>
                  <a:pt x="6586411" y="2112967"/>
                </a:lnTo>
                <a:lnTo>
                  <a:pt x="6102001" y="2289288"/>
                </a:lnTo>
                <a:lnTo>
                  <a:pt x="6102001" y="1869356"/>
                </a:lnTo>
                <a:lnTo>
                  <a:pt x="6586411" y="1693029"/>
                </a:lnTo>
                <a:lnTo>
                  <a:pt x="6586411" y="1683352"/>
                </a:lnTo>
                <a:lnTo>
                  <a:pt x="6102001" y="1859672"/>
                </a:lnTo>
                <a:lnTo>
                  <a:pt x="6102001" y="1443074"/>
                </a:lnTo>
                <a:lnTo>
                  <a:pt x="6586411" y="1619382"/>
                </a:lnTo>
                <a:lnTo>
                  <a:pt x="6586411" y="1609711"/>
                </a:lnTo>
                <a:lnTo>
                  <a:pt x="6102001" y="1433390"/>
                </a:lnTo>
                <a:lnTo>
                  <a:pt x="6102001" y="1433390"/>
                </a:lnTo>
                <a:lnTo>
                  <a:pt x="6110738" y="1436565"/>
                </a:lnTo>
                <a:lnTo>
                  <a:pt x="6586411" y="1263433"/>
                </a:lnTo>
                <a:lnTo>
                  <a:pt x="6586411" y="1253755"/>
                </a:lnTo>
                <a:lnTo>
                  <a:pt x="6102001" y="1430076"/>
                </a:lnTo>
                <a:lnTo>
                  <a:pt x="6102001" y="1013465"/>
                </a:lnTo>
                <a:lnTo>
                  <a:pt x="6586411" y="1189773"/>
                </a:lnTo>
                <a:lnTo>
                  <a:pt x="6586411" y="1180108"/>
                </a:lnTo>
                <a:lnTo>
                  <a:pt x="6099010" y="1002695"/>
                </a:lnTo>
                <a:lnTo>
                  <a:pt x="6309919" y="1079460"/>
                </a:lnTo>
                <a:lnTo>
                  <a:pt x="6477420" y="1140427"/>
                </a:lnTo>
                <a:lnTo>
                  <a:pt x="6110751" y="1006962"/>
                </a:lnTo>
                <a:lnTo>
                  <a:pt x="6294184" y="940198"/>
                </a:lnTo>
                <a:lnTo>
                  <a:pt x="6586411" y="1046561"/>
                </a:lnTo>
                <a:lnTo>
                  <a:pt x="6586411" y="1036884"/>
                </a:lnTo>
                <a:lnTo>
                  <a:pt x="6307468" y="935353"/>
                </a:lnTo>
                <a:lnTo>
                  <a:pt x="6490888" y="868596"/>
                </a:lnTo>
                <a:lnTo>
                  <a:pt x="6586411" y="903362"/>
                </a:lnTo>
                <a:lnTo>
                  <a:pt x="6586411" y="893691"/>
                </a:lnTo>
                <a:lnTo>
                  <a:pt x="6504185" y="863764"/>
                </a:lnTo>
                <a:lnTo>
                  <a:pt x="6586411" y="833836"/>
                </a:lnTo>
                <a:lnTo>
                  <a:pt x="6586411" y="824159"/>
                </a:lnTo>
                <a:lnTo>
                  <a:pt x="6490888" y="858931"/>
                </a:lnTo>
                <a:lnTo>
                  <a:pt x="6307462" y="792167"/>
                </a:lnTo>
                <a:lnTo>
                  <a:pt x="6490900" y="725403"/>
                </a:lnTo>
                <a:lnTo>
                  <a:pt x="6586411" y="760170"/>
                </a:lnTo>
                <a:lnTo>
                  <a:pt x="6586411" y="750499"/>
                </a:lnTo>
                <a:lnTo>
                  <a:pt x="6504191" y="720571"/>
                </a:lnTo>
                <a:lnTo>
                  <a:pt x="6586411" y="690631"/>
                </a:lnTo>
                <a:lnTo>
                  <a:pt x="6586411" y="680953"/>
                </a:lnTo>
                <a:lnTo>
                  <a:pt x="6490894" y="715720"/>
                </a:lnTo>
                <a:lnTo>
                  <a:pt x="6307468" y="648956"/>
                </a:lnTo>
                <a:lnTo>
                  <a:pt x="6586411" y="547426"/>
                </a:lnTo>
                <a:lnTo>
                  <a:pt x="6586411" y="537748"/>
                </a:lnTo>
                <a:lnTo>
                  <a:pt x="6294177" y="644117"/>
                </a:lnTo>
                <a:lnTo>
                  <a:pt x="6110770" y="577353"/>
                </a:lnTo>
                <a:lnTo>
                  <a:pt x="6586411" y="404233"/>
                </a:lnTo>
                <a:lnTo>
                  <a:pt x="6586411" y="394562"/>
                </a:lnTo>
                <a:close/>
                <a:moveTo>
                  <a:pt x="790746" y="369029"/>
                </a:moveTo>
                <a:lnTo>
                  <a:pt x="1363053" y="577353"/>
                </a:lnTo>
                <a:lnTo>
                  <a:pt x="790746" y="785659"/>
                </a:lnTo>
                <a:lnTo>
                  <a:pt x="790746" y="369029"/>
                </a:lnTo>
                <a:close/>
                <a:moveTo>
                  <a:pt x="1371791" y="1000466"/>
                </a:moveTo>
                <a:lnTo>
                  <a:pt x="799503" y="792148"/>
                </a:lnTo>
                <a:lnTo>
                  <a:pt x="1371791" y="583849"/>
                </a:lnTo>
                <a:lnTo>
                  <a:pt x="1371791" y="1000466"/>
                </a:lnTo>
                <a:close/>
                <a:moveTo>
                  <a:pt x="1371791" y="570851"/>
                </a:moveTo>
                <a:lnTo>
                  <a:pt x="799490" y="362545"/>
                </a:lnTo>
                <a:lnTo>
                  <a:pt x="982917" y="295788"/>
                </a:lnTo>
                <a:lnTo>
                  <a:pt x="1371791" y="437336"/>
                </a:lnTo>
                <a:lnTo>
                  <a:pt x="1371791" y="570851"/>
                </a:lnTo>
                <a:close/>
                <a:moveTo>
                  <a:pt x="1371791" y="427658"/>
                </a:moveTo>
                <a:lnTo>
                  <a:pt x="996207" y="290949"/>
                </a:lnTo>
                <a:lnTo>
                  <a:pt x="1016273" y="283647"/>
                </a:lnTo>
                <a:lnTo>
                  <a:pt x="1371791" y="154246"/>
                </a:lnTo>
                <a:lnTo>
                  <a:pt x="1371791" y="427658"/>
                </a:lnTo>
                <a:close/>
                <a:moveTo>
                  <a:pt x="200603" y="3161460"/>
                </a:moveTo>
                <a:lnTo>
                  <a:pt x="772916" y="3369772"/>
                </a:lnTo>
                <a:lnTo>
                  <a:pt x="200603" y="3578084"/>
                </a:lnTo>
                <a:lnTo>
                  <a:pt x="200603" y="3161460"/>
                </a:lnTo>
                <a:close/>
                <a:moveTo>
                  <a:pt x="781647" y="3792885"/>
                </a:moveTo>
                <a:lnTo>
                  <a:pt x="781647" y="3792885"/>
                </a:lnTo>
                <a:lnTo>
                  <a:pt x="418655" y="3660761"/>
                </a:lnTo>
                <a:lnTo>
                  <a:pt x="209353" y="3584573"/>
                </a:lnTo>
                <a:lnTo>
                  <a:pt x="781653" y="3376275"/>
                </a:lnTo>
                <a:lnTo>
                  <a:pt x="781647" y="3792885"/>
                </a:lnTo>
                <a:close/>
                <a:moveTo>
                  <a:pt x="781653" y="2946665"/>
                </a:moveTo>
                <a:lnTo>
                  <a:pt x="781653" y="3363276"/>
                </a:lnTo>
                <a:lnTo>
                  <a:pt x="209353" y="3154964"/>
                </a:lnTo>
                <a:lnTo>
                  <a:pt x="520027" y="3041884"/>
                </a:lnTo>
                <a:lnTo>
                  <a:pt x="781653" y="2946665"/>
                </a:lnTo>
                <a:lnTo>
                  <a:pt x="781653" y="2946665"/>
                </a:lnTo>
                <a:close/>
                <a:moveTo>
                  <a:pt x="9112" y="4090351"/>
                </a:moveTo>
                <a:lnTo>
                  <a:pt x="581425" y="4298663"/>
                </a:lnTo>
                <a:lnTo>
                  <a:pt x="9112" y="4506975"/>
                </a:lnTo>
                <a:lnTo>
                  <a:pt x="9112" y="4090351"/>
                </a:lnTo>
                <a:close/>
                <a:moveTo>
                  <a:pt x="590156" y="4721782"/>
                </a:moveTo>
                <a:lnTo>
                  <a:pt x="17862" y="4513464"/>
                </a:lnTo>
                <a:lnTo>
                  <a:pt x="590156" y="4305165"/>
                </a:lnTo>
                <a:lnTo>
                  <a:pt x="590156" y="4721782"/>
                </a:lnTo>
                <a:close/>
                <a:moveTo>
                  <a:pt x="590156" y="4292167"/>
                </a:moveTo>
                <a:lnTo>
                  <a:pt x="17869" y="4083855"/>
                </a:lnTo>
                <a:lnTo>
                  <a:pt x="590156" y="3875550"/>
                </a:lnTo>
                <a:lnTo>
                  <a:pt x="590156" y="4292167"/>
                </a:lnTo>
                <a:close/>
                <a:moveTo>
                  <a:pt x="1380877" y="3154964"/>
                </a:moveTo>
                <a:lnTo>
                  <a:pt x="1380877" y="3154964"/>
                </a:lnTo>
                <a:cubicBezTo>
                  <a:pt x="1380877" y="3154494"/>
                  <a:pt x="1380801" y="3154031"/>
                  <a:pt x="1380662" y="3153593"/>
                </a:cubicBezTo>
                <a:cubicBezTo>
                  <a:pt x="1380807" y="3154031"/>
                  <a:pt x="1380877" y="3154488"/>
                  <a:pt x="1380877" y="3154964"/>
                </a:cubicBezTo>
                <a:close/>
                <a:moveTo>
                  <a:pt x="1953178" y="3369772"/>
                </a:moveTo>
                <a:lnTo>
                  <a:pt x="1953178" y="3369772"/>
                </a:lnTo>
                <a:lnTo>
                  <a:pt x="1555776" y="3514419"/>
                </a:lnTo>
                <a:lnTo>
                  <a:pt x="1380877" y="3578077"/>
                </a:lnTo>
                <a:lnTo>
                  <a:pt x="1380877" y="3578071"/>
                </a:lnTo>
                <a:lnTo>
                  <a:pt x="1380877" y="3161467"/>
                </a:lnTo>
                <a:lnTo>
                  <a:pt x="1380877" y="3161467"/>
                </a:lnTo>
                <a:lnTo>
                  <a:pt x="1953178" y="3369772"/>
                </a:lnTo>
                <a:close/>
                <a:moveTo>
                  <a:pt x="1380877" y="3584573"/>
                </a:moveTo>
                <a:lnTo>
                  <a:pt x="1380877" y="3584535"/>
                </a:lnTo>
                <a:cubicBezTo>
                  <a:pt x="1380877" y="3584548"/>
                  <a:pt x="1380884" y="3584561"/>
                  <a:pt x="1380877" y="3584573"/>
                </a:cubicBezTo>
                <a:cubicBezTo>
                  <a:pt x="1380884" y="3585787"/>
                  <a:pt x="1380363" y="3586891"/>
                  <a:pt x="1379544" y="3587723"/>
                </a:cubicBezTo>
                <a:cubicBezTo>
                  <a:pt x="1380357" y="3586891"/>
                  <a:pt x="1380877" y="3585787"/>
                  <a:pt x="1380877" y="3584573"/>
                </a:cubicBezTo>
                <a:close/>
                <a:moveTo>
                  <a:pt x="790746" y="2946665"/>
                </a:moveTo>
                <a:lnTo>
                  <a:pt x="1363040" y="3154971"/>
                </a:lnTo>
                <a:lnTo>
                  <a:pt x="790746" y="3363282"/>
                </a:lnTo>
                <a:lnTo>
                  <a:pt x="790746" y="2946665"/>
                </a:lnTo>
                <a:close/>
                <a:moveTo>
                  <a:pt x="1371791" y="3161460"/>
                </a:moveTo>
                <a:lnTo>
                  <a:pt x="1371791" y="3578084"/>
                </a:lnTo>
                <a:lnTo>
                  <a:pt x="799478" y="3369772"/>
                </a:lnTo>
                <a:lnTo>
                  <a:pt x="1371791" y="3161460"/>
                </a:lnTo>
                <a:close/>
                <a:moveTo>
                  <a:pt x="790740" y="3792885"/>
                </a:moveTo>
                <a:lnTo>
                  <a:pt x="790740" y="3792873"/>
                </a:lnTo>
                <a:lnTo>
                  <a:pt x="790746" y="3376281"/>
                </a:lnTo>
                <a:lnTo>
                  <a:pt x="1363034" y="3584580"/>
                </a:lnTo>
                <a:lnTo>
                  <a:pt x="1363040" y="3584580"/>
                </a:lnTo>
                <a:lnTo>
                  <a:pt x="1201128" y="3643514"/>
                </a:lnTo>
                <a:lnTo>
                  <a:pt x="790740" y="3792885"/>
                </a:lnTo>
                <a:lnTo>
                  <a:pt x="790740" y="3792885"/>
                </a:lnTo>
                <a:close/>
                <a:moveTo>
                  <a:pt x="599250" y="4721782"/>
                </a:moveTo>
                <a:lnTo>
                  <a:pt x="599250" y="4305171"/>
                </a:lnTo>
                <a:lnTo>
                  <a:pt x="1171549" y="4513471"/>
                </a:lnTo>
                <a:lnTo>
                  <a:pt x="599250" y="4721782"/>
                </a:lnTo>
                <a:close/>
                <a:moveTo>
                  <a:pt x="1180300" y="4506975"/>
                </a:moveTo>
                <a:lnTo>
                  <a:pt x="607981" y="4298663"/>
                </a:lnTo>
                <a:lnTo>
                  <a:pt x="1180300" y="4090351"/>
                </a:lnTo>
                <a:lnTo>
                  <a:pt x="1180300" y="4506975"/>
                </a:lnTo>
                <a:close/>
                <a:moveTo>
                  <a:pt x="599250" y="4292167"/>
                </a:moveTo>
                <a:lnTo>
                  <a:pt x="599250" y="3875556"/>
                </a:lnTo>
                <a:lnTo>
                  <a:pt x="1171537" y="4083861"/>
                </a:lnTo>
                <a:lnTo>
                  <a:pt x="599250" y="4292167"/>
                </a:lnTo>
                <a:close/>
                <a:moveTo>
                  <a:pt x="1961928" y="4225784"/>
                </a:moveTo>
                <a:lnTo>
                  <a:pt x="1189393" y="4506981"/>
                </a:lnTo>
                <a:lnTo>
                  <a:pt x="1189393" y="4087049"/>
                </a:lnTo>
                <a:lnTo>
                  <a:pt x="1961928" y="3805865"/>
                </a:lnTo>
                <a:lnTo>
                  <a:pt x="1961928" y="4225784"/>
                </a:lnTo>
                <a:close/>
                <a:moveTo>
                  <a:pt x="1961928" y="3376275"/>
                </a:moveTo>
                <a:lnTo>
                  <a:pt x="1961928" y="3796200"/>
                </a:lnTo>
                <a:lnTo>
                  <a:pt x="1184853" y="4079023"/>
                </a:lnTo>
                <a:lnTo>
                  <a:pt x="1186390" y="4079582"/>
                </a:lnTo>
                <a:cubicBezTo>
                  <a:pt x="1188193" y="4080235"/>
                  <a:pt x="1189393" y="4081943"/>
                  <a:pt x="1189393" y="4083855"/>
                </a:cubicBezTo>
                <a:lnTo>
                  <a:pt x="1189393" y="4083861"/>
                </a:lnTo>
                <a:cubicBezTo>
                  <a:pt x="1189393" y="4081950"/>
                  <a:pt x="1188199" y="4080248"/>
                  <a:pt x="1186396" y="4079594"/>
                </a:cubicBezTo>
                <a:lnTo>
                  <a:pt x="596252" y="3864793"/>
                </a:lnTo>
                <a:cubicBezTo>
                  <a:pt x="595935" y="3864672"/>
                  <a:pt x="595598" y="3864659"/>
                  <a:pt x="595274" y="3864615"/>
                </a:cubicBezTo>
                <a:cubicBezTo>
                  <a:pt x="595604" y="3864659"/>
                  <a:pt x="595935" y="3864672"/>
                  <a:pt x="596252" y="3864786"/>
                </a:cubicBezTo>
                <a:lnTo>
                  <a:pt x="608000" y="3869066"/>
                </a:lnTo>
                <a:lnTo>
                  <a:pt x="787705" y="3803655"/>
                </a:lnTo>
                <a:cubicBezTo>
                  <a:pt x="787717" y="3803648"/>
                  <a:pt x="787736" y="3803655"/>
                  <a:pt x="787749" y="3803648"/>
                </a:cubicBezTo>
                <a:lnTo>
                  <a:pt x="1325258" y="3607999"/>
                </a:lnTo>
                <a:lnTo>
                  <a:pt x="1377887" y="3588841"/>
                </a:lnTo>
                <a:lnTo>
                  <a:pt x="1961928" y="3376256"/>
                </a:lnTo>
                <a:lnTo>
                  <a:pt x="1961928" y="3376275"/>
                </a:lnTo>
                <a:close/>
                <a:moveTo>
                  <a:pt x="1961928" y="3363276"/>
                </a:moveTo>
                <a:lnTo>
                  <a:pt x="1397495" y="3157834"/>
                </a:lnTo>
                <a:lnTo>
                  <a:pt x="1389628" y="3154971"/>
                </a:lnTo>
                <a:lnTo>
                  <a:pt x="1961928" y="2946672"/>
                </a:lnTo>
                <a:lnTo>
                  <a:pt x="1961928" y="3363276"/>
                </a:lnTo>
                <a:close/>
                <a:moveTo>
                  <a:pt x="1961928" y="2933673"/>
                </a:moveTo>
                <a:lnTo>
                  <a:pt x="1389628" y="2725361"/>
                </a:lnTo>
                <a:lnTo>
                  <a:pt x="1961928" y="2517062"/>
                </a:lnTo>
                <a:lnTo>
                  <a:pt x="1961928" y="2933673"/>
                </a:lnTo>
                <a:close/>
                <a:moveTo>
                  <a:pt x="1961928" y="365727"/>
                </a:moveTo>
                <a:lnTo>
                  <a:pt x="1763236" y="293407"/>
                </a:lnTo>
                <a:lnTo>
                  <a:pt x="1759718" y="292124"/>
                </a:lnTo>
                <a:lnTo>
                  <a:pt x="1961928" y="365727"/>
                </a:lnTo>
                <a:close/>
                <a:moveTo>
                  <a:pt x="1380884" y="154246"/>
                </a:moveTo>
                <a:lnTo>
                  <a:pt x="1680775" y="263390"/>
                </a:lnTo>
                <a:lnTo>
                  <a:pt x="1380884" y="154246"/>
                </a:lnTo>
                <a:lnTo>
                  <a:pt x="1756461" y="290943"/>
                </a:lnTo>
                <a:lnTo>
                  <a:pt x="1380884" y="427652"/>
                </a:lnTo>
                <a:lnTo>
                  <a:pt x="1380884" y="154246"/>
                </a:lnTo>
                <a:close/>
                <a:moveTo>
                  <a:pt x="1380884" y="437323"/>
                </a:moveTo>
                <a:lnTo>
                  <a:pt x="1769751" y="295781"/>
                </a:lnTo>
                <a:lnTo>
                  <a:pt x="1953178" y="362539"/>
                </a:lnTo>
                <a:lnTo>
                  <a:pt x="1380884" y="570844"/>
                </a:lnTo>
                <a:lnTo>
                  <a:pt x="1380884" y="437323"/>
                </a:lnTo>
                <a:close/>
                <a:moveTo>
                  <a:pt x="1961928" y="369029"/>
                </a:moveTo>
                <a:lnTo>
                  <a:pt x="1961928" y="785659"/>
                </a:lnTo>
                <a:lnTo>
                  <a:pt x="1389615" y="577353"/>
                </a:lnTo>
                <a:lnTo>
                  <a:pt x="1961928" y="369029"/>
                </a:lnTo>
                <a:close/>
                <a:moveTo>
                  <a:pt x="1380884" y="583849"/>
                </a:moveTo>
                <a:lnTo>
                  <a:pt x="1953171" y="792148"/>
                </a:lnTo>
                <a:lnTo>
                  <a:pt x="1380884" y="1000466"/>
                </a:lnTo>
                <a:lnTo>
                  <a:pt x="1380884" y="583849"/>
                </a:lnTo>
                <a:close/>
                <a:moveTo>
                  <a:pt x="1966468" y="1216919"/>
                </a:moveTo>
                <a:lnTo>
                  <a:pt x="1389628" y="1006956"/>
                </a:lnTo>
                <a:lnTo>
                  <a:pt x="1966475" y="797000"/>
                </a:lnTo>
                <a:lnTo>
                  <a:pt x="2543321" y="1006956"/>
                </a:lnTo>
                <a:lnTo>
                  <a:pt x="2176653" y="1140420"/>
                </a:lnTo>
                <a:lnTo>
                  <a:pt x="2053927" y="1185093"/>
                </a:lnTo>
                <a:lnTo>
                  <a:pt x="1966468" y="1216919"/>
                </a:lnTo>
                <a:lnTo>
                  <a:pt x="1966468" y="1216919"/>
                </a:lnTo>
                <a:close/>
                <a:moveTo>
                  <a:pt x="1971021" y="2946659"/>
                </a:moveTo>
                <a:lnTo>
                  <a:pt x="2543334" y="3154977"/>
                </a:lnTo>
                <a:lnTo>
                  <a:pt x="1971021" y="3363289"/>
                </a:lnTo>
                <a:lnTo>
                  <a:pt x="1971021" y="2946659"/>
                </a:lnTo>
                <a:close/>
                <a:moveTo>
                  <a:pt x="1971021" y="3376275"/>
                </a:moveTo>
                <a:lnTo>
                  <a:pt x="1971021" y="3376275"/>
                </a:lnTo>
                <a:lnTo>
                  <a:pt x="2194827" y="3457732"/>
                </a:lnTo>
                <a:lnTo>
                  <a:pt x="2543315" y="3584580"/>
                </a:lnTo>
                <a:lnTo>
                  <a:pt x="2543334" y="3584586"/>
                </a:lnTo>
                <a:lnTo>
                  <a:pt x="1971021" y="3792892"/>
                </a:lnTo>
                <a:lnTo>
                  <a:pt x="1971021" y="3376275"/>
                </a:lnTo>
                <a:close/>
                <a:moveTo>
                  <a:pt x="1971021" y="3805871"/>
                </a:moveTo>
                <a:lnTo>
                  <a:pt x="2543340" y="4014189"/>
                </a:lnTo>
                <a:lnTo>
                  <a:pt x="1971021" y="4222488"/>
                </a:lnTo>
                <a:lnTo>
                  <a:pt x="1971021" y="3805871"/>
                </a:lnTo>
                <a:close/>
                <a:moveTo>
                  <a:pt x="2552071" y="4437290"/>
                </a:moveTo>
                <a:lnTo>
                  <a:pt x="2552071" y="4437290"/>
                </a:lnTo>
                <a:lnTo>
                  <a:pt x="2437568" y="4395615"/>
                </a:lnTo>
                <a:lnTo>
                  <a:pt x="1979784" y="4228984"/>
                </a:lnTo>
                <a:lnTo>
                  <a:pt x="2552071" y="4020691"/>
                </a:lnTo>
                <a:lnTo>
                  <a:pt x="2552071" y="4437290"/>
                </a:lnTo>
                <a:close/>
                <a:moveTo>
                  <a:pt x="2552071" y="3591076"/>
                </a:moveTo>
                <a:lnTo>
                  <a:pt x="2552071" y="4007687"/>
                </a:lnTo>
                <a:lnTo>
                  <a:pt x="1979771" y="3799375"/>
                </a:lnTo>
                <a:lnTo>
                  <a:pt x="2286959" y="3687571"/>
                </a:lnTo>
                <a:lnTo>
                  <a:pt x="2552071" y="3591076"/>
                </a:lnTo>
                <a:lnTo>
                  <a:pt x="2552071" y="3591076"/>
                </a:lnTo>
                <a:close/>
                <a:moveTo>
                  <a:pt x="2552071" y="3578077"/>
                </a:moveTo>
                <a:lnTo>
                  <a:pt x="2552071" y="3578090"/>
                </a:lnTo>
                <a:lnTo>
                  <a:pt x="2076424" y="3404951"/>
                </a:lnTo>
                <a:lnTo>
                  <a:pt x="1979771" y="3369772"/>
                </a:lnTo>
                <a:lnTo>
                  <a:pt x="2552071" y="3161473"/>
                </a:lnTo>
                <a:lnTo>
                  <a:pt x="2552071" y="3578077"/>
                </a:lnTo>
                <a:close/>
                <a:moveTo>
                  <a:pt x="2552071" y="2731876"/>
                </a:moveTo>
                <a:lnTo>
                  <a:pt x="2552071" y="3148475"/>
                </a:lnTo>
                <a:lnTo>
                  <a:pt x="1979790" y="2940176"/>
                </a:lnTo>
                <a:lnTo>
                  <a:pt x="1971021" y="2943363"/>
                </a:lnTo>
                <a:lnTo>
                  <a:pt x="1971021" y="2943351"/>
                </a:lnTo>
                <a:lnTo>
                  <a:pt x="2552071" y="2731876"/>
                </a:lnTo>
                <a:lnTo>
                  <a:pt x="2552071" y="2731876"/>
                </a:lnTo>
                <a:close/>
                <a:moveTo>
                  <a:pt x="1971027" y="2933673"/>
                </a:moveTo>
                <a:lnTo>
                  <a:pt x="1971027" y="2517075"/>
                </a:lnTo>
                <a:lnTo>
                  <a:pt x="2543315" y="2725380"/>
                </a:lnTo>
                <a:lnTo>
                  <a:pt x="2543321" y="2725380"/>
                </a:lnTo>
                <a:lnTo>
                  <a:pt x="2424602" y="2768598"/>
                </a:lnTo>
                <a:lnTo>
                  <a:pt x="2018449" y="2916414"/>
                </a:lnTo>
                <a:lnTo>
                  <a:pt x="1971027" y="2933673"/>
                </a:lnTo>
                <a:close/>
                <a:moveTo>
                  <a:pt x="2552071" y="2718884"/>
                </a:moveTo>
                <a:lnTo>
                  <a:pt x="2401995" y="2664262"/>
                </a:lnTo>
                <a:lnTo>
                  <a:pt x="1971021" y="2507398"/>
                </a:lnTo>
                <a:lnTo>
                  <a:pt x="1971021" y="2507391"/>
                </a:lnTo>
                <a:lnTo>
                  <a:pt x="1971021" y="1657863"/>
                </a:lnTo>
                <a:lnTo>
                  <a:pt x="1971021" y="1657857"/>
                </a:lnTo>
                <a:lnTo>
                  <a:pt x="2358345" y="1798839"/>
                </a:lnTo>
                <a:lnTo>
                  <a:pt x="2552071" y="1869350"/>
                </a:lnTo>
                <a:lnTo>
                  <a:pt x="2552071" y="2718884"/>
                </a:lnTo>
                <a:close/>
                <a:moveTo>
                  <a:pt x="2552071" y="1859672"/>
                </a:moveTo>
                <a:lnTo>
                  <a:pt x="1979771" y="1651367"/>
                </a:lnTo>
                <a:lnTo>
                  <a:pt x="2552071" y="1443068"/>
                </a:lnTo>
                <a:lnTo>
                  <a:pt x="2552071" y="1859672"/>
                </a:lnTo>
                <a:close/>
                <a:moveTo>
                  <a:pt x="2552071" y="1013458"/>
                </a:moveTo>
                <a:lnTo>
                  <a:pt x="2552071" y="1430069"/>
                </a:lnTo>
                <a:lnTo>
                  <a:pt x="1979771" y="1221758"/>
                </a:lnTo>
                <a:lnTo>
                  <a:pt x="2552071" y="1013458"/>
                </a:lnTo>
                <a:lnTo>
                  <a:pt x="1968030" y="1226031"/>
                </a:lnTo>
                <a:lnTo>
                  <a:pt x="2552071" y="1013446"/>
                </a:lnTo>
                <a:lnTo>
                  <a:pt x="2552071" y="1013458"/>
                </a:lnTo>
                <a:close/>
                <a:moveTo>
                  <a:pt x="2561171" y="2722205"/>
                </a:moveTo>
                <a:lnTo>
                  <a:pt x="2561171" y="2722205"/>
                </a:lnTo>
                <a:lnTo>
                  <a:pt x="2569922" y="2725380"/>
                </a:lnTo>
                <a:lnTo>
                  <a:pt x="3142208" y="2517062"/>
                </a:lnTo>
                <a:lnTo>
                  <a:pt x="3142208" y="2933673"/>
                </a:lnTo>
                <a:lnTo>
                  <a:pt x="3142208" y="2933686"/>
                </a:lnTo>
                <a:lnTo>
                  <a:pt x="2561171" y="2722205"/>
                </a:lnTo>
                <a:close/>
                <a:moveTo>
                  <a:pt x="3133458" y="2940169"/>
                </a:moveTo>
                <a:lnTo>
                  <a:pt x="2561171" y="3148475"/>
                </a:lnTo>
                <a:lnTo>
                  <a:pt x="2561171" y="2731876"/>
                </a:lnTo>
                <a:lnTo>
                  <a:pt x="3133458" y="2940169"/>
                </a:lnTo>
                <a:close/>
                <a:moveTo>
                  <a:pt x="2561171" y="2718884"/>
                </a:moveTo>
                <a:lnTo>
                  <a:pt x="2561171" y="1869350"/>
                </a:lnTo>
                <a:lnTo>
                  <a:pt x="2754890" y="1798839"/>
                </a:lnTo>
                <a:lnTo>
                  <a:pt x="3142208" y="1657857"/>
                </a:lnTo>
                <a:lnTo>
                  <a:pt x="3142208" y="1657863"/>
                </a:lnTo>
                <a:lnTo>
                  <a:pt x="3142208" y="2507385"/>
                </a:lnTo>
                <a:lnTo>
                  <a:pt x="2561171" y="2718884"/>
                </a:lnTo>
                <a:close/>
                <a:moveTo>
                  <a:pt x="2561171" y="1859672"/>
                </a:moveTo>
                <a:lnTo>
                  <a:pt x="2561171" y="1443068"/>
                </a:lnTo>
                <a:lnTo>
                  <a:pt x="3133465" y="1651367"/>
                </a:lnTo>
                <a:lnTo>
                  <a:pt x="2561171" y="1859672"/>
                </a:lnTo>
                <a:close/>
                <a:moveTo>
                  <a:pt x="2561165" y="1006962"/>
                </a:moveTo>
                <a:lnTo>
                  <a:pt x="2561165" y="1006962"/>
                </a:lnTo>
                <a:lnTo>
                  <a:pt x="2561165" y="1006962"/>
                </a:lnTo>
                <a:lnTo>
                  <a:pt x="2561165" y="1006962"/>
                </a:lnTo>
                <a:close/>
                <a:moveTo>
                  <a:pt x="3133458" y="1221764"/>
                </a:moveTo>
                <a:lnTo>
                  <a:pt x="2561171" y="1430076"/>
                </a:lnTo>
                <a:lnTo>
                  <a:pt x="2561171" y="1013465"/>
                </a:lnTo>
                <a:lnTo>
                  <a:pt x="3133458" y="1221764"/>
                </a:lnTo>
                <a:close/>
                <a:moveTo>
                  <a:pt x="3133465" y="3369778"/>
                </a:moveTo>
                <a:lnTo>
                  <a:pt x="2561171" y="3578096"/>
                </a:lnTo>
                <a:lnTo>
                  <a:pt x="2561171" y="3161479"/>
                </a:lnTo>
                <a:lnTo>
                  <a:pt x="3133465" y="3369778"/>
                </a:lnTo>
                <a:close/>
                <a:moveTo>
                  <a:pt x="3133465" y="3799381"/>
                </a:moveTo>
                <a:lnTo>
                  <a:pt x="2561171" y="4007693"/>
                </a:lnTo>
                <a:lnTo>
                  <a:pt x="2561171" y="3591082"/>
                </a:lnTo>
                <a:lnTo>
                  <a:pt x="3133465" y="3799381"/>
                </a:lnTo>
                <a:close/>
                <a:moveTo>
                  <a:pt x="2561171" y="4437284"/>
                </a:moveTo>
                <a:lnTo>
                  <a:pt x="2561171" y="4020691"/>
                </a:lnTo>
                <a:lnTo>
                  <a:pt x="3133452" y="4228984"/>
                </a:lnTo>
                <a:lnTo>
                  <a:pt x="2561171" y="4437284"/>
                </a:lnTo>
                <a:close/>
                <a:moveTo>
                  <a:pt x="3142208" y="4222488"/>
                </a:moveTo>
                <a:lnTo>
                  <a:pt x="2569890" y="4014189"/>
                </a:lnTo>
                <a:lnTo>
                  <a:pt x="3142208" y="3805871"/>
                </a:lnTo>
                <a:lnTo>
                  <a:pt x="3142208" y="4222488"/>
                </a:lnTo>
                <a:close/>
                <a:moveTo>
                  <a:pt x="3142208" y="3792892"/>
                </a:moveTo>
                <a:lnTo>
                  <a:pt x="3142208" y="3792904"/>
                </a:lnTo>
                <a:lnTo>
                  <a:pt x="2569896" y="3584586"/>
                </a:lnTo>
                <a:lnTo>
                  <a:pt x="2569896" y="3584580"/>
                </a:lnTo>
                <a:lnTo>
                  <a:pt x="3142208" y="3376268"/>
                </a:lnTo>
                <a:lnTo>
                  <a:pt x="3142208" y="3792892"/>
                </a:lnTo>
                <a:close/>
                <a:moveTo>
                  <a:pt x="3142208" y="3083324"/>
                </a:moveTo>
                <a:lnTo>
                  <a:pt x="3142208" y="3083406"/>
                </a:lnTo>
                <a:lnTo>
                  <a:pt x="3142208" y="3226529"/>
                </a:lnTo>
                <a:lnTo>
                  <a:pt x="3142208" y="3226611"/>
                </a:lnTo>
                <a:lnTo>
                  <a:pt x="3142208" y="3363289"/>
                </a:lnTo>
                <a:lnTo>
                  <a:pt x="2569896" y="3154977"/>
                </a:lnTo>
                <a:lnTo>
                  <a:pt x="3142208" y="2946659"/>
                </a:lnTo>
                <a:lnTo>
                  <a:pt x="3142208" y="3083324"/>
                </a:lnTo>
                <a:close/>
                <a:moveTo>
                  <a:pt x="3142208" y="1644877"/>
                </a:moveTo>
                <a:lnTo>
                  <a:pt x="2569896" y="1436565"/>
                </a:lnTo>
                <a:lnTo>
                  <a:pt x="3142208" y="1228254"/>
                </a:lnTo>
                <a:lnTo>
                  <a:pt x="3142208" y="1644877"/>
                </a:lnTo>
                <a:close/>
                <a:moveTo>
                  <a:pt x="3151302" y="795336"/>
                </a:moveTo>
                <a:lnTo>
                  <a:pt x="3736899" y="582192"/>
                </a:lnTo>
                <a:lnTo>
                  <a:pt x="4322490" y="795336"/>
                </a:lnTo>
                <a:lnTo>
                  <a:pt x="4322490" y="1218570"/>
                </a:lnTo>
                <a:lnTo>
                  <a:pt x="3736899" y="1431727"/>
                </a:lnTo>
                <a:lnTo>
                  <a:pt x="3151302" y="1218570"/>
                </a:lnTo>
                <a:lnTo>
                  <a:pt x="3151302" y="795336"/>
                </a:lnTo>
                <a:close/>
                <a:moveTo>
                  <a:pt x="3151302" y="2504045"/>
                </a:moveTo>
                <a:lnTo>
                  <a:pt x="3151302" y="2080976"/>
                </a:lnTo>
                <a:lnTo>
                  <a:pt x="3151302" y="1657863"/>
                </a:lnTo>
                <a:lnTo>
                  <a:pt x="3732346" y="1869350"/>
                </a:lnTo>
                <a:lnTo>
                  <a:pt x="3732352" y="1869350"/>
                </a:lnTo>
                <a:lnTo>
                  <a:pt x="3732352" y="2292584"/>
                </a:lnTo>
                <a:lnTo>
                  <a:pt x="3732346" y="2292584"/>
                </a:lnTo>
                <a:lnTo>
                  <a:pt x="3151302" y="2504083"/>
                </a:lnTo>
                <a:lnTo>
                  <a:pt x="3151302" y="2504045"/>
                </a:lnTo>
                <a:close/>
                <a:moveTo>
                  <a:pt x="3540207" y="2801790"/>
                </a:moveTo>
                <a:lnTo>
                  <a:pt x="3723633" y="2868560"/>
                </a:lnTo>
                <a:lnTo>
                  <a:pt x="3540214" y="2935318"/>
                </a:lnTo>
                <a:lnTo>
                  <a:pt x="3356781" y="2868554"/>
                </a:lnTo>
                <a:lnTo>
                  <a:pt x="3540207" y="2801790"/>
                </a:lnTo>
                <a:close/>
                <a:moveTo>
                  <a:pt x="3540201" y="2792119"/>
                </a:moveTo>
                <a:lnTo>
                  <a:pt x="3356763" y="2725349"/>
                </a:lnTo>
                <a:lnTo>
                  <a:pt x="3540201" y="2658585"/>
                </a:lnTo>
                <a:lnTo>
                  <a:pt x="3723633" y="2725349"/>
                </a:lnTo>
                <a:lnTo>
                  <a:pt x="3540201" y="2792119"/>
                </a:lnTo>
                <a:close/>
                <a:moveTo>
                  <a:pt x="3723640" y="3011759"/>
                </a:moveTo>
                <a:lnTo>
                  <a:pt x="3540195" y="3078529"/>
                </a:lnTo>
                <a:lnTo>
                  <a:pt x="3356769" y="3011765"/>
                </a:lnTo>
                <a:lnTo>
                  <a:pt x="3540214" y="2944995"/>
                </a:lnTo>
                <a:lnTo>
                  <a:pt x="3723640" y="3011759"/>
                </a:lnTo>
                <a:close/>
                <a:moveTo>
                  <a:pt x="3526904" y="3083368"/>
                </a:moveTo>
                <a:lnTo>
                  <a:pt x="3343466" y="3150132"/>
                </a:lnTo>
                <a:lnTo>
                  <a:pt x="3160046" y="3083368"/>
                </a:lnTo>
                <a:lnTo>
                  <a:pt x="3343478" y="3016604"/>
                </a:lnTo>
                <a:lnTo>
                  <a:pt x="3526904" y="3083368"/>
                </a:lnTo>
                <a:close/>
                <a:moveTo>
                  <a:pt x="3540195" y="3088207"/>
                </a:moveTo>
                <a:lnTo>
                  <a:pt x="3723615" y="3154971"/>
                </a:lnTo>
                <a:lnTo>
                  <a:pt x="3540182" y="3221734"/>
                </a:lnTo>
                <a:lnTo>
                  <a:pt x="3356763" y="3154971"/>
                </a:lnTo>
                <a:lnTo>
                  <a:pt x="3540195" y="3088207"/>
                </a:lnTo>
                <a:close/>
                <a:moveTo>
                  <a:pt x="3553492" y="3083368"/>
                </a:moveTo>
                <a:lnTo>
                  <a:pt x="3732352" y="3018268"/>
                </a:lnTo>
                <a:lnTo>
                  <a:pt x="3732352" y="3148468"/>
                </a:lnTo>
                <a:lnTo>
                  <a:pt x="3553492" y="3083368"/>
                </a:lnTo>
                <a:close/>
                <a:moveTo>
                  <a:pt x="3553511" y="2940156"/>
                </a:moveTo>
                <a:lnTo>
                  <a:pt x="3732352" y="2875063"/>
                </a:lnTo>
                <a:lnTo>
                  <a:pt x="3732352" y="3005250"/>
                </a:lnTo>
                <a:lnTo>
                  <a:pt x="3553511" y="2940156"/>
                </a:lnTo>
                <a:close/>
                <a:moveTo>
                  <a:pt x="3553492" y="2796958"/>
                </a:moveTo>
                <a:lnTo>
                  <a:pt x="3732352" y="2731864"/>
                </a:lnTo>
                <a:lnTo>
                  <a:pt x="3732352" y="2862064"/>
                </a:lnTo>
                <a:lnTo>
                  <a:pt x="3553492" y="2796958"/>
                </a:lnTo>
                <a:close/>
                <a:moveTo>
                  <a:pt x="3553492" y="2653746"/>
                </a:moveTo>
                <a:lnTo>
                  <a:pt x="3732352" y="2588652"/>
                </a:lnTo>
                <a:lnTo>
                  <a:pt x="3732352" y="2718853"/>
                </a:lnTo>
                <a:lnTo>
                  <a:pt x="3553492" y="2653746"/>
                </a:lnTo>
                <a:close/>
                <a:moveTo>
                  <a:pt x="3540195" y="2648907"/>
                </a:moveTo>
                <a:lnTo>
                  <a:pt x="3356769" y="2582144"/>
                </a:lnTo>
                <a:lnTo>
                  <a:pt x="3732346" y="2445447"/>
                </a:lnTo>
                <a:lnTo>
                  <a:pt x="3732346" y="2578975"/>
                </a:lnTo>
                <a:lnTo>
                  <a:pt x="3540195" y="2648907"/>
                </a:lnTo>
                <a:close/>
                <a:moveTo>
                  <a:pt x="3343484" y="2577305"/>
                </a:moveTo>
                <a:lnTo>
                  <a:pt x="3160096" y="2510554"/>
                </a:lnTo>
                <a:lnTo>
                  <a:pt x="3732352" y="2302261"/>
                </a:lnTo>
                <a:lnTo>
                  <a:pt x="3732352" y="2435763"/>
                </a:lnTo>
                <a:lnTo>
                  <a:pt x="3343484" y="2577305"/>
                </a:lnTo>
                <a:close/>
                <a:moveTo>
                  <a:pt x="3526904" y="2653746"/>
                </a:moveTo>
                <a:lnTo>
                  <a:pt x="3343466" y="2720510"/>
                </a:lnTo>
                <a:lnTo>
                  <a:pt x="3160046" y="2653746"/>
                </a:lnTo>
                <a:lnTo>
                  <a:pt x="3343478" y="2586982"/>
                </a:lnTo>
                <a:lnTo>
                  <a:pt x="3526904" y="2653746"/>
                </a:lnTo>
                <a:close/>
                <a:moveTo>
                  <a:pt x="3343478" y="2730187"/>
                </a:moveTo>
                <a:lnTo>
                  <a:pt x="3526917" y="2796958"/>
                </a:lnTo>
                <a:lnTo>
                  <a:pt x="3343491" y="2863715"/>
                </a:lnTo>
                <a:lnTo>
                  <a:pt x="3160052" y="2796945"/>
                </a:lnTo>
                <a:lnTo>
                  <a:pt x="3343478" y="2730187"/>
                </a:lnTo>
                <a:close/>
                <a:moveTo>
                  <a:pt x="3343498" y="2873393"/>
                </a:moveTo>
                <a:lnTo>
                  <a:pt x="3526924" y="2940156"/>
                </a:lnTo>
                <a:lnTo>
                  <a:pt x="3343478" y="3006927"/>
                </a:lnTo>
                <a:lnTo>
                  <a:pt x="3160052" y="2940163"/>
                </a:lnTo>
                <a:lnTo>
                  <a:pt x="3343498" y="2873393"/>
                </a:lnTo>
                <a:close/>
                <a:moveTo>
                  <a:pt x="3330188" y="3011765"/>
                </a:moveTo>
                <a:lnTo>
                  <a:pt x="3151302" y="3076872"/>
                </a:lnTo>
                <a:lnTo>
                  <a:pt x="3151302" y="2946653"/>
                </a:lnTo>
                <a:lnTo>
                  <a:pt x="3330188" y="3011765"/>
                </a:lnTo>
                <a:close/>
                <a:moveTo>
                  <a:pt x="3330181" y="3154971"/>
                </a:moveTo>
                <a:lnTo>
                  <a:pt x="3151302" y="3220077"/>
                </a:lnTo>
                <a:lnTo>
                  <a:pt x="3151302" y="3089864"/>
                </a:lnTo>
                <a:lnTo>
                  <a:pt x="3330181" y="3154971"/>
                </a:lnTo>
                <a:close/>
                <a:moveTo>
                  <a:pt x="3343478" y="3159803"/>
                </a:moveTo>
                <a:lnTo>
                  <a:pt x="3526898" y="3226567"/>
                </a:lnTo>
                <a:lnTo>
                  <a:pt x="3343478" y="3293325"/>
                </a:lnTo>
                <a:lnTo>
                  <a:pt x="3160052" y="3226560"/>
                </a:lnTo>
                <a:lnTo>
                  <a:pt x="3343478" y="3159803"/>
                </a:lnTo>
                <a:close/>
                <a:moveTo>
                  <a:pt x="3540189" y="3231412"/>
                </a:moveTo>
                <a:lnTo>
                  <a:pt x="3735336" y="3302443"/>
                </a:lnTo>
                <a:cubicBezTo>
                  <a:pt x="3735838" y="3302634"/>
                  <a:pt x="3736365" y="3302722"/>
                  <a:pt x="3736892" y="3302722"/>
                </a:cubicBezTo>
                <a:cubicBezTo>
                  <a:pt x="3737419" y="3302722"/>
                  <a:pt x="3737946" y="3302634"/>
                  <a:pt x="3738448" y="3302443"/>
                </a:cubicBezTo>
                <a:lnTo>
                  <a:pt x="3933596" y="3231412"/>
                </a:lnTo>
                <a:lnTo>
                  <a:pt x="4117016" y="3298170"/>
                </a:lnTo>
                <a:lnTo>
                  <a:pt x="3736892" y="3436530"/>
                </a:lnTo>
                <a:lnTo>
                  <a:pt x="3356769" y="3298170"/>
                </a:lnTo>
                <a:lnTo>
                  <a:pt x="3540189" y="3231412"/>
                </a:lnTo>
                <a:close/>
                <a:moveTo>
                  <a:pt x="3750183" y="3154971"/>
                </a:moveTo>
                <a:lnTo>
                  <a:pt x="3933603" y="3088207"/>
                </a:lnTo>
                <a:lnTo>
                  <a:pt x="4117035" y="3154971"/>
                </a:lnTo>
                <a:lnTo>
                  <a:pt x="3933616" y="3221734"/>
                </a:lnTo>
                <a:lnTo>
                  <a:pt x="3750183" y="3154971"/>
                </a:lnTo>
                <a:close/>
                <a:moveTo>
                  <a:pt x="3750157" y="3011759"/>
                </a:moveTo>
                <a:lnTo>
                  <a:pt x="3933584" y="2944995"/>
                </a:lnTo>
                <a:lnTo>
                  <a:pt x="4117029" y="3011765"/>
                </a:lnTo>
                <a:lnTo>
                  <a:pt x="3933603" y="3078529"/>
                </a:lnTo>
                <a:lnTo>
                  <a:pt x="3750157" y="3011759"/>
                </a:lnTo>
                <a:close/>
                <a:moveTo>
                  <a:pt x="3750164" y="2868560"/>
                </a:moveTo>
                <a:lnTo>
                  <a:pt x="3933590" y="2801790"/>
                </a:lnTo>
                <a:lnTo>
                  <a:pt x="4117016" y="2868554"/>
                </a:lnTo>
                <a:lnTo>
                  <a:pt x="3933584" y="2935318"/>
                </a:lnTo>
                <a:lnTo>
                  <a:pt x="3750164" y="2868560"/>
                </a:lnTo>
                <a:close/>
                <a:moveTo>
                  <a:pt x="3750164" y="2725349"/>
                </a:moveTo>
                <a:lnTo>
                  <a:pt x="3933596" y="2658585"/>
                </a:lnTo>
                <a:lnTo>
                  <a:pt x="4117035" y="2725349"/>
                </a:lnTo>
                <a:lnTo>
                  <a:pt x="3933596" y="2792119"/>
                </a:lnTo>
                <a:lnTo>
                  <a:pt x="3750164" y="2725349"/>
                </a:lnTo>
                <a:close/>
                <a:moveTo>
                  <a:pt x="3946881" y="2796958"/>
                </a:moveTo>
                <a:lnTo>
                  <a:pt x="4130319" y="2730187"/>
                </a:lnTo>
                <a:lnTo>
                  <a:pt x="4313745" y="2796945"/>
                </a:lnTo>
                <a:lnTo>
                  <a:pt x="4130307" y="2863715"/>
                </a:lnTo>
                <a:lnTo>
                  <a:pt x="3946881" y="2796958"/>
                </a:lnTo>
                <a:close/>
                <a:moveTo>
                  <a:pt x="3946887" y="2653746"/>
                </a:moveTo>
                <a:lnTo>
                  <a:pt x="4130313" y="2586982"/>
                </a:lnTo>
                <a:lnTo>
                  <a:pt x="4313745" y="2653746"/>
                </a:lnTo>
                <a:lnTo>
                  <a:pt x="4130326" y="2720510"/>
                </a:lnTo>
                <a:lnTo>
                  <a:pt x="3946887" y="2653746"/>
                </a:lnTo>
                <a:close/>
                <a:moveTo>
                  <a:pt x="3933596" y="2648907"/>
                </a:moveTo>
                <a:lnTo>
                  <a:pt x="3741439" y="2578969"/>
                </a:lnTo>
                <a:lnTo>
                  <a:pt x="3741439" y="2445441"/>
                </a:lnTo>
                <a:lnTo>
                  <a:pt x="4117016" y="2582137"/>
                </a:lnTo>
                <a:lnTo>
                  <a:pt x="3933596" y="2648907"/>
                </a:lnTo>
                <a:close/>
                <a:moveTo>
                  <a:pt x="3920306" y="2653746"/>
                </a:moveTo>
                <a:lnTo>
                  <a:pt x="3741445" y="2718846"/>
                </a:lnTo>
                <a:lnTo>
                  <a:pt x="3741445" y="2588646"/>
                </a:lnTo>
                <a:lnTo>
                  <a:pt x="3920306" y="2653746"/>
                </a:lnTo>
                <a:close/>
                <a:moveTo>
                  <a:pt x="3920306" y="2796958"/>
                </a:moveTo>
                <a:lnTo>
                  <a:pt x="3741445" y="2862058"/>
                </a:lnTo>
                <a:lnTo>
                  <a:pt x="3741445" y="2731857"/>
                </a:lnTo>
                <a:lnTo>
                  <a:pt x="3920306" y="2796958"/>
                </a:lnTo>
                <a:close/>
                <a:moveTo>
                  <a:pt x="3920286" y="2940156"/>
                </a:moveTo>
                <a:lnTo>
                  <a:pt x="3741445" y="3005250"/>
                </a:lnTo>
                <a:lnTo>
                  <a:pt x="3741445" y="2875063"/>
                </a:lnTo>
                <a:lnTo>
                  <a:pt x="3920286" y="2940156"/>
                </a:lnTo>
                <a:close/>
                <a:moveTo>
                  <a:pt x="3920306" y="3083368"/>
                </a:moveTo>
                <a:lnTo>
                  <a:pt x="3741445" y="3148468"/>
                </a:lnTo>
                <a:lnTo>
                  <a:pt x="3741445" y="3018268"/>
                </a:lnTo>
                <a:lnTo>
                  <a:pt x="3920306" y="3083368"/>
                </a:lnTo>
                <a:close/>
                <a:moveTo>
                  <a:pt x="3920318" y="3226573"/>
                </a:moveTo>
                <a:lnTo>
                  <a:pt x="3736899" y="3293337"/>
                </a:lnTo>
                <a:lnTo>
                  <a:pt x="3553479" y="3226573"/>
                </a:lnTo>
                <a:lnTo>
                  <a:pt x="3736899" y="3159809"/>
                </a:lnTo>
                <a:lnTo>
                  <a:pt x="3920318" y="3226573"/>
                </a:lnTo>
                <a:close/>
                <a:moveTo>
                  <a:pt x="3151302" y="2517030"/>
                </a:moveTo>
                <a:lnTo>
                  <a:pt x="3330188" y="2582144"/>
                </a:lnTo>
                <a:lnTo>
                  <a:pt x="3151302" y="2647250"/>
                </a:lnTo>
                <a:lnTo>
                  <a:pt x="3151302" y="2517030"/>
                </a:lnTo>
                <a:close/>
                <a:moveTo>
                  <a:pt x="3151302" y="2660236"/>
                </a:moveTo>
                <a:lnTo>
                  <a:pt x="3330181" y="2725342"/>
                </a:lnTo>
                <a:lnTo>
                  <a:pt x="3151302" y="2790442"/>
                </a:lnTo>
                <a:lnTo>
                  <a:pt x="3151302" y="2660236"/>
                </a:lnTo>
                <a:close/>
                <a:moveTo>
                  <a:pt x="3151302" y="2803435"/>
                </a:moveTo>
                <a:lnTo>
                  <a:pt x="3330207" y="2868554"/>
                </a:lnTo>
                <a:lnTo>
                  <a:pt x="3151302" y="2933667"/>
                </a:lnTo>
                <a:lnTo>
                  <a:pt x="3151302" y="2803435"/>
                </a:lnTo>
                <a:close/>
                <a:moveTo>
                  <a:pt x="3151295" y="2940156"/>
                </a:moveTo>
                <a:lnTo>
                  <a:pt x="3151295" y="2940156"/>
                </a:lnTo>
                <a:cubicBezTo>
                  <a:pt x="3151302" y="2940156"/>
                  <a:pt x="3151302" y="2940163"/>
                  <a:pt x="3151302" y="2940163"/>
                </a:cubicBezTo>
                <a:cubicBezTo>
                  <a:pt x="3151302" y="2940169"/>
                  <a:pt x="3151302" y="2940169"/>
                  <a:pt x="3151302" y="2940176"/>
                </a:cubicBezTo>
                <a:cubicBezTo>
                  <a:pt x="3151302" y="2940169"/>
                  <a:pt x="3151295" y="2940163"/>
                  <a:pt x="3151295" y="2940156"/>
                </a:cubicBezTo>
                <a:close/>
                <a:moveTo>
                  <a:pt x="3151302" y="3233050"/>
                </a:moveTo>
                <a:lnTo>
                  <a:pt x="3330188" y="3298163"/>
                </a:lnTo>
                <a:lnTo>
                  <a:pt x="3151302" y="3363276"/>
                </a:lnTo>
                <a:lnTo>
                  <a:pt x="3151302" y="3233050"/>
                </a:lnTo>
                <a:close/>
                <a:moveTo>
                  <a:pt x="4313745" y="3369772"/>
                </a:moveTo>
                <a:lnTo>
                  <a:pt x="3736899" y="3579735"/>
                </a:lnTo>
                <a:lnTo>
                  <a:pt x="3160052" y="3369772"/>
                </a:lnTo>
                <a:lnTo>
                  <a:pt x="3343484" y="3303008"/>
                </a:lnTo>
                <a:lnTo>
                  <a:pt x="3735343" y="3445642"/>
                </a:lnTo>
                <a:cubicBezTo>
                  <a:pt x="3735845" y="3445820"/>
                  <a:pt x="3736372" y="3445915"/>
                  <a:pt x="3736899" y="3445915"/>
                </a:cubicBezTo>
                <a:cubicBezTo>
                  <a:pt x="3737425" y="3445915"/>
                  <a:pt x="3737953" y="3445820"/>
                  <a:pt x="3738455" y="3445642"/>
                </a:cubicBezTo>
                <a:lnTo>
                  <a:pt x="4130313" y="3303008"/>
                </a:lnTo>
                <a:lnTo>
                  <a:pt x="4313745" y="3369772"/>
                </a:lnTo>
                <a:close/>
                <a:moveTo>
                  <a:pt x="4313745" y="3226567"/>
                </a:moveTo>
                <a:lnTo>
                  <a:pt x="4130319" y="3293331"/>
                </a:lnTo>
                <a:lnTo>
                  <a:pt x="3946900" y="3226573"/>
                </a:lnTo>
                <a:lnTo>
                  <a:pt x="4130319" y="3159809"/>
                </a:lnTo>
                <a:lnTo>
                  <a:pt x="4313745" y="3226567"/>
                </a:lnTo>
                <a:close/>
                <a:moveTo>
                  <a:pt x="4313745" y="3083368"/>
                </a:moveTo>
                <a:lnTo>
                  <a:pt x="4130326" y="3150132"/>
                </a:lnTo>
                <a:lnTo>
                  <a:pt x="3946887" y="3083368"/>
                </a:lnTo>
                <a:lnTo>
                  <a:pt x="4130313" y="3016604"/>
                </a:lnTo>
                <a:lnTo>
                  <a:pt x="4313745" y="3083368"/>
                </a:lnTo>
                <a:close/>
                <a:moveTo>
                  <a:pt x="4130319" y="3006927"/>
                </a:moveTo>
                <a:lnTo>
                  <a:pt x="3946874" y="2940156"/>
                </a:lnTo>
                <a:lnTo>
                  <a:pt x="4130301" y="2873393"/>
                </a:lnTo>
                <a:lnTo>
                  <a:pt x="4313745" y="2940163"/>
                </a:lnTo>
                <a:lnTo>
                  <a:pt x="4130319" y="3006927"/>
                </a:lnTo>
                <a:close/>
                <a:moveTo>
                  <a:pt x="4322490" y="2933667"/>
                </a:moveTo>
                <a:lnTo>
                  <a:pt x="4143591" y="2868554"/>
                </a:lnTo>
                <a:lnTo>
                  <a:pt x="4322490" y="2803435"/>
                </a:lnTo>
                <a:lnTo>
                  <a:pt x="4322490" y="2933667"/>
                </a:lnTo>
                <a:close/>
                <a:moveTo>
                  <a:pt x="4322490" y="2790449"/>
                </a:moveTo>
                <a:lnTo>
                  <a:pt x="4143616" y="2725349"/>
                </a:lnTo>
                <a:lnTo>
                  <a:pt x="4322490" y="2660242"/>
                </a:lnTo>
                <a:lnTo>
                  <a:pt x="4322490" y="2790449"/>
                </a:lnTo>
                <a:close/>
                <a:moveTo>
                  <a:pt x="4322490" y="2647250"/>
                </a:moveTo>
                <a:lnTo>
                  <a:pt x="4143610" y="2582144"/>
                </a:lnTo>
                <a:lnTo>
                  <a:pt x="4322490" y="2517030"/>
                </a:lnTo>
                <a:lnTo>
                  <a:pt x="4322490" y="2647250"/>
                </a:lnTo>
                <a:close/>
                <a:moveTo>
                  <a:pt x="4322490" y="2513767"/>
                </a:moveTo>
                <a:lnTo>
                  <a:pt x="4313688" y="2510566"/>
                </a:lnTo>
                <a:lnTo>
                  <a:pt x="4130313" y="2577311"/>
                </a:lnTo>
                <a:lnTo>
                  <a:pt x="3741445" y="2435770"/>
                </a:lnTo>
                <a:lnTo>
                  <a:pt x="3741445" y="2302280"/>
                </a:lnTo>
                <a:lnTo>
                  <a:pt x="3741445" y="2302267"/>
                </a:lnTo>
                <a:lnTo>
                  <a:pt x="4322490" y="2513767"/>
                </a:lnTo>
                <a:lnTo>
                  <a:pt x="4322490" y="2513767"/>
                </a:lnTo>
                <a:close/>
                <a:moveTo>
                  <a:pt x="4322490" y="2504045"/>
                </a:moveTo>
                <a:lnTo>
                  <a:pt x="4322490" y="2504089"/>
                </a:lnTo>
                <a:lnTo>
                  <a:pt x="4138346" y="2437059"/>
                </a:lnTo>
                <a:lnTo>
                  <a:pt x="3750196" y="2295771"/>
                </a:lnTo>
                <a:lnTo>
                  <a:pt x="3750240" y="2295759"/>
                </a:lnTo>
                <a:lnTo>
                  <a:pt x="4322490" y="2087478"/>
                </a:lnTo>
                <a:lnTo>
                  <a:pt x="4322490" y="2504045"/>
                </a:lnTo>
                <a:close/>
                <a:moveTo>
                  <a:pt x="3741445" y="2289281"/>
                </a:moveTo>
                <a:lnTo>
                  <a:pt x="3741445" y="1872658"/>
                </a:lnTo>
                <a:lnTo>
                  <a:pt x="4313745" y="2080976"/>
                </a:lnTo>
                <a:lnTo>
                  <a:pt x="3741445" y="2289281"/>
                </a:lnTo>
                <a:close/>
                <a:moveTo>
                  <a:pt x="4322496" y="1657876"/>
                </a:moveTo>
                <a:lnTo>
                  <a:pt x="4322496" y="2074480"/>
                </a:lnTo>
                <a:lnTo>
                  <a:pt x="3750196" y="1866175"/>
                </a:lnTo>
                <a:lnTo>
                  <a:pt x="4011314" y="1771134"/>
                </a:lnTo>
                <a:lnTo>
                  <a:pt x="4322496" y="1657876"/>
                </a:lnTo>
                <a:lnTo>
                  <a:pt x="4322496" y="1657876"/>
                </a:lnTo>
                <a:close/>
                <a:moveTo>
                  <a:pt x="4322496" y="1648192"/>
                </a:moveTo>
                <a:lnTo>
                  <a:pt x="4322496" y="1648192"/>
                </a:lnTo>
                <a:lnTo>
                  <a:pt x="3815632" y="1832672"/>
                </a:lnTo>
                <a:lnTo>
                  <a:pt x="3736905" y="1861330"/>
                </a:lnTo>
                <a:lnTo>
                  <a:pt x="3151308" y="1648192"/>
                </a:lnTo>
                <a:lnTo>
                  <a:pt x="3151308" y="1228241"/>
                </a:lnTo>
                <a:lnTo>
                  <a:pt x="3735350" y="1440833"/>
                </a:lnTo>
                <a:cubicBezTo>
                  <a:pt x="3735851" y="1441023"/>
                  <a:pt x="3736378" y="1441112"/>
                  <a:pt x="3736905" y="1441112"/>
                </a:cubicBezTo>
                <a:cubicBezTo>
                  <a:pt x="3737432" y="1441112"/>
                  <a:pt x="3737960" y="1441023"/>
                  <a:pt x="3738461" y="1440833"/>
                </a:cubicBezTo>
                <a:lnTo>
                  <a:pt x="4322502" y="1228254"/>
                </a:lnTo>
                <a:lnTo>
                  <a:pt x="4322502" y="1648192"/>
                </a:lnTo>
                <a:close/>
                <a:moveTo>
                  <a:pt x="4331583" y="1657876"/>
                </a:moveTo>
                <a:lnTo>
                  <a:pt x="4903883" y="1866175"/>
                </a:lnTo>
                <a:lnTo>
                  <a:pt x="4331583" y="2074480"/>
                </a:lnTo>
                <a:lnTo>
                  <a:pt x="4331583" y="1657876"/>
                </a:lnTo>
                <a:close/>
                <a:moveTo>
                  <a:pt x="4903877" y="2295771"/>
                </a:moveTo>
                <a:lnTo>
                  <a:pt x="4331583" y="2504089"/>
                </a:lnTo>
                <a:lnTo>
                  <a:pt x="4331583" y="2087472"/>
                </a:lnTo>
                <a:lnTo>
                  <a:pt x="4331583" y="2087440"/>
                </a:lnTo>
                <a:lnTo>
                  <a:pt x="4903889" y="2295765"/>
                </a:lnTo>
                <a:lnTo>
                  <a:pt x="4903877" y="2295771"/>
                </a:lnTo>
                <a:close/>
                <a:moveTo>
                  <a:pt x="4912627" y="2289269"/>
                </a:moveTo>
                <a:lnTo>
                  <a:pt x="4340345" y="2080963"/>
                </a:lnTo>
                <a:lnTo>
                  <a:pt x="4912627" y="1872652"/>
                </a:lnTo>
                <a:lnTo>
                  <a:pt x="4912627" y="2289269"/>
                </a:lnTo>
                <a:close/>
                <a:moveTo>
                  <a:pt x="4912633" y="1859678"/>
                </a:moveTo>
                <a:lnTo>
                  <a:pt x="4783062" y="1812517"/>
                </a:lnTo>
                <a:lnTo>
                  <a:pt x="4331583" y="1648185"/>
                </a:lnTo>
                <a:lnTo>
                  <a:pt x="4331583" y="1648179"/>
                </a:lnTo>
                <a:lnTo>
                  <a:pt x="4331583" y="1224958"/>
                </a:lnTo>
                <a:lnTo>
                  <a:pt x="4912633" y="1013465"/>
                </a:lnTo>
                <a:lnTo>
                  <a:pt x="4912633" y="1859678"/>
                </a:lnTo>
                <a:close/>
                <a:moveTo>
                  <a:pt x="4331583" y="3805852"/>
                </a:moveTo>
                <a:lnTo>
                  <a:pt x="4903902" y="4014176"/>
                </a:lnTo>
                <a:lnTo>
                  <a:pt x="4331583" y="4222488"/>
                </a:lnTo>
                <a:lnTo>
                  <a:pt x="4331583" y="3805852"/>
                </a:lnTo>
                <a:close/>
                <a:moveTo>
                  <a:pt x="4912633" y="4437284"/>
                </a:moveTo>
                <a:lnTo>
                  <a:pt x="4912633" y="4437284"/>
                </a:lnTo>
                <a:lnTo>
                  <a:pt x="4730985" y="4371167"/>
                </a:lnTo>
                <a:lnTo>
                  <a:pt x="4340333" y="4228971"/>
                </a:lnTo>
                <a:lnTo>
                  <a:pt x="4912633" y="4020666"/>
                </a:lnTo>
                <a:lnTo>
                  <a:pt x="4912633" y="4437284"/>
                </a:lnTo>
                <a:close/>
                <a:moveTo>
                  <a:pt x="4912633" y="3591070"/>
                </a:moveTo>
                <a:lnTo>
                  <a:pt x="4912633" y="4007668"/>
                </a:lnTo>
                <a:lnTo>
                  <a:pt x="4340333" y="3799356"/>
                </a:lnTo>
                <a:lnTo>
                  <a:pt x="4552499" y="3722134"/>
                </a:lnTo>
                <a:lnTo>
                  <a:pt x="4912633" y="3591051"/>
                </a:lnTo>
                <a:lnTo>
                  <a:pt x="4912633" y="3591070"/>
                </a:lnTo>
                <a:close/>
                <a:moveTo>
                  <a:pt x="4921726" y="3591070"/>
                </a:moveTo>
                <a:lnTo>
                  <a:pt x="4921726" y="3591070"/>
                </a:lnTo>
                <a:lnTo>
                  <a:pt x="5257997" y="3713453"/>
                </a:lnTo>
                <a:lnTo>
                  <a:pt x="5494020" y="3799356"/>
                </a:lnTo>
                <a:lnTo>
                  <a:pt x="5494008" y="3799362"/>
                </a:lnTo>
                <a:lnTo>
                  <a:pt x="4921726" y="4007668"/>
                </a:lnTo>
                <a:lnTo>
                  <a:pt x="4921726" y="3591070"/>
                </a:lnTo>
                <a:close/>
                <a:moveTo>
                  <a:pt x="4921726" y="4437284"/>
                </a:moveTo>
                <a:lnTo>
                  <a:pt x="4921726" y="4020672"/>
                </a:lnTo>
                <a:lnTo>
                  <a:pt x="5494026" y="4228978"/>
                </a:lnTo>
                <a:lnTo>
                  <a:pt x="4921726" y="4437284"/>
                </a:lnTo>
                <a:close/>
                <a:moveTo>
                  <a:pt x="5502777" y="4222482"/>
                </a:moveTo>
                <a:lnTo>
                  <a:pt x="4930451" y="4014170"/>
                </a:lnTo>
                <a:lnTo>
                  <a:pt x="5502777" y="3805846"/>
                </a:lnTo>
                <a:lnTo>
                  <a:pt x="5502777" y="4222482"/>
                </a:lnTo>
                <a:close/>
                <a:moveTo>
                  <a:pt x="6097454" y="6167068"/>
                </a:moveTo>
                <a:lnTo>
                  <a:pt x="6280868" y="6233825"/>
                </a:lnTo>
                <a:lnTo>
                  <a:pt x="6097454" y="6300589"/>
                </a:lnTo>
                <a:lnTo>
                  <a:pt x="5914041" y="6233825"/>
                </a:lnTo>
                <a:lnTo>
                  <a:pt x="6097454" y="6167068"/>
                </a:lnTo>
                <a:close/>
                <a:moveTo>
                  <a:pt x="6097454" y="5880664"/>
                </a:moveTo>
                <a:lnTo>
                  <a:pt x="6280874" y="5947428"/>
                </a:lnTo>
                <a:lnTo>
                  <a:pt x="6097454" y="6014192"/>
                </a:lnTo>
                <a:lnTo>
                  <a:pt x="5914035" y="5947428"/>
                </a:lnTo>
                <a:lnTo>
                  <a:pt x="6097454" y="5880664"/>
                </a:lnTo>
                <a:close/>
                <a:moveTo>
                  <a:pt x="5520607" y="5374600"/>
                </a:moveTo>
                <a:lnTo>
                  <a:pt x="5704053" y="5307830"/>
                </a:lnTo>
                <a:lnTo>
                  <a:pt x="5887479" y="5374600"/>
                </a:lnTo>
                <a:lnTo>
                  <a:pt x="5704040" y="5441371"/>
                </a:lnTo>
                <a:lnTo>
                  <a:pt x="5520607" y="5374600"/>
                </a:lnTo>
                <a:close/>
                <a:moveTo>
                  <a:pt x="5914047" y="5231408"/>
                </a:moveTo>
                <a:lnTo>
                  <a:pt x="6097454" y="5164650"/>
                </a:lnTo>
                <a:lnTo>
                  <a:pt x="6280861" y="5231408"/>
                </a:lnTo>
                <a:lnTo>
                  <a:pt x="6097454" y="5298166"/>
                </a:lnTo>
                <a:lnTo>
                  <a:pt x="5914047" y="5231408"/>
                </a:lnTo>
                <a:close/>
                <a:moveTo>
                  <a:pt x="6280849" y="5374600"/>
                </a:moveTo>
                <a:lnTo>
                  <a:pt x="6097454" y="5441358"/>
                </a:lnTo>
                <a:lnTo>
                  <a:pt x="5914060" y="5374600"/>
                </a:lnTo>
                <a:lnTo>
                  <a:pt x="6097454" y="5307849"/>
                </a:lnTo>
                <a:lnTo>
                  <a:pt x="6280849" y="5374600"/>
                </a:lnTo>
                <a:close/>
                <a:moveTo>
                  <a:pt x="6084183" y="5303011"/>
                </a:moveTo>
                <a:lnTo>
                  <a:pt x="5900770" y="5369768"/>
                </a:lnTo>
                <a:lnTo>
                  <a:pt x="5717337" y="5302998"/>
                </a:lnTo>
                <a:lnTo>
                  <a:pt x="5900756" y="5236240"/>
                </a:lnTo>
                <a:lnTo>
                  <a:pt x="6084183" y="5303011"/>
                </a:lnTo>
                <a:close/>
                <a:moveTo>
                  <a:pt x="5520607" y="5517812"/>
                </a:moveTo>
                <a:lnTo>
                  <a:pt x="5704033" y="5451048"/>
                </a:lnTo>
                <a:lnTo>
                  <a:pt x="6084176" y="5589408"/>
                </a:lnTo>
                <a:lnTo>
                  <a:pt x="5900750" y="5656172"/>
                </a:lnTo>
                <a:lnTo>
                  <a:pt x="5520607" y="5517812"/>
                </a:lnTo>
                <a:close/>
                <a:moveTo>
                  <a:pt x="6280855" y="5661017"/>
                </a:moveTo>
                <a:lnTo>
                  <a:pt x="6097454" y="5727768"/>
                </a:lnTo>
                <a:lnTo>
                  <a:pt x="5914053" y="5661017"/>
                </a:lnTo>
                <a:lnTo>
                  <a:pt x="6097454" y="5594260"/>
                </a:lnTo>
                <a:lnTo>
                  <a:pt x="6280855" y="5661017"/>
                </a:lnTo>
                <a:close/>
                <a:moveTo>
                  <a:pt x="6477578" y="5446210"/>
                </a:moveTo>
                <a:lnTo>
                  <a:pt x="6097454" y="5584576"/>
                </a:lnTo>
                <a:lnTo>
                  <a:pt x="5717330" y="5446210"/>
                </a:lnTo>
                <a:lnTo>
                  <a:pt x="5900776" y="5379439"/>
                </a:lnTo>
                <a:lnTo>
                  <a:pt x="6095905" y="5450471"/>
                </a:lnTo>
                <a:cubicBezTo>
                  <a:pt x="6096406" y="5450655"/>
                  <a:pt x="6096934" y="5450743"/>
                  <a:pt x="6097461" y="5450743"/>
                </a:cubicBezTo>
                <a:cubicBezTo>
                  <a:pt x="6097988" y="5450743"/>
                  <a:pt x="6098515" y="5450655"/>
                  <a:pt x="6099016" y="5450471"/>
                </a:cubicBezTo>
                <a:lnTo>
                  <a:pt x="6294146" y="5379439"/>
                </a:lnTo>
                <a:lnTo>
                  <a:pt x="6477578" y="5446210"/>
                </a:lnTo>
                <a:close/>
                <a:moveTo>
                  <a:pt x="6477565" y="5302998"/>
                </a:moveTo>
                <a:lnTo>
                  <a:pt x="6294139" y="5369768"/>
                </a:lnTo>
                <a:lnTo>
                  <a:pt x="6110720" y="5303011"/>
                </a:lnTo>
                <a:lnTo>
                  <a:pt x="6294146" y="5236240"/>
                </a:lnTo>
                <a:lnTo>
                  <a:pt x="6477565" y="5302998"/>
                </a:lnTo>
                <a:close/>
                <a:moveTo>
                  <a:pt x="6097454" y="5021439"/>
                </a:moveTo>
                <a:lnTo>
                  <a:pt x="6477585" y="5159793"/>
                </a:lnTo>
                <a:lnTo>
                  <a:pt x="6294158" y="5226563"/>
                </a:lnTo>
                <a:lnTo>
                  <a:pt x="6099010" y="5155532"/>
                </a:lnTo>
                <a:cubicBezTo>
                  <a:pt x="6098007" y="5155164"/>
                  <a:pt x="6096902" y="5155164"/>
                  <a:pt x="6095899" y="5155532"/>
                </a:cubicBezTo>
                <a:lnTo>
                  <a:pt x="5900756" y="5226563"/>
                </a:lnTo>
                <a:lnTo>
                  <a:pt x="5717324" y="5159793"/>
                </a:lnTo>
                <a:lnTo>
                  <a:pt x="6097454" y="5021439"/>
                </a:lnTo>
                <a:close/>
                <a:moveTo>
                  <a:pt x="5887459" y="5231402"/>
                </a:moveTo>
                <a:lnTo>
                  <a:pt x="5704047" y="5298166"/>
                </a:lnTo>
                <a:lnTo>
                  <a:pt x="5520607" y="5231396"/>
                </a:lnTo>
                <a:lnTo>
                  <a:pt x="5704027" y="5164638"/>
                </a:lnTo>
                <a:lnTo>
                  <a:pt x="5887459" y="5231402"/>
                </a:lnTo>
                <a:close/>
                <a:moveTo>
                  <a:pt x="6092907" y="4870201"/>
                </a:moveTo>
                <a:lnTo>
                  <a:pt x="5697753" y="5014035"/>
                </a:lnTo>
                <a:lnTo>
                  <a:pt x="5511864" y="5081700"/>
                </a:lnTo>
                <a:lnTo>
                  <a:pt x="5511864" y="5081694"/>
                </a:lnTo>
                <a:lnTo>
                  <a:pt x="5511864" y="4661762"/>
                </a:lnTo>
                <a:lnTo>
                  <a:pt x="6092907" y="4450263"/>
                </a:lnTo>
                <a:lnTo>
                  <a:pt x="6092907" y="4870201"/>
                </a:lnTo>
                <a:close/>
                <a:moveTo>
                  <a:pt x="6097467" y="4878221"/>
                </a:moveTo>
                <a:lnTo>
                  <a:pt x="6390977" y="4985060"/>
                </a:lnTo>
                <a:lnTo>
                  <a:pt x="6097467" y="4878221"/>
                </a:lnTo>
                <a:lnTo>
                  <a:pt x="6097467" y="4878221"/>
                </a:lnTo>
                <a:close/>
                <a:moveTo>
                  <a:pt x="6092907" y="3578077"/>
                </a:moveTo>
                <a:lnTo>
                  <a:pt x="5520595" y="3369766"/>
                </a:lnTo>
                <a:lnTo>
                  <a:pt x="6092907" y="3161454"/>
                </a:lnTo>
                <a:lnTo>
                  <a:pt x="6092907" y="3578077"/>
                </a:lnTo>
                <a:close/>
                <a:moveTo>
                  <a:pt x="5511864" y="2946665"/>
                </a:moveTo>
                <a:lnTo>
                  <a:pt x="6084158" y="3154971"/>
                </a:lnTo>
                <a:lnTo>
                  <a:pt x="5511864" y="3363282"/>
                </a:lnTo>
                <a:lnTo>
                  <a:pt x="5511864" y="2946665"/>
                </a:lnTo>
                <a:close/>
                <a:moveTo>
                  <a:pt x="5511864" y="3792885"/>
                </a:moveTo>
                <a:lnTo>
                  <a:pt x="5511864" y="3376281"/>
                </a:lnTo>
                <a:lnTo>
                  <a:pt x="6084158" y="3584580"/>
                </a:lnTo>
                <a:lnTo>
                  <a:pt x="5837174" y="3674477"/>
                </a:lnTo>
                <a:lnTo>
                  <a:pt x="5511864" y="3792885"/>
                </a:lnTo>
                <a:lnTo>
                  <a:pt x="5511864" y="3792885"/>
                </a:lnTo>
                <a:close/>
                <a:moveTo>
                  <a:pt x="4921726" y="1013458"/>
                </a:moveTo>
                <a:lnTo>
                  <a:pt x="5502771" y="1224945"/>
                </a:lnTo>
                <a:lnTo>
                  <a:pt x="5502777" y="1224945"/>
                </a:lnTo>
                <a:lnTo>
                  <a:pt x="5502777" y="1648179"/>
                </a:lnTo>
                <a:lnTo>
                  <a:pt x="5502771" y="1648179"/>
                </a:lnTo>
                <a:lnTo>
                  <a:pt x="4921726" y="1859666"/>
                </a:lnTo>
                <a:lnTo>
                  <a:pt x="4921726" y="1013458"/>
                </a:lnTo>
                <a:close/>
                <a:moveTo>
                  <a:pt x="4921726" y="1869350"/>
                </a:moveTo>
                <a:lnTo>
                  <a:pt x="5502771" y="1657869"/>
                </a:lnTo>
                <a:lnTo>
                  <a:pt x="5502777" y="1657869"/>
                </a:lnTo>
                <a:lnTo>
                  <a:pt x="5502777" y="2077782"/>
                </a:lnTo>
                <a:lnTo>
                  <a:pt x="5502771" y="2077782"/>
                </a:lnTo>
                <a:lnTo>
                  <a:pt x="4921726" y="2289275"/>
                </a:lnTo>
                <a:lnTo>
                  <a:pt x="4921726" y="1869350"/>
                </a:lnTo>
                <a:close/>
                <a:moveTo>
                  <a:pt x="4921720" y="3578077"/>
                </a:moveTo>
                <a:lnTo>
                  <a:pt x="4921720" y="3161454"/>
                </a:lnTo>
                <a:lnTo>
                  <a:pt x="5494046" y="3369766"/>
                </a:lnTo>
                <a:lnTo>
                  <a:pt x="4921720" y="3578077"/>
                </a:lnTo>
                <a:close/>
                <a:moveTo>
                  <a:pt x="5502771" y="3363276"/>
                </a:moveTo>
                <a:lnTo>
                  <a:pt x="4930477" y="3154964"/>
                </a:lnTo>
                <a:lnTo>
                  <a:pt x="5502771" y="2946665"/>
                </a:lnTo>
                <a:lnTo>
                  <a:pt x="5502771" y="3363276"/>
                </a:lnTo>
                <a:close/>
                <a:moveTo>
                  <a:pt x="6092907" y="2722193"/>
                </a:moveTo>
                <a:lnTo>
                  <a:pt x="5507317" y="2935350"/>
                </a:lnTo>
                <a:lnTo>
                  <a:pt x="4921714" y="2722193"/>
                </a:lnTo>
                <a:lnTo>
                  <a:pt x="4921714" y="2298959"/>
                </a:lnTo>
                <a:lnTo>
                  <a:pt x="5507317" y="2085815"/>
                </a:lnTo>
                <a:lnTo>
                  <a:pt x="6052884" y="2284386"/>
                </a:lnTo>
                <a:lnTo>
                  <a:pt x="6092907" y="2298953"/>
                </a:lnTo>
                <a:lnTo>
                  <a:pt x="6092907" y="2722193"/>
                </a:lnTo>
                <a:close/>
                <a:moveTo>
                  <a:pt x="6092907" y="1869350"/>
                </a:moveTo>
                <a:lnTo>
                  <a:pt x="6092907" y="2289281"/>
                </a:lnTo>
                <a:lnTo>
                  <a:pt x="6092907" y="2289288"/>
                </a:lnTo>
                <a:lnTo>
                  <a:pt x="5511864" y="2077788"/>
                </a:lnTo>
                <a:lnTo>
                  <a:pt x="5511864" y="2077788"/>
                </a:lnTo>
                <a:lnTo>
                  <a:pt x="5511864" y="1657863"/>
                </a:lnTo>
                <a:lnTo>
                  <a:pt x="5511864" y="1657844"/>
                </a:lnTo>
                <a:lnTo>
                  <a:pt x="6092907" y="1869350"/>
                </a:lnTo>
                <a:lnTo>
                  <a:pt x="6092907" y="1869350"/>
                </a:lnTo>
                <a:close/>
                <a:moveTo>
                  <a:pt x="6092907" y="1859672"/>
                </a:moveTo>
                <a:lnTo>
                  <a:pt x="5520633" y="1651367"/>
                </a:lnTo>
                <a:lnTo>
                  <a:pt x="6092907" y="1443068"/>
                </a:lnTo>
                <a:lnTo>
                  <a:pt x="6092907" y="1859672"/>
                </a:lnTo>
                <a:close/>
                <a:moveTo>
                  <a:pt x="6092907" y="1433397"/>
                </a:moveTo>
                <a:lnTo>
                  <a:pt x="5511864" y="1644877"/>
                </a:lnTo>
                <a:lnTo>
                  <a:pt x="5511864" y="1228254"/>
                </a:lnTo>
                <a:lnTo>
                  <a:pt x="6084170" y="1436565"/>
                </a:lnTo>
                <a:lnTo>
                  <a:pt x="6092907" y="1433397"/>
                </a:lnTo>
                <a:lnTo>
                  <a:pt x="6092907" y="1433397"/>
                </a:lnTo>
                <a:close/>
                <a:moveTo>
                  <a:pt x="6092907" y="1430076"/>
                </a:moveTo>
                <a:lnTo>
                  <a:pt x="5520614" y="1221764"/>
                </a:lnTo>
                <a:lnTo>
                  <a:pt x="6092907" y="1013458"/>
                </a:lnTo>
                <a:lnTo>
                  <a:pt x="6092907" y="1430076"/>
                </a:lnTo>
                <a:close/>
                <a:moveTo>
                  <a:pt x="6102007" y="727042"/>
                </a:moveTo>
                <a:lnTo>
                  <a:pt x="6280880" y="792148"/>
                </a:lnTo>
                <a:lnTo>
                  <a:pt x="6102007" y="857248"/>
                </a:lnTo>
                <a:lnTo>
                  <a:pt x="6102007" y="727042"/>
                </a:lnTo>
                <a:close/>
                <a:moveTo>
                  <a:pt x="6102007" y="1000466"/>
                </a:moveTo>
                <a:lnTo>
                  <a:pt x="6102007" y="870241"/>
                </a:lnTo>
                <a:lnTo>
                  <a:pt x="6280893" y="935353"/>
                </a:lnTo>
                <a:lnTo>
                  <a:pt x="6102007" y="1000466"/>
                </a:lnTo>
                <a:close/>
                <a:moveTo>
                  <a:pt x="6477591" y="863757"/>
                </a:moveTo>
                <a:lnTo>
                  <a:pt x="6294171" y="930521"/>
                </a:lnTo>
                <a:lnTo>
                  <a:pt x="6110745" y="863757"/>
                </a:lnTo>
                <a:lnTo>
                  <a:pt x="6294171" y="797000"/>
                </a:lnTo>
                <a:lnTo>
                  <a:pt x="6477591" y="863757"/>
                </a:lnTo>
                <a:close/>
                <a:moveTo>
                  <a:pt x="6294177" y="653788"/>
                </a:moveTo>
                <a:lnTo>
                  <a:pt x="6477603" y="720552"/>
                </a:lnTo>
                <a:lnTo>
                  <a:pt x="6294165" y="787316"/>
                </a:lnTo>
                <a:lnTo>
                  <a:pt x="6110745" y="720552"/>
                </a:lnTo>
                <a:lnTo>
                  <a:pt x="6294177" y="653788"/>
                </a:lnTo>
                <a:close/>
                <a:moveTo>
                  <a:pt x="6280887" y="648949"/>
                </a:moveTo>
                <a:lnTo>
                  <a:pt x="6102007" y="714056"/>
                </a:lnTo>
                <a:lnTo>
                  <a:pt x="6102007" y="583836"/>
                </a:lnTo>
                <a:lnTo>
                  <a:pt x="6280887" y="648949"/>
                </a:lnTo>
                <a:close/>
              </a:path>
            </a:pathLst>
          </a:custGeom>
          <a:solidFill>
            <a:srgbClr val="2F3541"/>
          </a:solidFill>
          <a:ln w="6350" cap="flat">
            <a:no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red_logo">
            <a:extLst>
              <a:ext uri="{FF2B5EF4-FFF2-40B4-BE49-F238E27FC236}">
                <a16:creationId xmlns:a16="http://schemas.microsoft.com/office/drawing/2014/main" id="{EF6FC110-77D6-74BC-DFCA-FA1879D2FA41}"/>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9" name="Text Placeholder 2">
            <a:extLst>
              <a:ext uri="{FF2B5EF4-FFF2-40B4-BE49-F238E27FC236}">
                <a16:creationId xmlns:a16="http://schemas.microsoft.com/office/drawing/2014/main" id="{FD205A68-6EB7-B158-D7FA-191BD8E7CB3F}"/>
              </a:ext>
            </a:extLst>
          </p:cNvPr>
          <p:cNvSpPr>
            <a:spLocks noGrp="1"/>
          </p:cNvSpPr>
          <p:nvPr>
            <p:ph type="body" idx="1"/>
          </p:nvPr>
        </p:nvSpPr>
        <p:spPr>
          <a:xfrm>
            <a:off x="552450" y="630936"/>
            <a:ext cx="6368100" cy="298450"/>
          </a:xfrm>
        </p:spPr>
        <p:txBody>
          <a:bodyPr/>
          <a:lstStyle>
            <a:lvl1pPr>
              <a:defRPr>
                <a:solidFill>
                  <a:schemeClr val="bg1"/>
                </a:solidFill>
              </a:defRPr>
            </a:lvl1pPr>
          </a:lstStyle>
          <a:p>
            <a:pPr lvl="0"/>
            <a:r>
              <a:rPr lang="en-US">
                <a:solidFill>
                  <a:schemeClr val="bg1"/>
                </a:solidFill>
              </a:rPr>
              <a:t>Click to edit Master text styles</a:t>
            </a:r>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4800">
                <a:solidFill>
                  <a:schemeClr val="bg1"/>
                </a:solidFill>
              </a:defRPr>
            </a:lvl1pPr>
          </a:lstStyle>
          <a:p>
            <a:r>
              <a:rPr lang="en-US"/>
              <a:t>Statement, 48pt</a:t>
            </a:r>
          </a:p>
        </p:txBody>
      </p:sp>
      <p:sp>
        <p:nvSpPr>
          <p:cNvPr id="3" name="Date Placeholder 2">
            <a:extLst>
              <a:ext uri="{FF2B5EF4-FFF2-40B4-BE49-F238E27FC236}">
                <a16:creationId xmlns:a16="http://schemas.microsoft.com/office/drawing/2014/main" id="{1EBB7021-B113-89C1-0611-7B58A649B687}"/>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129626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1">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365760" indent="-457200">
              <a:spcBef>
                <a:spcPts val="0"/>
              </a:spcBef>
              <a:spcAft>
                <a:spcPts val="1800"/>
              </a:spcAft>
              <a:buNone/>
              <a:defRPr sz="4800" b="1"/>
            </a:lvl1pPr>
            <a:lvl2pPr marL="365760" indent="0">
              <a:buNone/>
              <a:defRPr sz="1800" b="1"/>
            </a:lvl2pPr>
            <a:lvl3pPr marL="365760" indent="0">
              <a:buNone/>
              <a:defRPr sz="1400"/>
            </a:lvl3pPr>
            <a:lvl4pPr marL="548640" indent="0">
              <a:buNone/>
              <a:defRPr sz="1400"/>
            </a:lvl4pPr>
            <a:lvl5pPr marL="731520" indent="0">
              <a:buNone/>
              <a:defRPr/>
            </a:lvl5pPr>
          </a:lstStyle>
          <a:p>
            <a:pPr lvl="0"/>
            <a:r>
              <a:rPr lang="en-US" sz="4800" b="1">
                <a:latin typeface="Arial" panose="020B0604020202020204" pitchFamily="34" charset="0"/>
                <a:cs typeface="Arial" panose="020B0604020202020204" pitchFamily="34" charset="0"/>
              </a:rPr>
              <a:t>“</a:t>
            </a:r>
            <a:r>
              <a:rPr lang="en-US"/>
              <a:t>Quote text, 48pt”</a:t>
            </a:r>
          </a:p>
          <a:p>
            <a:pPr lvl="1"/>
            <a:r>
              <a:rPr lang="en-US"/>
              <a:t>Level 2 - Name and Last Name, Bold 18pt</a:t>
            </a:r>
          </a:p>
          <a:p>
            <a:pPr lvl="2"/>
            <a:r>
              <a:rPr lang="en-US"/>
              <a:t>Level 3 - Title and Company, Reg 14pt</a:t>
            </a:r>
          </a:p>
        </p:txBody>
      </p:sp>
      <p:sp>
        <p:nvSpPr>
          <p:cNvPr id="2" name="Date Placeholder 1">
            <a:extLst>
              <a:ext uri="{FF2B5EF4-FFF2-40B4-BE49-F238E27FC236}">
                <a16:creationId xmlns:a16="http://schemas.microsoft.com/office/drawing/2014/main" id="{B86D15EB-0A28-9535-70F9-54D46A077317}"/>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41595409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3" name="Text Placeholder 7">
            <a:extLst>
              <a:ext uri="{FF2B5EF4-FFF2-40B4-BE49-F238E27FC236}">
                <a16:creationId xmlns:a16="http://schemas.microsoft.com/office/drawing/2014/main" id="{8E62A23C-EC1D-86ED-87A8-78F92A4E0708}"/>
              </a:ext>
            </a:extLst>
          </p:cNvPr>
          <p:cNvSpPr>
            <a:spLocks noGrp="1"/>
          </p:cNvSpPr>
          <p:nvPr>
            <p:ph type="body" sz="quarter" idx="13" hasCustomPrompt="1"/>
          </p:nvPr>
        </p:nvSpPr>
        <p:spPr>
          <a:xfrm>
            <a:off x="552449" y="1276350"/>
            <a:ext cx="11088689" cy="4895850"/>
          </a:xfrm>
        </p:spPr>
        <p:txBody>
          <a:bodyPr lIns="914400" tIns="731520" rIns="914400"/>
          <a:lstStyle>
            <a:lvl1pPr marL="0" indent="0">
              <a:spcBef>
                <a:spcPts val="0"/>
              </a:spcBef>
              <a:spcAft>
                <a:spcPts val="1800"/>
              </a:spcAft>
              <a:buNone/>
              <a:defRPr sz="2400" b="0"/>
            </a:lvl1pPr>
            <a:lvl2pPr marL="0" indent="0">
              <a:buNone/>
              <a:defRPr sz="2000" b="1"/>
            </a:lvl2pPr>
            <a:lvl3pPr marL="0" indent="0">
              <a:buNone/>
              <a:defRPr sz="1600"/>
            </a:lvl3pPr>
            <a:lvl4pPr marL="548640" indent="0">
              <a:buNone/>
              <a:defRPr sz="1400"/>
            </a:lvl4pPr>
            <a:lvl5pPr marL="731520" indent="0">
              <a:buNone/>
              <a:defRPr/>
            </a:lvl5pPr>
          </a:lstStyle>
          <a:p>
            <a:pPr lvl="0"/>
            <a:r>
              <a:rPr lang="en-US"/>
              <a:t>Quote text, 24pt</a:t>
            </a:r>
          </a:p>
          <a:p>
            <a:pPr lvl="1"/>
            <a:r>
              <a:rPr lang="en-US"/>
              <a:t>Level 2 - Name and Last Name, 20pt</a:t>
            </a:r>
          </a:p>
          <a:p>
            <a:pPr lvl="2"/>
            <a:r>
              <a:rPr lang="en-US"/>
              <a:t>Level 3 - Title and Company, 16pt</a:t>
            </a:r>
          </a:p>
        </p:txBody>
      </p:sp>
      <p:sp>
        <p:nvSpPr>
          <p:cNvPr id="2" name="Date Placeholder 1">
            <a:extLst>
              <a:ext uri="{FF2B5EF4-FFF2-40B4-BE49-F238E27FC236}">
                <a16:creationId xmlns:a16="http://schemas.microsoft.com/office/drawing/2014/main" id="{B86D15EB-0A28-9535-70F9-54D46A077317}"/>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grpSp>
        <p:nvGrpSpPr>
          <p:cNvPr id="4" name="Group 3">
            <a:extLst>
              <a:ext uri="{FF2B5EF4-FFF2-40B4-BE49-F238E27FC236}">
                <a16:creationId xmlns:a16="http://schemas.microsoft.com/office/drawing/2014/main" id="{FD464633-6796-E079-CD48-944449E59E32}"/>
              </a:ext>
              <a:ext uri="{C183D7F6-B498-43B3-948B-1728B52AA6E4}">
                <adec:decorative xmlns:adec="http://schemas.microsoft.com/office/drawing/2017/decorative" val="1"/>
              </a:ext>
            </a:extLst>
          </p:cNvPr>
          <p:cNvGrpSpPr>
            <a:grpSpLocks noChangeAspect="1"/>
          </p:cNvGrpSpPr>
          <p:nvPr userDrawn="1"/>
        </p:nvGrpSpPr>
        <p:grpSpPr>
          <a:xfrm>
            <a:off x="1463040" y="1402837"/>
            <a:ext cx="499723" cy="393055"/>
            <a:chOff x="4869933" y="259128"/>
            <a:chExt cx="499723" cy="393055"/>
          </a:xfrm>
          <a:solidFill>
            <a:schemeClr val="tx1"/>
          </a:solidFill>
        </p:grpSpPr>
        <p:sp>
          <p:nvSpPr>
            <p:cNvPr id="7" name="Freeform: Shape 12">
              <a:extLst>
                <a:ext uri="{FF2B5EF4-FFF2-40B4-BE49-F238E27FC236}">
                  <a16:creationId xmlns:a16="http://schemas.microsoft.com/office/drawing/2014/main" id="{1ED2A23C-6F22-E5A2-36A7-213EC7D32815}"/>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11">
              <a:extLst>
                <a:ext uri="{FF2B5EF4-FFF2-40B4-BE49-F238E27FC236}">
                  <a16:creationId xmlns:a16="http://schemas.microsoft.com/office/drawing/2014/main" id="{8B9FD319-0C88-4E9F-173C-EC299A68ADF3}"/>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6325887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3">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grpSp>
        <p:nvGrpSpPr>
          <p:cNvPr id="15" name="Group 14">
            <a:extLst>
              <a:ext uri="{FF2B5EF4-FFF2-40B4-BE49-F238E27FC236}">
                <a16:creationId xmlns:a16="http://schemas.microsoft.com/office/drawing/2014/main" id="{F67FC08C-81CF-4332-9157-BE443FDE59C9}"/>
              </a:ext>
              <a:ext uri="{C183D7F6-B498-43B3-948B-1728B52AA6E4}">
                <adec:decorative xmlns:adec="http://schemas.microsoft.com/office/drawing/2017/decorative" val="1"/>
              </a:ext>
            </a:extLst>
          </p:cNvPr>
          <p:cNvGrpSpPr>
            <a:grpSpLocks noChangeAspect="1"/>
          </p:cNvGrpSpPr>
          <p:nvPr userDrawn="1"/>
        </p:nvGrpSpPr>
        <p:grpSpPr>
          <a:xfrm>
            <a:off x="1463040" y="1402837"/>
            <a:ext cx="499723" cy="393055"/>
            <a:chOff x="4869933" y="259128"/>
            <a:chExt cx="499723" cy="393055"/>
          </a:xfrm>
          <a:solidFill>
            <a:schemeClr val="tx1"/>
          </a:solidFill>
        </p:grpSpPr>
        <p:sp>
          <p:nvSpPr>
            <p:cNvPr id="13" name="Freeform: Shape 12">
              <a:extLst>
                <a:ext uri="{FF2B5EF4-FFF2-40B4-BE49-F238E27FC236}">
                  <a16:creationId xmlns:a16="http://schemas.microsoft.com/office/drawing/2014/main" id="{EE41FF9F-A28F-BDCF-72FC-4F6C88D41960}"/>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4C87ACF-12C6-529F-8F48-F0FECDE2BFB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49" y="1276350"/>
            <a:ext cx="11088689" cy="4895850"/>
          </a:xfrm>
        </p:spPr>
        <p:txBody>
          <a:bodyPr lIns="914400" tIns="731520" rIns="914400"/>
          <a:lstStyle>
            <a:lvl1pPr marL="0" indent="0">
              <a:spcBef>
                <a:spcPts val="0"/>
              </a:spcBef>
              <a:spcAft>
                <a:spcPts val="1800"/>
              </a:spcAft>
              <a:buNone/>
              <a:defRPr sz="2400" b="0"/>
            </a:lvl1pPr>
            <a:lvl2pPr marL="0" indent="0">
              <a:buNone/>
              <a:defRPr sz="2000" b="1"/>
            </a:lvl2pPr>
            <a:lvl3pPr marL="0" indent="0">
              <a:buNone/>
              <a:defRPr sz="1600"/>
            </a:lvl3pPr>
            <a:lvl4pPr marL="548640" indent="0">
              <a:buNone/>
              <a:defRPr sz="1400"/>
            </a:lvl4pPr>
            <a:lvl5pPr marL="731520" indent="0">
              <a:buNone/>
              <a:defRPr/>
            </a:lvl5pPr>
          </a:lstStyle>
          <a:p>
            <a:pPr lvl="0"/>
            <a:r>
              <a:rPr lang="en-US"/>
              <a:t>Quote text, 24pt</a:t>
            </a:r>
          </a:p>
          <a:p>
            <a:pPr lvl="1"/>
            <a:r>
              <a:rPr lang="en-US"/>
              <a:t>Level 2 - Name and Last Name, 20pt</a:t>
            </a:r>
          </a:p>
          <a:p>
            <a:pPr lvl="2"/>
            <a:r>
              <a:rPr lang="en-US"/>
              <a:t>Level 3 - Title and Company, 16pt</a:t>
            </a:r>
          </a:p>
        </p:txBody>
      </p:sp>
      <p:sp>
        <p:nvSpPr>
          <p:cNvPr id="2" name="Date Placeholder 1">
            <a:extLst>
              <a:ext uri="{FF2B5EF4-FFF2-40B4-BE49-F238E27FC236}">
                <a16:creationId xmlns:a16="http://schemas.microsoft.com/office/drawing/2014/main" id="{62DFBA4D-94A0-DE2E-FA45-EF73DBFA7A2F}"/>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39674547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fortress_red_logo">
            <a:extLst>
              <a:ext uri="{FF2B5EF4-FFF2-40B4-BE49-F238E27FC236}">
                <a16:creationId xmlns:a16="http://schemas.microsoft.com/office/drawing/2014/main" id="{F41402B2-668C-3281-1FC5-652C945AC124}"/>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2" name="Date Placeholder 1">
            <a:extLst>
              <a:ext uri="{FF2B5EF4-FFF2-40B4-BE49-F238E27FC236}">
                <a16:creationId xmlns:a16="http://schemas.microsoft.com/office/drawing/2014/main" id="{36D49AD6-9909-7F99-2A7F-6D008A71AC62}"/>
              </a:ext>
            </a:extLst>
          </p:cNvPr>
          <p:cNvSpPr>
            <a:spLocks noGrp="1"/>
          </p:cNvSpPr>
          <p:nvPr>
            <p:ph type="dt" sz="half" idx="15"/>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280746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0"/>
              </a:ext>
            </a:extLst>
          </p:cNvPr>
          <p:cNvSpPr>
            <a:spLocks noGrp="1"/>
          </p:cNvSpPr>
          <p:nvPr>
            <p:ph type="dt" sz="half" idx="15"/>
          </p:nvPr>
        </p:nvSpPr>
        <p:spPr/>
        <p:txBody>
          <a:bodyPr/>
          <a:lstStyle/>
          <a:p>
            <a:r>
              <a:rPr lang="en-US"/>
              <a:t>Source(s) / Citation(s) / Trademark(s)</a:t>
            </a:r>
          </a:p>
        </p:txBody>
      </p:sp>
      <p:sp>
        <p:nvSpPr>
          <p:cNvPr id="3" name="fortress_red_logo">
            <a:extLst>
              <a:ext uri="{FF2B5EF4-FFF2-40B4-BE49-F238E27FC236}">
                <a16:creationId xmlns:a16="http://schemas.microsoft.com/office/drawing/2014/main" id="{7F6B0315-EEB6-27EA-50B0-B8818277DF10}"/>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5745066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width image free layout1">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red_logo">
            <a:extLst>
              <a:ext uri="{FF2B5EF4-FFF2-40B4-BE49-F238E27FC236}">
                <a16:creationId xmlns:a16="http://schemas.microsoft.com/office/drawing/2014/main" id="{0511CCC0-E87E-F76B-D8D0-B4555257DAA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2" name="Date Placeholder 1">
            <a:extLst>
              <a:ext uri="{FF2B5EF4-FFF2-40B4-BE49-F238E27FC236}">
                <a16:creationId xmlns:a16="http://schemas.microsoft.com/office/drawing/2014/main" id="{2FA1870D-8142-341E-8B6C-8FC6118D3086}"/>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29466212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width image free layout2">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red_logo">
            <a:extLst>
              <a:ext uri="{FF2B5EF4-FFF2-40B4-BE49-F238E27FC236}">
                <a16:creationId xmlns:a16="http://schemas.microsoft.com/office/drawing/2014/main" id="{0511CCC0-E87E-F76B-D8D0-B4555257DAA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2" name="Date Placeholder 1">
            <a:extLst>
              <a:ext uri="{FF2B5EF4-FFF2-40B4-BE49-F238E27FC236}">
                <a16:creationId xmlns:a16="http://schemas.microsoft.com/office/drawing/2014/main" id="{2FA1870D-8142-341E-8B6C-8FC6118D3086}"/>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31264073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38" y="519110"/>
            <a:ext cx="5359401" cy="274320"/>
          </a:xfrm>
        </p:spPr>
        <p:txBody>
          <a:bodyPr/>
          <a:lstStyle>
            <a:lvl1pPr marL="0" indent="0" algn="r">
              <a:buNone/>
              <a:defRPr sz="12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gn="r">
              <a:lnSpc>
                <a:spcPct val="100000"/>
              </a:lnSpc>
              <a:spcBef>
                <a:spcPts val="0"/>
              </a:spcBef>
              <a:spcAft>
                <a:spcPts val="600"/>
              </a:spcAft>
            </a:pPr>
            <a:r>
              <a:rPr lang="en-US" sz="1200" b="1">
                <a:latin typeface="Arial" panose="020B0604020202020204" pitchFamily="34" charset="0"/>
                <a:cs typeface="Arial" panose="020B0604020202020204" pitchFamily="34" charset="0"/>
              </a:rPr>
              <a:t>Industry</a:t>
            </a:r>
            <a:r>
              <a:rPr lang="en-US" sz="1200">
                <a:latin typeface="Arial" panose="020B0604020202020204" pitchFamily="34" charset="0"/>
                <a:cs typeface="Arial" panose="020B0604020202020204" pitchFamily="34" charset="0"/>
              </a:rPr>
              <a:t>: Lorem ipsum dolor sit </a:t>
            </a:r>
            <a:r>
              <a:rPr lang="en-US" sz="1200" err="1">
                <a:latin typeface="Arial" panose="020B0604020202020204" pitchFamily="34" charset="0"/>
                <a:cs typeface="Arial" panose="020B0604020202020204" pitchFamily="34" charset="0"/>
              </a:rPr>
              <a:t>amet</a:t>
            </a:r>
            <a:r>
              <a:rPr lang="en-US" sz="1200">
                <a:latin typeface="Arial" panose="020B0604020202020204" pitchFamily="34" charset="0"/>
                <a:cs typeface="Arial" panose="020B0604020202020204" pitchFamily="34" charset="0"/>
              </a:rPr>
              <a:t>, 12pt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1200"/>
            </a:lvl1pPr>
          </a:lstStyle>
          <a:p>
            <a:r>
              <a:rPr lang="en-US"/>
              <a:t>Strategic Partner logo</a:t>
            </a:r>
          </a:p>
        </p:txBody>
      </p:sp>
      <p:sp>
        <p:nvSpPr>
          <p:cNvPr id="19" name="Content Placeholder 18">
            <a:extLst>
              <a:ext uri="{FF2B5EF4-FFF2-40B4-BE49-F238E27FC236}">
                <a16:creationId xmlns:a16="http://schemas.microsoft.com/office/drawing/2014/main" id="{251BA1AC-24B5-EE9F-E5FB-9A1465ECE335}"/>
              </a:ext>
            </a:extLst>
          </p:cNvPr>
          <p:cNvSpPr>
            <a:spLocks noGrp="1"/>
          </p:cNvSpPr>
          <p:nvPr>
            <p:ph sz="quarter" idx="13" hasCustomPrompt="1"/>
          </p:nvPr>
        </p:nvSpPr>
        <p:spPr>
          <a:xfrm>
            <a:off x="549275" y="1554480"/>
            <a:ext cx="11091863" cy="4617720"/>
          </a:xfrm>
        </p:spPr>
        <p:txBody>
          <a:bodyPr/>
          <a:lstStyle>
            <a:lvl1pPr marL="0" indent="0">
              <a:buNone/>
              <a:defRPr sz="1600" b="0"/>
            </a:lvl1pPr>
            <a:lvl2pPr marL="182880" indent="-182880">
              <a:spcBef>
                <a:spcPts val="600"/>
              </a:spcBef>
              <a:buFont typeface="Arial" panose="020B0604020202020204" pitchFamily="34" charset="0"/>
              <a:buChar char="•"/>
              <a:defRPr sz="1600"/>
            </a:lvl2pPr>
            <a:lvl3pPr marL="365760" indent="-182880">
              <a:spcBef>
                <a:spcPts val="600"/>
              </a:spcBef>
              <a:buFont typeface="Arial" panose="020B0604020202020204" pitchFamily="34" charset="0"/>
              <a:buChar char="–"/>
              <a:defRPr sz="1400"/>
            </a:lvl3pPr>
            <a:lvl4pPr marL="548640" indent="-182880">
              <a:spcBef>
                <a:spcPts val="600"/>
              </a:spcBef>
              <a:buFont typeface="Arial" panose="020B0604020202020204" pitchFamily="34" charset="0"/>
              <a:buChar char="–"/>
              <a:defRPr sz="1200"/>
            </a:lvl4pPr>
            <a:lvl5pPr marL="731520" indent="-182880">
              <a:spcBef>
                <a:spcPts val="600"/>
              </a:spcBef>
              <a:buFont typeface="Arial" panose="020B0604020202020204" pitchFamily="34" charset="0"/>
              <a:buChar cha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2" name="Date Placeholder 1">
            <a:extLst>
              <a:ext uri="{FF2B5EF4-FFF2-40B4-BE49-F238E27FC236}">
                <a16:creationId xmlns:a16="http://schemas.microsoft.com/office/drawing/2014/main" id="{32A9B8A9-125E-717F-8693-B0CF4422F2CB}"/>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31339388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hasCustomPrompt="1"/>
          </p:nvPr>
        </p:nvSpPr>
        <p:spPr>
          <a:xfrm>
            <a:off x="548640" y="457200"/>
            <a:ext cx="11091672" cy="548640"/>
          </a:xfrm>
        </p:spPr>
        <p:txBody>
          <a:bodyPr anchor="t"/>
          <a:lstStyle/>
          <a:p>
            <a:r>
              <a:rPr lang="en-US"/>
              <a:t>Title text, 30pt</a:t>
            </a:r>
          </a:p>
        </p:txBody>
      </p:sp>
      <p:sp>
        <p:nvSpPr>
          <p:cNvPr id="2" name="Text Placeholder 2">
            <a:extLst>
              <a:ext uri="{FF2B5EF4-FFF2-40B4-BE49-F238E27FC236}">
                <a16:creationId xmlns:a16="http://schemas.microsoft.com/office/drawing/2014/main" id="{1E6AB38C-0FCD-C60C-2D19-FF00ED6DCF1D}"/>
              </a:ext>
            </a:extLst>
          </p:cNvPr>
          <p:cNvSpPr>
            <a:spLocks noGrp="1"/>
          </p:cNvSpPr>
          <p:nvPr>
            <p:ph type="body" sz="quarter" idx="16"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0"/>
              </a:ext>
            </a:extLst>
          </p:cNvPr>
          <p:cNvSpPr>
            <a:spLocks noGrp="1"/>
          </p:cNvSpPr>
          <p:nvPr>
            <p:ph type="dt" sz="half" idx="10"/>
          </p:nvPr>
        </p:nvSpPr>
        <p:spPr/>
        <p:txBody>
          <a:bodyPr/>
          <a:lstStyle/>
          <a:p>
            <a:r>
              <a:rPr lang="en-US"/>
              <a:t>Source(s) / Citation(s) / Trademark(s)</a:t>
            </a:r>
          </a:p>
        </p:txBody>
      </p:sp>
    </p:spTree>
    <p:extLst>
      <p:ext uri="{BB962C8B-B14F-4D97-AF65-F5344CB8AC3E}">
        <p14:creationId xmlns:p14="http://schemas.microsoft.com/office/powerpoint/2010/main" val="32752769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2BD677-8C98-8A35-16B5-D479428CE3EC}"/>
              </a:ext>
              <a:ext uri="{C183D7F6-B498-43B3-948B-1728B52AA6E4}">
                <adec:decorative xmlns:adec="http://schemas.microsoft.com/office/drawing/2017/decorative" val="1"/>
              </a:ext>
            </a:extLst>
          </p:cNvPr>
          <p:cNvSpPr>
            <a:spLocks noGrp="1"/>
          </p:cNvSpPr>
          <p:nvPr>
            <p:ph type="dt" sz="half" idx="10"/>
          </p:nvPr>
        </p:nvSpPr>
        <p:spPr/>
        <p:txBody>
          <a:bodyPr/>
          <a:lstStyle/>
          <a:p>
            <a:r>
              <a:rPr lang="en-US"/>
              <a:t>Source(s) / Citation(s) / Trademark(s)</a:t>
            </a:r>
          </a:p>
        </p:txBody>
      </p:sp>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Tree>
    <p:extLst>
      <p:ext uri="{BB962C8B-B14F-4D97-AF65-F5344CB8AC3E}">
        <p14:creationId xmlns:p14="http://schemas.microsoft.com/office/powerpoint/2010/main" val="6362437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3" y="857"/>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a:p>
        </p:txBody>
      </p:sp>
      <p:grpSp>
        <p:nvGrpSpPr>
          <p:cNvPr id="5" name="vert_logo_grp" descr="That is the end of the presentation.">
            <a:extLst>
              <a:ext uri="{FF2B5EF4-FFF2-40B4-BE49-F238E27FC236}">
                <a16:creationId xmlns:a16="http://schemas.microsoft.com/office/drawing/2014/main" id="{0CB43144-7496-E12F-FA93-E8BF4C9E5BF3}"/>
              </a:ext>
            </a:extLst>
          </p:cNvPr>
          <p:cNvGrpSpPr>
            <a:grpSpLocks noChangeAspect="1"/>
          </p:cNvGrpSpPr>
          <p:nvPr userDrawn="1"/>
        </p:nvGrpSpPr>
        <p:grpSpPr bwMode="black">
          <a:xfrm>
            <a:off x="4404360" y="2557715"/>
            <a:ext cx="3383280" cy="1634994"/>
            <a:chOff x="5513695" y="815830"/>
            <a:chExt cx="4571796" cy="2209353"/>
          </a:xfrm>
        </p:grpSpPr>
        <p:sp>
          <p:nvSpPr>
            <p:cNvPr id="6" name="Equinix_black">
              <a:extLst>
                <a:ext uri="{FF2B5EF4-FFF2-40B4-BE49-F238E27FC236}">
                  <a16:creationId xmlns:a16="http://schemas.microsoft.com/office/drawing/2014/main" id="{1554168B-740A-C755-1882-5ED8D3782F0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a:p>
          </p:txBody>
        </p:sp>
        <p:sp>
          <p:nvSpPr>
            <p:cNvPr id="7" name="fortress_red">
              <a:extLst>
                <a:ext uri="{FF2B5EF4-FFF2-40B4-BE49-F238E27FC236}">
                  <a16:creationId xmlns:a16="http://schemas.microsoft.com/office/drawing/2014/main" id="{9F4008A2-6840-D732-4950-C75253F101A5}"/>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a:p>
          </p:txBody>
        </p:sp>
      </p:grpSp>
    </p:spTree>
    <p:extLst>
      <p:ext uri="{BB962C8B-B14F-4D97-AF65-F5344CB8AC3E}">
        <p14:creationId xmlns:p14="http://schemas.microsoft.com/office/powerpoint/2010/main" val="38150629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1124074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8928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Black">
    <p:bg>
      <p:bgRef idx="1001">
        <a:schemeClr val="bg1"/>
      </p:bgRef>
    </p:bg>
    <p:spTree>
      <p:nvGrpSpPr>
        <p:cNvPr id="1" name=""/>
        <p:cNvGrpSpPr/>
        <p:nvPr/>
      </p:nvGrpSpPr>
      <p:grpSpPr>
        <a:xfrm>
          <a:off x="0" y="0"/>
          <a:ext cx="0" cy="0"/>
          <a:chOff x="0" y="0"/>
          <a:chExt cx="0" cy="0"/>
        </a:xfrm>
      </p:grpSpPr>
      <p:pic>
        <p:nvPicPr>
          <p:cNvPr id="7" name="Picture 6" descr="Shape&#10;&#10;Description automatically generated">
            <a:extLst>
              <a:ext uri="{FF2B5EF4-FFF2-40B4-BE49-F238E27FC236}">
                <a16:creationId xmlns:a16="http://schemas.microsoft.com/office/drawing/2014/main" id="{A8D3B6AF-F8D7-4247-A99B-DCE3C18A68B6}"/>
              </a:ext>
            </a:extLst>
          </p:cNvPr>
          <p:cNvPicPr>
            <a:picLocks noChangeAspect="1"/>
          </p:cNvPicPr>
          <p:nvPr/>
        </p:nvPicPr>
        <p:blipFill>
          <a:blip r:embed="rId2"/>
          <a:stretch>
            <a:fillRect/>
          </a:stretch>
        </p:blipFill>
        <p:spPr>
          <a:xfrm>
            <a:off x="354054" y="631103"/>
            <a:ext cx="7484298" cy="5230716"/>
          </a:xfrm>
          <a:prstGeom prst="rect">
            <a:avLst/>
          </a:prstGeom>
        </p:spPr>
      </p:pic>
      <p:sp>
        <p:nvSpPr>
          <p:cNvPr id="2" name="Title 1"/>
          <p:cNvSpPr>
            <a:spLocks noGrp="1"/>
          </p:cNvSpPr>
          <p:nvPr>
            <p:ph type="ctrTitle"/>
          </p:nvPr>
        </p:nvSpPr>
        <p:spPr bwMode="gray">
          <a:xfrm>
            <a:off x="1332260" y="2075302"/>
            <a:ext cx="9527481" cy="1685077"/>
          </a:xfrm>
          <a:prstGeom prst="rect">
            <a:avLst/>
          </a:prstGeom>
        </p:spPr>
        <p:txBody>
          <a:bodyPr anchor="b">
            <a:spAutoFit/>
          </a:bodyPr>
          <a:lstStyle>
            <a:lvl1pPr algn="l">
              <a:lnSpc>
                <a:spcPct val="90000"/>
              </a:lnSpc>
              <a:defRPr sz="5998">
                <a:solidFill>
                  <a:schemeClr val="tx1"/>
                </a:solidFill>
              </a:defRPr>
            </a:lvl1pPr>
          </a:lstStyle>
          <a:p>
            <a:r>
              <a:rPr lang="en-US"/>
              <a:t>Click to edit Master title style</a:t>
            </a:r>
          </a:p>
        </p:txBody>
      </p:sp>
      <p:sp>
        <p:nvSpPr>
          <p:cNvPr id="3" name="Subtitle 2"/>
          <p:cNvSpPr>
            <a:spLocks noGrp="1"/>
          </p:cNvSpPr>
          <p:nvPr>
            <p:ph type="subTitle" idx="1" hasCustomPrompt="1"/>
          </p:nvPr>
        </p:nvSpPr>
        <p:spPr bwMode="gray">
          <a:xfrm>
            <a:off x="1332260" y="3876371"/>
            <a:ext cx="9527481" cy="665567"/>
          </a:xfrm>
          <a:prstGeom prst="rect">
            <a:avLst/>
          </a:prstGeom>
        </p:spPr>
        <p:txBody>
          <a:bodyPr>
            <a:spAutoFit/>
          </a:bodyPr>
          <a:lstStyle>
            <a:lvl1pPr marL="0" indent="0" algn="l">
              <a:lnSpc>
                <a:spcPct val="95000"/>
              </a:lnSpc>
              <a:spcBef>
                <a:spcPts val="0"/>
              </a:spcBef>
              <a:spcAft>
                <a:spcPts val="600"/>
              </a:spcAft>
              <a:buNone/>
              <a:defRPr sz="1999" b="0">
                <a:solidFill>
                  <a:schemeClr val="tx1"/>
                </a:solidFill>
              </a:defRPr>
            </a:lvl1pPr>
            <a:lvl2pPr marL="456926" indent="0" algn="ctr">
              <a:buNone/>
              <a:defRPr sz="1998"/>
            </a:lvl2pPr>
            <a:lvl3pPr marL="913852" indent="0" algn="ctr">
              <a:buNone/>
              <a:defRPr sz="1798"/>
            </a:lvl3pPr>
            <a:lvl4pPr marL="1370778" indent="0" algn="ctr">
              <a:buNone/>
              <a:defRPr sz="1600"/>
            </a:lvl4pPr>
            <a:lvl5pPr marL="1827702" indent="0" algn="ctr">
              <a:buNone/>
              <a:defRPr sz="1600"/>
            </a:lvl5pPr>
            <a:lvl6pPr marL="2284628" indent="0" algn="ctr">
              <a:buNone/>
              <a:defRPr sz="1600"/>
            </a:lvl6pPr>
            <a:lvl7pPr marL="2741554" indent="0" algn="ctr">
              <a:buNone/>
              <a:defRPr sz="1600"/>
            </a:lvl7pPr>
            <a:lvl8pPr marL="3198480" indent="0" algn="ctr">
              <a:buNone/>
              <a:defRPr sz="1600"/>
            </a:lvl8pPr>
            <a:lvl9pPr marL="3655406" indent="0" algn="ctr">
              <a:buNone/>
              <a:defRPr sz="1600"/>
            </a:lvl9pPr>
          </a:lstStyle>
          <a:p>
            <a:r>
              <a:rPr lang="en-US"/>
              <a:t>Presenter Name</a:t>
            </a:r>
          </a:p>
          <a:p>
            <a:r>
              <a:rPr lang="en-US"/>
              <a:t>Presenter Title</a:t>
            </a:r>
          </a:p>
        </p:txBody>
      </p:sp>
      <p:sp>
        <p:nvSpPr>
          <p:cNvPr id="11" name="Google Shape;10;p1">
            <a:extLst>
              <a:ext uri="{FF2B5EF4-FFF2-40B4-BE49-F238E27FC236}">
                <a16:creationId xmlns:a16="http://schemas.microsoft.com/office/drawing/2014/main" id="{8F127A11-EE6F-A3C7-717A-183859BF15D4}"/>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tx1"/>
                </a:solidFill>
                <a:latin typeface="+mn-lt"/>
                <a:ea typeface="Arial"/>
                <a:cs typeface="Arial"/>
                <a:sym typeface="Arial"/>
              </a:rPr>
              <a:t>© </a:t>
            </a:r>
            <a:r>
              <a:rPr lang="en-US" sz="600">
                <a:solidFill>
                  <a:schemeClr val="tx1"/>
                </a:solidFill>
                <a:latin typeface="+mn-lt"/>
              </a:rPr>
              <a:t>2023</a:t>
            </a:r>
            <a:r>
              <a:rPr lang="en-US" sz="600" b="0" i="0" u="none" strike="noStrike" cap="none">
                <a:solidFill>
                  <a:schemeClr val="tx1"/>
                </a:solidFill>
                <a:latin typeface="+mn-lt"/>
                <a:ea typeface="Arial"/>
                <a:cs typeface="Arial"/>
                <a:sym typeface="Arial"/>
              </a:rPr>
              <a:t> Equinix, Inc.</a:t>
            </a:r>
            <a:endParaRPr sz="1799">
              <a:solidFill>
                <a:schemeClr val="tx1"/>
              </a:solidFill>
              <a:latin typeface="+mn-lt"/>
            </a:endParaRPr>
          </a:p>
        </p:txBody>
      </p:sp>
      <p:sp>
        <p:nvSpPr>
          <p:cNvPr id="12" name="Google Shape;11;p1">
            <a:extLst>
              <a:ext uri="{FF2B5EF4-FFF2-40B4-BE49-F238E27FC236}">
                <a16:creationId xmlns:a16="http://schemas.microsoft.com/office/drawing/2014/main" id="{6AE46B75-A61D-1608-FA2B-A458A15BC30E}"/>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tx1"/>
                </a:solidFill>
                <a:latin typeface="+mn-lt"/>
              </a:rPr>
              <a:pPr/>
              <a:t>‹#›</a:t>
            </a:fld>
            <a:endParaRPr lang="en-US" sz="600">
              <a:solidFill>
                <a:schemeClr val="tx1"/>
              </a:solidFill>
              <a:latin typeface="+mn-lt"/>
            </a:endParaRPr>
          </a:p>
        </p:txBody>
      </p:sp>
      <p:grpSp>
        <p:nvGrpSpPr>
          <p:cNvPr id="14" name="Group 13">
            <a:extLst>
              <a:ext uri="{FF2B5EF4-FFF2-40B4-BE49-F238E27FC236}">
                <a16:creationId xmlns:a16="http://schemas.microsoft.com/office/drawing/2014/main" id="{9E43E670-620D-1AAB-F7A7-947CC9FC7810}"/>
              </a:ext>
            </a:extLst>
          </p:cNvPr>
          <p:cNvGrpSpPr/>
          <p:nvPr/>
        </p:nvGrpSpPr>
        <p:grpSpPr>
          <a:xfrm>
            <a:off x="11463783" y="6400803"/>
            <a:ext cx="393294" cy="216291"/>
            <a:chOff x="11071294" y="6230730"/>
            <a:chExt cx="393192" cy="216291"/>
          </a:xfrm>
          <a:solidFill>
            <a:srgbClr val="FFFFFF"/>
          </a:solidFill>
        </p:grpSpPr>
        <p:sp>
          <p:nvSpPr>
            <p:cNvPr id="15" name="Freeform: Shape 3">
              <a:extLst>
                <a:ext uri="{FF2B5EF4-FFF2-40B4-BE49-F238E27FC236}">
                  <a16:creationId xmlns:a16="http://schemas.microsoft.com/office/drawing/2014/main" id="{E9A1FCF0-3FC7-34A1-1C41-9518411DD8B1}"/>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sp>
          <p:nvSpPr>
            <p:cNvPr id="16" name="Freeform: Shape 5">
              <a:extLst>
                <a:ext uri="{FF2B5EF4-FFF2-40B4-BE49-F238E27FC236}">
                  <a16:creationId xmlns:a16="http://schemas.microsoft.com/office/drawing/2014/main" id="{03BA820B-E2CC-C379-1ED7-A653A4606198}"/>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000000"/>
                </a:solidFill>
                <a:effectLst/>
                <a:uLnTx/>
                <a:uFillTx/>
              </a:endParaRPr>
            </a:p>
          </p:txBody>
        </p:sp>
      </p:grpSp>
      <p:pic>
        <p:nvPicPr>
          <p:cNvPr id="6" name="Graphic 5">
            <a:extLst>
              <a:ext uri="{FF2B5EF4-FFF2-40B4-BE49-F238E27FC236}">
                <a16:creationId xmlns:a16="http://schemas.microsoft.com/office/drawing/2014/main" id="{AC3DCD19-2C5D-E937-E4CE-5874674056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780" y="356807"/>
            <a:ext cx="2625966" cy="385042"/>
          </a:xfrm>
          <a:prstGeom prst="rect">
            <a:avLst/>
          </a:prstGeom>
        </p:spPr>
      </p:pic>
    </p:spTree>
    <p:extLst>
      <p:ext uri="{BB962C8B-B14F-4D97-AF65-F5344CB8AC3E}">
        <p14:creationId xmlns:p14="http://schemas.microsoft.com/office/powerpoint/2010/main" val="2285611759"/>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tx1"/>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64A6663B-0C4E-D3B2-E58F-F707B42143F4}"/>
              </a:ext>
            </a:extLst>
          </p:cNvPr>
          <p:cNvPicPr>
            <a:picLocks noChangeAspect="1"/>
          </p:cNvPicPr>
          <p:nvPr/>
        </p:nvPicPr>
        <p:blipFill>
          <a:blip r:embed="rId2"/>
          <a:stretch>
            <a:fillRect/>
          </a:stretch>
        </p:blipFill>
        <p:spPr>
          <a:xfrm>
            <a:off x="354054" y="631103"/>
            <a:ext cx="7484298" cy="5230716"/>
          </a:xfrm>
          <a:prstGeom prst="rect">
            <a:avLst/>
          </a:prstGeom>
        </p:spPr>
      </p:pic>
      <p:sp>
        <p:nvSpPr>
          <p:cNvPr id="2" name="Title 1"/>
          <p:cNvSpPr>
            <a:spLocks noGrp="1"/>
          </p:cNvSpPr>
          <p:nvPr>
            <p:ph type="ctrTitle"/>
          </p:nvPr>
        </p:nvSpPr>
        <p:spPr bwMode="gray">
          <a:xfrm>
            <a:off x="1332260" y="2075302"/>
            <a:ext cx="9527481" cy="1685077"/>
          </a:xfrm>
          <a:prstGeom prst="rect">
            <a:avLst/>
          </a:prstGeom>
        </p:spPr>
        <p:txBody>
          <a:bodyPr anchor="b">
            <a:spAutoFit/>
          </a:bodyPr>
          <a:lstStyle>
            <a:lvl1pPr algn="l">
              <a:lnSpc>
                <a:spcPct val="90000"/>
              </a:lnSpc>
              <a:defRPr sz="5998">
                <a:solidFill>
                  <a:schemeClr val="bg1"/>
                </a:solidFill>
              </a:defRPr>
            </a:lvl1pPr>
          </a:lstStyle>
          <a:p>
            <a:r>
              <a:rPr lang="en-US"/>
              <a:t>Click to edit Master title style</a:t>
            </a:r>
          </a:p>
        </p:txBody>
      </p:sp>
      <p:sp>
        <p:nvSpPr>
          <p:cNvPr id="3" name="Subtitle 2"/>
          <p:cNvSpPr>
            <a:spLocks noGrp="1"/>
          </p:cNvSpPr>
          <p:nvPr>
            <p:ph type="subTitle" idx="1" hasCustomPrompt="1"/>
          </p:nvPr>
        </p:nvSpPr>
        <p:spPr bwMode="gray">
          <a:xfrm>
            <a:off x="1332260" y="3876371"/>
            <a:ext cx="9527481" cy="665567"/>
          </a:xfrm>
          <a:prstGeom prst="rect">
            <a:avLst/>
          </a:prstGeom>
        </p:spPr>
        <p:txBody>
          <a:bodyPr>
            <a:spAutoFit/>
          </a:bodyPr>
          <a:lstStyle>
            <a:lvl1pPr marL="0" indent="0" algn="l">
              <a:lnSpc>
                <a:spcPct val="95000"/>
              </a:lnSpc>
              <a:spcBef>
                <a:spcPts val="0"/>
              </a:spcBef>
              <a:spcAft>
                <a:spcPts val="600"/>
              </a:spcAft>
              <a:buNone/>
              <a:defRPr sz="1999" b="0">
                <a:solidFill>
                  <a:schemeClr val="bg1"/>
                </a:solidFill>
              </a:defRPr>
            </a:lvl1pPr>
            <a:lvl2pPr marL="456926" indent="0" algn="ctr">
              <a:buNone/>
              <a:defRPr sz="1998"/>
            </a:lvl2pPr>
            <a:lvl3pPr marL="913852" indent="0" algn="ctr">
              <a:buNone/>
              <a:defRPr sz="1798"/>
            </a:lvl3pPr>
            <a:lvl4pPr marL="1370778" indent="0" algn="ctr">
              <a:buNone/>
              <a:defRPr sz="1600"/>
            </a:lvl4pPr>
            <a:lvl5pPr marL="1827702" indent="0" algn="ctr">
              <a:buNone/>
              <a:defRPr sz="1600"/>
            </a:lvl5pPr>
            <a:lvl6pPr marL="2284628" indent="0" algn="ctr">
              <a:buNone/>
              <a:defRPr sz="1600"/>
            </a:lvl6pPr>
            <a:lvl7pPr marL="2741554" indent="0" algn="ctr">
              <a:buNone/>
              <a:defRPr sz="1600"/>
            </a:lvl7pPr>
            <a:lvl8pPr marL="3198480" indent="0" algn="ctr">
              <a:buNone/>
              <a:defRPr sz="1600"/>
            </a:lvl8pPr>
            <a:lvl9pPr marL="3655406" indent="0" algn="ctr">
              <a:buNone/>
              <a:defRPr sz="1600"/>
            </a:lvl9pPr>
          </a:lstStyle>
          <a:p>
            <a:r>
              <a:rPr lang="en-US"/>
              <a:t>Presenter Name</a:t>
            </a:r>
          </a:p>
          <a:p>
            <a:r>
              <a:rPr lang="en-US"/>
              <a:t>Presenter Title</a:t>
            </a:r>
          </a:p>
        </p:txBody>
      </p:sp>
      <p:sp>
        <p:nvSpPr>
          <p:cNvPr id="11" name="Google Shape;10;p1">
            <a:extLst>
              <a:ext uri="{FF2B5EF4-FFF2-40B4-BE49-F238E27FC236}">
                <a16:creationId xmlns:a16="http://schemas.microsoft.com/office/drawing/2014/main" id="{8F127A11-EE6F-A3C7-717A-183859BF15D4}"/>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12" name="Google Shape;11;p1">
            <a:extLst>
              <a:ext uri="{FF2B5EF4-FFF2-40B4-BE49-F238E27FC236}">
                <a16:creationId xmlns:a16="http://schemas.microsoft.com/office/drawing/2014/main" id="{6AE46B75-A61D-1608-FA2B-A458A15BC30E}"/>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grpSp>
        <p:nvGrpSpPr>
          <p:cNvPr id="5" name="Group 4">
            <a:extLst>
              <a:ext uri="{FF2B5EF4-FFF2-40B4-BE49-F238E27FC236}">
                <a16:creationId xmlns:a16="http://schemas.microsoft.com/office/drawing/2014/main" id="{F9B7BB1A-4C7D-F12C-0057-809E3E520CAC}"/>
              </a:ext>
            </a:extLst>
          </p:cNvPr>
          <p:cNvGrpSpPr/>
          <p:nvPr/>
        </p:nvGrpSpPr>
        <p:grpSpPr>
          <a:xfrm>
            <a:off x="11311343" y="6472282"/>
            <a:ext cx="393294" cy="216291"/>
            <a:chOff x="11071294" y="6230730"/>
            <a:chExt cx="393192" cy="216291"/>
          </a:xfrm>
          <a:solidFill>
            <a:schemeClr val="bg1"/>
          </a:solidFill>
        </p:grpSpPr>
        <p:sp>
          <p:nvSpPr>
            <p:cNvPr id="6" name="Freeform: Shape 3">
              <a:extLst>
                <a:ext uri="{FF2B5EF4-FFF2-40B4-BE49-F238E27FC236}">
                  <a16:creationId xmlns:a16="http://schemas.microsoft.com/office/drawing/2014/main" id="{215F0B37-5E01-EB39-2372-D0F5C2312D5A}"/>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7" name="Freeform: Shape 5">
              <a:extLst>
                <a:ext uri="{FF2B5EF4-FFF2-40B4-BE49-F238E27FC236}">
                  <a16:creationId xmlns:a16="http://schemas.microsoft.com/office/drawing/2014/main" id="{3A2E62AE-1238-9144-F7B3-D89B694CCE8C}"/>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pic>
        <p:nvPicPr>
          <p:cNvPr id="8" name="Graphic 7">
            <a:extLst>
              <a:ext uri="{FF2B5EF4-FFF2-40B4-BE49-F238E27FC236}">
                <a16:creationId xmlns:a16="http://schemas.microsoft.com/office/drawing/2014/main" id="{FB647A02-83C1-3674-BF0B-F6C0B7837A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780" y="356807"/>
            <a:ext cx="2625966" cy="385042"/>
          </a:xfrm>
          <a:prstGeom prst="rect">
            <a:avLst/>
          </a:prstGeom>
        </p:spPr>
      </p:pic>
    </p:spTree>
    <p:extLst>
      <p:ext uri="{BB962C8B-B14F-4D97-AF65-F5344CB8AC3E}">
        <p14:creationId xmlns:p14="http://schemas.microsoft.com/office/powerpoint/2010/main" val="199009529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7" name="Content Placeholder 6">
            <a:extLst>
              <a:ext uri="{FF2B5EF4-FFF2-40B4-BE49-F238E27FC236}">
                <a16:creationId xmlns:a16="http://schemas.microsoft.com/office/drawing/2014/main" id="{EAE904E5-2C3B-401D-BE2A-73BDE34ED61F}"/>
              </a:ext>
            </a:extLst>
          </p:cNvPr>
          <p:cNvSpPr>
            <a:spLocks noGrp="1"/>
          </p:cNvSpPr>
          <p:nvPr>
            <p:ph sz="quarter" idx="15"/>
          </p:nvPr>
        </p:nvSpPr>
        <p:spPr>
          <a:xfrm>
            <a:off x="553421" y="1627632"/>
            <a:ext cx="11089796"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394627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Tree>
    <p:extLst>
      <p:ext uri="{BB962C8B-B14F-4D97-AF65-F5344CB8AC3E}">
        <p14:creationId xmlns:p14="http://schemas.microsoft.com/office/powerpoint/2010/main" val="14829431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45099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itle and Content Blue Hexagon">
    <p:bg>
      <p:bgPr>
        <a:solidFill>
          <a:srgbClr val="00206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0BD93A-48CA-B3CA-6734-CB8ABA3C9E19}"/>
              </a:ext>
            </a:extLst>
          </p:cNvPr>
          <p:cNvPicPr>
            <a:picLocks noChangeAspect="1"/>
          </p:cNvPicPr>
          <p:nvPr/>
        </p:nvPicPr>
        <p:blipFill>
          <a:blip r:embed="rId2"/>
          <a:stretch>
            <a:fillRect/>
          </a:stretch>
        </p:blipFill>
        <p:spPr>
          <a:xfrm>
            <a:off x="433698" y="729456"/>
            <a:ext cx="7306230" cy="5053574"/>
          </a:xfrm>
          <a:prstGeom prst="rect">
            <a:avLst/>
          </a:prstGeom>
        </p:spPr>
      </p:pic>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lvl1pPr>
              <a:defRPr>
                <a:solidFill>
                  <a:schemeClr val="bg1"/>
                </a:solidFill>
              </a:defRPr>
            </a:lvl1p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grpSp>
        <p:nvGrpSpPr>
          <p:cNvPr id="3" name="Group 2">
            <a:extLst>
              <a:ext uri="{FF2B5EF4-FFF2-40B4-BE49-F238E27FC236}">
                <a16:creationId xmlns:a16="http://schemas.microsoft.com/office/drawing/2014/main" id="{85287F85-9FAD-5363-F0C2-EDFACFED529B}"/>
              </a:ext>
            </a:extLst>
          </p:cNvPr>
          <p:cNvGrpSpPr/>
          <p:nvPr/>
        </p:nvGrpSpPr>
        <p:grpSpPr>
          <a:xfrm>
            <a:off x="11311343" y="6472282"/>
            <a:ext cx="393294" cy="216291"/>
            <a:chOff x="11071294" y="6230730"/>
            <a:chExt cx="393192" cy="216291"/>
          </a:xfrm>
          <a:solidFill>
            <a:schemeClr val="bg1"/>
          </a:solidFill>
        </p:grpSpPr>
        <p:sp>
          <p:nvSpPr>
            <p:cNvPr id="4" name="Freeform: Shape 3">
              <a:extLst>
                <a:ext uri="{FF2B5EF4-FFF2-40B4-BE49-F238E27FC236}">
                  <a16:creationId xmlns:a16="http://schemas.microsoft.com/office/drawing/2014/main" id="{4D99BE69-564F-7E7E-6EDE-D9477306D7BA}"/>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6" name="Freeform: Shape 5">
              <a:extLst>
                <a:ext uri="{FF2B5EF4-FFF2-40B4-BE49-F238E27FC236}">
                  <a16:creationId xmlns:a16="http://schemas.microsoft.com/office/drawing/2014/main" id="{E08AAD6F-0455-9716-13FA-1E74EDD5889D}"/>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7" name="Google Shape;10;p1">
            <a:extLst>
              <a:ext uri="{FF2B5EF4-FFF2-40B4-BE49-F238E27FC236}">
                <a16:creationId xmlns:a16="http://schemas.microsoft.com/office/drawing/2014/main" id="{CF8A25AF-7168-1DE2-52CF-DE4EE31D9680}"/>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8" name="Google Shape;11;p1">
            <a:extLst>
              <a:ext uri="{FF2B5EF4-FFF2-40B4-BE49-F238E27FC236}">
                <a16:creationId xmlns:a16="http://schemas.microsoft.com/office/drawing/2014/main" id="{93B37AC5-D707-8288-704B-22297D1935A0}"/>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
        <p:nvSpPr>
          <p:cNvPr id="11" name="Content Placeholder 9">
            <a:extLst>
              <a:ext uri="{FF2B5EF4-FFF2-40B4-BE49-F238E27FC236}">
                <a16:creationId xmlns:a16="http://schemas.microsoft.com/office/drawing/2014/main" id="{0416996F-4BC4-6B73-4F9A-65E4817A6320}"/>
              </a:ext>
            </a:extLst>
          </p:cNvPr>
          <p:cNvSpPr>
            <a:spLocks noGrp="1"/>
          </p:cNvSpPr>
          <p:nvPr>
            <p:ph sz="quarter" idx="14"/>
          </p:nvPr>
        </p:nvSpPr>
        <p:spPr>
          <a:xfrm>
            <a:off x="549419" y="1490663"/>
            <a:ext cx="11115395" cy="49101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84640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and Content White Hexag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ED3C6-C009-C2A9-B827-5B501F8D9A3F}"/>
              </a:ext>
            </a:extLst>
          </p:cNvPr>
          <p:cNvPicPr>
            <a:picLocks noChangeAspect="1"/>
          </p:cNvPicPr>
          <p:nvPr/>
        </p:nvPicPr>
        <p:blipFill>
          <a:blip r:embed="rId2">
            <a:alphaModFix amt="19000"/>
          </a:blip>
          <a:stretch>
            <a:fillRect/>
          </a:stretch>
        </p:blipFill>
        <p:spPr>
          <a:xfrm>
            <a:off x="441738" y="729459"/>
            <a:ext cx="7298191" cy="5048015"/>
          </a:xfrm>
          <a:prstGeom prst="rect">
            <a:avLst/>
          </a:prstGeom>
        </p:spPr>
      </p:pic>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6" name="Content Placeholder 9">
            <a:extLst>
              <a:ext uri="{FF2B5EF4-FFF2-40B4-BE49-F238E27FC236}">
                <a16:creationId xmlns:a16="http://schemas.microsoft.com/office/drawing/2014/main" id="{6DC35793-7A5A-E75D-BE73-5949C2FA4796}"/>
              </a:ext>
            </a:extLst>
          </p:cNvPr>
          <p:cNvSpPr>
            <a:spLocks noGrp="1"/>
          </p:cNvSpPr>
          <p:nvPr>
            <p:ph sz="quarter" idx="14"/>
          </p:nvPr>
        </p:nvSpPr>
        <p:spPr>
          <a:xfrm>
            <a:off x="549419" y="1490663"/>
            <a:ext cx="11115395" cy="4910137"/>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380498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itle and Content Cyan">
    <p:bg>
      <p:bgPr>
        <a:solidFill>
          <a:srgbClr val="1C95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lvl1pPr>
              <a:defRPr>
                <a:solidFill>
                  <a:schemeClr val="bg1"/>
                </a:solidFill>
              </a:defRPr>
            </a:lvl1p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grpSp>
        <p:nvGrpSpPr>
          <p:cNvPr id="3" name="Group 2">
            <a:extLst>
              <a:ext uri="{FF2B5EF4-FFF2-40B4-BE49-F238E27FC236}">
                <a16:creationId xmlns:a16="http://schemas.microsoft.com/office/drawing/2014/main" id="{85287F85-9FAD-5363-F0C2-EDFACFED529B}"/>
              </a:ext>
            </a:extLst>
          </p:cNvPr>
          <p:cNvGrpSpPr/>
          <p:nvPr/>
        </p:nvGrpSpPr>
        <p:grpSpPr>
          <a:xfrm>
            <a:off x="11311343" y="6472282"/>
            <a:ext cx="393294" cy="216291"/>
            <a:chOff x="11071294" y="6230730"/>
            <a:chExt cx="393192" cy="216291"/>
          </a:xfrm>
          <a:solidFill>
            <a:schemeClr val="bg1"/>
          </a:solidFill>
        </p:grpSpPr>
        <p:sp>
          <p:nvSpPr>
            <p:cNvPr id="4" name="Freeform: Shape 3">
              <a:extLst>
                <a:ext uri="{FF2B5EF4-FFF2-40B4-BE49-F238E27FC236}">
                  <a16:creationId xmlns:a16="http://schemas.microsoft.com/office/drawing/2014/main" id="{4D99BE69-564F-7E7E-6EDE-D9477306D7BA}"/>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6" name="Freeform: Shape 5">
              <a:extLst>
                <a:ext uri="{FF2B5EF4-FFF2-40B4-BE49-F238E27FC236}">
                  <a16:creationId xmlns:a16="http://schemas.microsoft.com/office/drawing/2014/main" id="{E08AAD6F-0455-9716-13FA-1E74EDD5889D}"/>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7" name="Google Shape;10;p1">
            <a:extLst>
              <a:ext uri="{FF2B5EF4-FFF2-40B4-BE49-F238E27FC236}">
                <a16:creationId xmlns:a16="http://schemas.microsoft.com/office/drawing/2014/main" id="{CF8A25AF-7168-1DE2-52CF-DE4EE31D9680}"/>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8" name="Google Shape;11;p1">
            <a:extLst>
              <a:ext uri="{FF2B5EF4-FFF2-40B4-BE49-F238E27FC236}">
                <a16:creationId xmlns:a16="http://schemas.microsoft.com/office/drawing/2014/main" id="{93B37AC5-D707-8288-704B-22297D1935A0}"/>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
        <p:nvSpPr>
          <p:cNvPr id="10" name="Content Placeholder 9">
            <a:extLst>
              <a:ext uri="{FF2B5EF4-FFF2-40B4-BE49-F238E27FC236}">
                <a16:creationId xmlns:a16="http://schemas.microsoft.com/office/drawing/2014/main" id="{08C0D4C3-BA39-8FFD-07B5-451D85B6FC0B}"/>
              </a:ext>
            </a:extLst>
          </p:cNvPr>
          <p:cNvSpPr>
            <a:spLocks noGrp="1"/>
          </p:cNvSpPr>
          <p:nvPr>
            <p:ph sz="quarter" idx="14"/>
          </p:nvPr>
        </p:nvSpPr>
        <p:spPr>
          <a:xfrm>
            <a:off x="549419" y="1490663"/>
            <a:ext cx="11115395" cy="49101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214730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tle and Content Yellow">
    <p:bg>
      <p:bgPr>
        <a:solidFill>
          <a:srgbClr val="FFC81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lvl1pPr>
              <a:defRPr>
                <a:solidFill>
                  <a:schemeClr val="tx1"/>
                </a:solidFill>
              </a:defRPr>
            </a:lvl1p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grpSp>
        <p:nvGrpSpPr>
          <p:cNvPr id="10" name="Group 9">
            <a:extLst>
              <a:ext uri="{FF2B5EF4-FFF2-40B4-BE49-F238E27FC236}">
                <a16:creationId xmlns:a16="http://schemas.microsoft.com/office/drawing/2014/main" id="{DE7FA4F2-BA3C-C524-BB7D-FC20CD085B6D}"/>
              </a:ext>
            </a:extLst>
          </p:cNvPr>
          <p:cNvGrpSpPr/>
          <p:nvPr/>
        </p:nvGrpSpPr>
        <p:grpSpPr>
          <a:xfrm>
            <a:off x="11311343" y="6472282"/>
            <a:ext cx="393294" cy="216291"/>
            <a:chOff x="11071294" y="6230730"/>
            <a:chExt cx="393192" cy="216291"/>
          </a:xfrm>
          <a:solidFill>
            <a:schemeClr val="tx1"/>
          </a:solidFill>
        </p:grpSpPr>
        <p:sp>
          <p:nvSpPr>
            <p:cNvPr id="11" name="Freeform: Shape 10">
              <a:extLst>
                <a:ext uri="{FF2B5EF4-FFF2-40B4-BE49-F238E27FC236}">
                  <a16:creationId xmlns:a16="http://schemas.microsoft.com/office/drawing/2014/main" id="{9C3469AC-3B78-C2D1-65BA-6FF4DC88CCB3}"/>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12" name="Freeform: Shape 11">
              <a:extLst>
                <a:ext uri="{FF2B5EF4-FFF2-40B4-BE49-F238E27FC236}">
                  <a16:creationId xmlns:a16="http://schemas.microsoft.com/office/drawing/2014/main" id="{513EBF12-7F18-F37A-47A3-08127DAD088B}"/>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13" name="Google Shape;10;p1">
            <a:extLst>
              <a:ext uri="{FF2B5EF4-FFF2-40B4-BE49-F238E27FC236}">
                <a16:creationId xmlns:a16="http://schemas.microsoft.com/office/drawing/2014/main" id="{EDE02023-B617-1B7E-05D3-2C5A952C3BC9}"/>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tx1"/>
                </a:solidFill>
                <a:latin typeface="+mn-lt"/>
                <a:ea typeface="Arial"/>
                <a:cs typeface="Arial"/>
                <a:sym typeface="Arial"/>
              </a:rPr>
              <a:t>© </a:t>
            </a:r>
            <a:r>
              <a:rPr lang="en-US" sz="600">
                <a:solidFill>
                  <a:schemeClr val="tx1"/>
                </a:solidFill>
                <a:latin typeface="+mn-lt"/>
              </a:rPr>
              <a:t>2023</a:t>
            </a:r>
            <a:r>
              <a:rPr lang="en-US" sz="600" b="0" i="0" u="none" strike="noStrike" cap="none">
                <a:solidFill>
                  <a:schemeClr val="tx1"/>
                </a:solidFill>
                <a:latin typeface="+mn-lt"/>
                <a:ea typeface="Arial"/>
                <a:cs typeface="Arial"/>
                <a:sym typeface="Arial"/>
              </a:rPr>
              <a:t> Equinix, Inc.</a:t>
            </a:r>
            <a:endParaRPr sz="1799">
              <a:solidFill>
                <a:schemeClr val="tx1"/>
              </a:solidFill>
              <a:latin typeface="+mn-lt"/>
            </a:endParaRPr>
          </a:p>
        </p:txBody>
      </p:sp>
      <p:sp>
        <p:nvSpPr>
          <p:cNvPr id="14" name="Google Shape;11;p1">
            <a:extLst>
              <a:ext uri="{FF2B5EF4-FFF2-40B4-BE49-F238E27FC236}">
                <a16:creationId xmlns:a16="http://schemas.microsoft.com/office/drawing/2014/main" id="{E6A879C6-D1D9-141A-0D0A-AB79E5C231D6}"/>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tx1"/>
                </a:solidFill>
                <a:latin typeface="+mn-lt"/>
              </a:rPr>
              <a:pPr/>
              <a:t>‹#›</a:t>
            </a:fld>
            <a:endParaRPr lang="en-US" sz="600">
              <a:solidFill>
                <a:schemeClr val="tx1"/>
              </a:solidFill>
              <a:latin typeface="+mn-lt"/>
            </a:endParaRPr>
          </a:p>
        </p:txBody>
      </p:sp>
      <p:sp>
        <p:nvSpPr>
          <p:cNvPr id="3" name="Content Placeholder 9">
            <a:extLst>
              <a:ext uri="{FF2B5EF4-FFF2-40B4-BE49-F238E27FC236}">
                <a16:creationId xmlns:a16="http://schemas.microsoft.com/office/drawing/2014/main" id="{1BF6255E-4DF3-1F8E-16F7-191C330774E1}"/>
              </a:ext>
            </a:extLst>
          </p:cNvPr>
          <p:cNvSpPr>
            <a:spLocks noGrp="1"/>
          </p:cNvSpPr>
          <p:nvPr>
            <p:ph sz="quarter" idx="14"/>
          </p:nvPr>
        </p:nvSpPr>
        <p:spPr>
          <a:xfrm>
            <a:off x="549419" y="1490663"/>
            <a:ext cx="11115395" cy="4910137"/>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5649446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tle and Conten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lvl1pPr>
              <a:defRPr>
                <a:solidFill>
                  <a:schemeClr val="bg1"/>
                </a:solidFill>
              </a:defRPr>
            </a:lvl1p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grpSp>
        <p:nvGrpSpPr>
          <p:cNvPr id="3" name="Group 2">
            <a:extLst>
              <a:ext uri="{FF2B5EF4-FFF2-40B4-BE49-F238E27FC236}">
                <a16:creationId xmlns:a16="http://schemas.microsoft.com/office/drawing/2014/main" id="{85287F85-9FAD-5363-F0C2-EDFACFED529B}"/>
              </a:ext>
            </a:extLst>
          </p:cNvPr>
          <p:cNvGrpSpPr/>
          <p:nvPr/>
        </p:nvGrpSpPr>
        <p:grpSpPr>
          <a:xfrm>
            <a:off x="11311343" y="6472282"/>
            <a:ext cx="393294" cy="216291"/>
            <a:chOff x="11071294" y="6230730"/>
            <a:chExt cx="393192" cy="216291"/>
          </a:xfrm>
          <a:solidFill>
            <a:schemeClr val="bg1"/>
          </a:solidFill>
        </p:grpSpPr>
        <p:sp>
          <p:nvSpPr>
            <p:cNvPr id="4" name="Freeform: Shape 3">
              <a:extLst>
                <a:ext uri="{FF2B5EF4-FFF2-40B4-BE49-F238E27FC236}">
                  <a16:creationId xmlns:a16="http://schemas.microsoft.com/office/drawing/2014/main" id="{4D99BE69-564F-7E7E-6EDE-D9477306D7BA}"/>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6" name="Freeform: Shape 5">
              <a:extLst>
                <a:ext uri="{FF2B5EF4-FFF2-40B4-BE49-F238E27FC236}">
                  <a16:creationId xmlns:a16="http://schemas.microsoft.com/office/drawing/2014/main" id="{E08AAD6F-0455-9716-13FA-1E74EDD5889D}"/>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7" name="Google Shape;10;p1">
            <a:extLst>
              <a:ext uri="{FF2B5EF4-FFF2-40B4-BE49-F238E27FC236}">
                <a16:creationId xmlns:a16="http://schemas.microsoft.com/office/drawing/2014/main" id="{CF8A25AF-7168-1DE2-52CF-DE4EE31D9680}"/>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8" name="Google Shape;11;p1">
            <a:extLst>
              <a:ext uri="{FF2B5EF4-FFF2-40B4-BE49-F238E27FC236}">
                <a16:creationId xmlns:a16="http://schemas.microsoft.com/office/drawing/2014/main" id="{93B37AC5-D707-8288-704B-22297D1935A0}"/>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
        <p:nvSpPr>
          <p:cNvPr id="9" name="Content Placeholder 9">
            <a:extLst>
              <a:ext uri="{FF2B5EF4-FFF2-40B4-BE49-F238E27FC236}">
                <a16:creationId xmlns:a16="http://schemas.microsoft.com/office/drawing/2014/main" id="{68C1B856-C40D-9E62-845F-66F38886DD06}"/>
              </a:ext>
            </a:extLst>
          </p:cNvPr>
          <p:cNvSpPr>
            <a:spLocks noGrp="1"/>
          </p:cNvSpPr>
          <p:nvPr>
            <p:ph sz="quarter" idx="14"/>
          </p:nvPr>
        </p:nvSpPr>
        <p:spPr>
          <a:xfrm>
            <a:off x="549419" y="1490663"/>
            <a:ext cx="11115395" cy="49101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364155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ection Header Yellow">
    <p:bg>
      <p:bgPr>
        <a:solidFill>
          <a:srgbClr val="FFC814"/>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27D1166-C3CF-797C-8CC8-D7979271E7F7}"/>
              </a:ext>
            </a:extLst>
          </p:cNvPr>
          <p:cNvSpPr/>
          <p:nvPr/>
        </p:nvSpPr>
        <p:spPr>
          <a:xfrm>
            <a:off x="433698" y="838203"/>
            <a:ext cx="7334634" cy="479104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solidFill>
            <a:srgbClr val="FED13E"/>
          </a:solidFill>
          <a:ln w="2448" cap="flat">
            <a:noFill/>
            <a:prstDash val="solid"/>
            <a:miter/>
          </a:ln>
        </p:spPr>
        <p:txBody>
          <a:bodyPr rtlCol="0" anchor="ctr"/>
          <a:lstStyle/>
          <a:p>
            <a:endParaRPr lang="en-US" sz="1799"/>
          </a:p>
        </p:txBody>
      </p:sp>
      <p:sp>
        <p:nvSpPr>
          <p:cNvPr id="2" name="Title 1"/>
          <p:cNvSpPr>
            <a:spLocks noGrp="1"/>
          </p:cNvSpPr>
          <p:nvPr>
            <p:ph type="ctrTitle" hasCustomPrompt="1"/>
          </p:nvPr>
        </p:nvSpPr>
        <p:spPr bwMode="gray">
          <a:xfrm>
            <a:off x="1903909" y="2754972"/>
            <a:ext cx="8186617" cy="1348061"/>
          </a:xfrm>
          <a:prstGeom prst="rect">
            <a:avLst/>
          </a:prstGeom>
        </p:spPr>
        <p:txBody>
          <a:bodyPr wrap="square" anchor="b">
            <a:spAutoFit/>
          </a:bodyPr>
          <a:lstStyle>
            <a:lvl1pPr algn="l">
              <a:lnSpc>
                <a:spcPct val="90000"/>
              </a:lnSpc>
              <a:defRPr sz="4799">
                <a:solidFill>
                  <a:schemeClr val="tx1"/>
                </a:solidFill>
              </a:defRPr>
            </a:lvl1pPr>
          </a:lstStyle>
          <a:p>
            <a:r>
              <a:rPr lang="en-US"/>
              <a:t>Click to edit Master </a:t>
            </a:r>
            <a:br>
              <a:rPr lang="en-US"/>
            </a:br>
            <a:r>
              <a:rPr lang="en-US"/>
              <a:t>title style</a:t>
            </a:r>
          </a:p>
        </p:txBody>
      </p:sp>
      <p:grpSp>
        <p:nvGrpSpPr>
          <p:cNvPr id="15" name="Group 14">
            <a:extLst>
              <a:ext uri="{FF2B5EF4-FFF2-40B4-BE49-F238E27FC236}">
                <a16:creationId xmlns:a16="http://schemas.microsoft.com/office/drawing/2014/main" id="{29BC51E3-5F3F-9FCE-73CD-7BC8E48DB5A8}"/>
              </a:ext>
            </a:extLst>
          </p:cNvPr>
          <p:cNvGrpSpPr/>
          <p:nvPr/>
        </p:nvGrpSpPr>
        <p:grpSpPr>
          <a:xfrm>
            <a:off x="11311343" y="6472282"/>
            <a:ext cx="393294" cy="216291"/>
            <a:chOff x="11071294" y="6230730"/>
            <a:chExt cx="393192" cy="216291"/>
          </a:xfrm>
          <a:solidFill>
            <a:schemeClr val="tx1"/>
          </a:solidFill>
        </p:grpSpPr>
        <p:sp>
          <p:nvSpPr>
            <p:cNvPr id="16" name="Freeform: Shape 15">
              <a:extLst>
                <a:ext uri="{FF2B5EF4-FFF2-40B4-BE49-F238E27FC236}">
                  <a16:creationId xmlns:a16="http://schemas.microsoft.com/office/drawing/2014/main" id="{9D0E6820-1CED-B658-11D7-50DC31E8C516}"/>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17" name="Freeform: Shape 16">
              <a:extLst>
                <a:ext uri="{FF2B5EF4-FFF2-40B4-BE49-F238E27FC236}">
                  <a16:creationId xmlns:a16="http://schemas.microsoft.com/office/drawing/2014/main" id="{B14F22C5-23F0-E8DE-C5E6-40E06D39C7B9}"/>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18" name="Google Shape;10;p1">
            <a:extLst>
              <a:ext uri="{FF2B5EF4-FFF2-40B4-BE49-F238E27FC236}">
                <a16:creationId xmlns:a16="http://schemas.microsoft.com/office/drawing/2014/main" id="{290A2CDB-3892-A2F2-2144-C7B17B01CF7F}"/>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tx1"/>
                </a:solidFill>
                <a:latin typeface="+mn-lt"/>
                <a:ea typeface="Arial"/>
                <a:cs typeface="Arial"/>
                <a:sym typeface="Arial"/>
              </a:rPr>
              <a:t>© </a:t>
            </a:r>
            <a:r>
              <a:rPr lang="en-US" sz="600">
                <a:solidFill>
                  <a:schemeClr val="tx1"/>
                </a:solidFill>
                <a:latin typeface="+mn-lt"/>
              </a:rPr>
              <a:t>2023</a:t>
            </a:r>
            <a:r>
              <a:rPr lang="en-US" sz="600" b="0" i="0" u="none" strike="noStrike" cap="none">
                <a:solidFill>
                  <a:schemeClr val="tx1"/>
                </a:solidFill>
                <a:latin typeface="+mn-lt"/>
                <a:ea typeface="Arial"/>
                <a:cs typeface="Arial"/>
                <a:sym typeface="Arial"/>
              </a:rPr>
              <a:t> Equinix, Inc.</a:t>
            </a:r>
            <a:endParaRPr sz="1799">
              <a:solidFill>
                <a:schemeClr val="tx1"/>
              </a:solidFill>
              <a:latin typeface="+mn-lt"/>
            </a:endParaRPr>
          </a:p>
        </p:txBody>
      </p:sp>
      <p:sp>
        <p:nvSpPr>
          <p:cNvPr id="19" name="Google Shape;11;p1">
            <a:extLst>
              <a:ext uri="{FF2B5EF4-FFF2-40B4-BE49-F238E27FC236}">
                <a16:creationId xmlns:a16="http://schemas.microsoft.com/office/drawing/2014/main" id="{BAB3D75A-BB65-1CDF-3C27-88BA95832147}"/>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tx1"/>
                </a:solidFill>
                <a:latin typeface="+mn-lt"/>
              </a:rPr>
              <a:pPr/>
              <a:t>‹#›</a:t>
            </a:fld>
            <a:endParaRPr lang="en-US" sz="600">
              <a:solidFill>
                <a:schemeClr val="tx1"/>
              </a:solidFill>
              <a:latin typeface="+mn-lt"/>
            </a:endParaRPr>
          </a:p>
        </p:txBody>
      </p:sp>
    </p:spTree>
    <p:extLst>
      <p:ext uri="{BB962C8B-B14F-4D97-AF65-F5344CB8AC3E}">
        <p14:creationId xmlns:p14="http://schemas.microsoft.com/office/powerpoint/2010/main" val="411635658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Section Header Orange">
    <p:bg>
      <p:bgPr>
        <a:solidFill>
          <a:srgbClr val="FF8600"/>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27D1166-C3CF-797C-8CC8-D7979271E7F7}"/>
              </a:ext>
            </a:extLst>
          </p:cNvPr>
          <p:cNvSpPr/>
          <p:nvPr/>
        </p:nvSpPr>
        <p:spPr>
          <a:xfrm>
            <a:off x="433698" y="838203"/>
            <a:ext cx="7334634" cy="479104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solidFill>
            <a:srgbClr val="F9730A"/>
          </a:solidFill>
          <a:ln w="2448" cap="flat">
            <a:noFill/>
            <a:prstDash val="solid"/>
            <a:miter/>
          </a:ln>
        </p:spPr>
        <p:txBody>
          <a:bodyPr rtlCol="0" anchor="ctr"/>
          <a:lstStyle/>
          <a:p>
            <a:endParaRPr lang="en-US" sz="1799"/>
          </a:p>
        </p:txBody>
      </p:sp>
      <p:sp>
        <p:nvSpPr>
          <p:cNvPr id="2" name="Title 1"/>
          <p:cNvSpPr>
            <a:spLocks noGrp="1"/>
          </p:cNvSpPr>
          <p:nvPr>
            <p:ph type="ctrTitle" hasCustomPrompt="1"/>
          </p:nvPr>
        </p:nvSpPr>
        <p:spPr bwMode="gray">
          <a:xfrm>
            <a:off x="1903909" y="2754972"/>
            <a:ext cx="8186617" cy="1348061"/>
          </a:xfrm>
          <a:prstGeom prst="rect">
            <a:avLst/>
          </a:prstGeom>
        </p:spPr>
        <p:txBody>
          <a:bodyPr wrap="square" anchor="b">
            <a:spAutoFit/>
          </a:bodyPr>
          <a:lstStyle>
            <a:lvl1pPr algn="l">
              <a:lnSpc>
                <a:spcPct val="90000"/>
              </a:lnSpc>
              <a:defRPr sz="4799">
                <a:solidFill>
                  <a:schemeClr val="bg1"/>
                </a:solidFill>
              </a:defRPr>
            </a:lvl1pPr>
          </a:lstStyle>
          <a:p>
            <a:r>
              <a:rPr lang="en-US"/>
              <a:t>Click to edit Master </a:t>
            </a:r>
            <a:br>
              <a:rPr lang="en-US"/>
            </a:br>
            <a:r>
              <a:rPr lang="en-US"/>
              <a:t>title style</a:t>
            </a:r>
          </a:p>
        </p:txBody>
      </p:sp>
      <p:grpSp>
        <p:nvGrpSpPr>
          <p:cNvPr id="15" name="Group 14">
            <a:extLst>
              <a:ext uri="{FF2B5EF4-FFF2-40B4-BE49-F238E27FC236}">
                <a16:creationId xmlns:a16="http://schemas.microsoft.com/office/drawing/2014/main" id="{29BC51E3-5F3F-9FCE-73CD-7BC8E48DB5A8}"/>
              </a:ext>
            </a:extLst>
          </p:cNvPr>
          <p:cNvGrpSpPr/>
          <p:nvPr/>
        </p:nvGrpSpPr>
        <p:grpSpPr>
          <a:xfrm>
            <a:off x="11311343" y="6472282"/>
            <a:ext cx="393294" cy="216291"/>
            <a:chOff x="11071294" y="6230730"/>
            <a:chExt cx="393192" cy="216291"/>
          </a:xfrm>
          <a:solidFill>
            <a:schemeClr val="bg1"/>
          </a:solidFill>
        </p:grpSpPr>
        <p:sp>
          <p:nvSpPr>
            <p:cNvPr id="16" name="Freeform: Shape 15">
              <a:extLst>
                <a:ext uri="{FF2B5EF4-FFF2-40B4-BE49-F238E27FC236}">
                  <a16:creationId xmlns:a16="http://schemas.microsoft.com/office/drawing/2014/main" id="{9D0E6820-1CED-B658-11D7-50DC31E8C516}"/>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17" name="Freeform: Shape 16">
              <a:extLst>
                <a:ext uri="{FF2B5EF4-FFF2-40B4-BE49-F238E27FC236}">
                  <a16:creationId xmlns:a16="http://schemas.microsoft.com/office/drawing/2014/main" id="{B14F22C5-23F0-E8DE-C5E6-40E06D39C7B9}"/>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18" name="Google Shape;10;p1">
            <a:extLst>
              <a:ext uri="{FF2B5EF4-FFF2-40B4-BE49-F238E27FC236}">
                <a16:creationId xmlns:a16="http://schemas.microsoft.com/office/drawing/2014/main" id="{290A2CDB-3892-A2F2-2144-C7B17B01CF7F}"/>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19" name="Google Shape;11;p1">
            <a:extLst>
              <a:ext uri="{FF2B5EF4-FFF2-40B4-BE49-F238E27FC236}">
                <a16:creationId xmlns:a16="http://schemas.microsoft.com/office/drawing/2014/main" id="{BAB3D75A-BB65-1CDF-3C27-88BA95832147}"/>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Tree>
    <p:extLst>
      <p:ext uri="{BB962C8B-B14F-4D97-AF65-F5344CB8AC3E}">
        <p14:creationId xmlns:p14="http://schemas.microsoft.com/office/powerpoint/2010/main" val="418909176"/>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ection Header Red">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8121EB44-EA0F-82F8-5232-3746EC2C1E7B}"/>
              </a:ext>
            </a:extLst>
          </p:cNvPr>
          <p:cNvSpPr/>
          <p:nvPr/>
        </p:nvSpPr>
        <p:spPr>
          <a:xfrm>
            <a:off x="433698" y="838203"/>
            <a:ext cx="7334634" cy="479104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solidFill>
            <a:srgbClr val="DF1D24"/>
          </a:solidFill>
          <a:ln w="2448" cap="flat">
            <a:noFill/>
            <a:prstDash val="solid"/>
            <a:miter/>
          </a:ln>
        </p:spPr>
        <p:txBody>
          <a:bodyPr rtlCol="0" anchor="ctr"/>
          <a:lstStyle/>
          <a:p>
            <a:endParaRPr lang="en-US" sz="1799"/>
          </a:p>
        </p:txBody>
      </p:sp>
      <p:sp>
        <p:nvSpPr>
          <p:cNvPr id="2" name="Title 1"/>
          <p:cNvSpPr>
            <a:spLocks noGrp="1"/>
          </p:cNvSpPr>
          <p:nvPr>
            <p:ph type="ctrTitle" hasCustomPrompt="1"/>
          </p:nvPr>
        </p:nvSpPr>
        <p:spPr bwMode="gray">
          <a:xfrm>
            <a:off x="1903908" y="2754972"/>
            <a:ext cx="8176782" cy="1348061"/>
          </a:xfrm>
          <a:prstGeom prst="rect">
            <a:avLst/>
          </a:prstGeom>
        </p:spPr>
        <p:txBody>
          <a:bodyPr wrap="square" anchor="b">
            <a:spAutoFit/>
          </a:bodyPr>
          <a:lstStyle>
            <a:lvl1pPr algn="l">
              <a:lnSpc>
                <a:spcPct val="90000"/>
              </a:lnSpc>
              <a:defRPr sz="4799">
                <a:solidFill>
                  <a:schemeClr val="bg1"/>
                </a:solidFill>
              </a:defRPr>
            </a:lvl1pPr>
          </a:lstStyle>
          <a:p>
            <a:r>
              <a:rPr lang="en-US"/>
              <a:t>Click to edit Master </a:t>
            </a:r>
            <a:br>
              <a:rPr lang="en-US"/>
            </a:br>
            <a:r>
              <a:rPr lang="en-US"/>
              <a:t>title style</a:t>
            </a:r>
          </a:p>
        </p:txBody>
      </p:sp>
      <p:grpSp>
        <p:nvGrpSpPr>
          <p:cNvPr id="15" name="Group 14">
            <a:extLst>
              <a:ext uri="{FF2B5EF4-FFF2-40B4-BE49-F238E27FC236}">
                <a16:creationId xmlns:a16="http://schemas.microsoft.com/office/drawing/2014/main" id="{29BC51E3-5F3F-9FCE-73CD-7BC8E48DB5A8}"/>
              </a:ext>
            </a:extLst>
          </p:cNvPr>
          <p:cNvGrpSpPr/>
          <p:nvPr/>
        </p:nvGrpSpPr>
        <p:grpSpPr>
          <a:xfrm>
            <a:off x="11311343" y="6472282"/>
            <a:ext cx="393294" cy="216291"/>
            <a:chOff x="11071294" y="6230730"/>
            <a:chExt cx="393192" cy="216291"/>
          </a:xfrm>
          <a:solidFill>
            <a:schemeClr val="bg1"/>
          </a:solidFill>
        </p:grpSpPr>
        <p:sp>
          <p:nvSpPr>
            <p:cNvPr id="16" name="Freeform: Shape 15">
              <a:extLst>
                <a:ext uri="{FF2B5EF4-FFF2-40B4-BE49-F238E27FC236}">
                  <a16:creationId xmlns:a16="http://schemas.microsoft.com/office/drawing/2014/main" id="{9D0E6820-1CED-B658-11D7-50DC31E8C516}"/>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17" name="Freeform: Shape 16">
              <a:extLst>
                <a:ext uri="{FF2B5EF4-FFF2-40B4-BE49-F238E27FC236}">
                  <a16:creationId xmlns:a16="http://schemas.microsoft.com/office/drawing/2014/main" id="{B14F22C5-23F0-E8DE-C5E6-40E06D39C7B9}"/>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18" name="Google Shape;10;p1">
            <a:extLst>
              <a:ext uri="{FF2B5EF4-FFF2-40B4-BE49-F238E27FC236}">
                <a16:creationId xmlns:a16="http://schemas.microsoft.com/office/drawing/2014/main" id="{290A2CDB-3892-A2F2-2144-C7B17B01CF7F}"/>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19" name="Google Shape;11;p1">
            <a:extLst>
              <a:ext uri="{FF2B5EF4-FFF2-40B4-BE49-F238E27FC236}">
                <a16:creationId xmlns:a16="http://schemas.microsoft.com/office/drawing/2014/main" id="{BAB3D75A-BB65-1CDF-3C27-88BA95832147}"/>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Tree>
    <p:extLst>
      <p:ext uri="{BB962C8B-B14F-4D97-AF65-F5344CB8AC3E}">
        <p14:creationId xmlns:p14="http://schemas.microsoft.com/office/powerpoint/2010/main" val="2848500224"/>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ext and Small Photo">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25DA951E-954C-F11A-CDDB-10A08F2DCDAE}"/>
              </a:ext>
            </a:extLst>
          </p:cNvPr>
          <p:cNvSpPr>
            <a:spLocks noGrp="1"/>
          </p:cNvSpPr>
          <p:nvPr>
            <p:ph type="pic" sz="quarter" idx="17"/>
          </p:nvPr>
        </p:nvSpPr>
        <p:spPr>
          <a:xfrm>
            <a:off x="7925718" y="0"/>
            <a:ext cx="4266283" cy="6858000"/>
          </a:xfrm>
          <a:solidFill>
            <a:schemeClr val="accent2">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9A900E3D-44E4-D062-C908-8A7D34C07CD3}"/>
              </a:ext>
            </a:extLst>
          </p:cNvPr>
          <p:cNvSpPr>
            <a:spLocks noGrp="1"/>
          </p:cNvSpPr>
          <p:nvPr>
            <p:ph type="title"/>
          </p:nvPr>
        </p:nvSpPr>
        <p:spPr>
          <a:xfrm>
            <a:off x="553420" y="536195"/>
            <a:ext cx="6952646" cy="352661"/>
          </a:xfrm>
          <a:prstGeom prst="rect">
            <a:avLst/>
          </a:prstGeom>
        </p:spPr>
        <p:txBody>
          <a:bodyPr wrap="square" anchor="t" anchorCtr="0">
            <a:spAutoFit/>
          </a:bodyPr>
          <a:lstStyle/>
          <a:p>
            <a:r>
              <a:rPr lang="en-US"/>
              <a:t>Click to edit Master title style</a:t>
            </a:r>
          </a:p>
        </p:txBody>
      </p:sp>
      <p:sp>
        <p:nvSpPr>
          <p:cNvPr id="3" name="Text Placeholder 27">
            <a:extLst>
              <a:ext uri="{FF2B5EF4-FFF2-40B4-BE49-F238E27FC236}">
                <a16:creationId xmlns:a16="http://schemas.microsoft.com/office/drawing/2014/main" id="{6F5FEAFF-526C-A30C-0EE3-50F5E553C38C}"/>
              </a:ext>
            </a:extLst>
          </p:cNvPr>
          <p:cNvSpPr>
            <a:spLocks noGrp="1"/>
          </p:cNvSpPr>
          <p:nvPr>
            <p:ph type="body" sz="quarter" idx="13" hasCustomPrompt="1"/>
          </p:nvPr>
        </p:nvSpPr>
        <p:spPr>
          <a:xfrm>
            <a:off x="553421" y="1005843"/>
            <a:ext cx="6952647"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BB589854-F462-C491-C5A8-F58244DB75DD}"/>
              </a:ext>
            </a:extLst>
          </p:cNvPr>
          <p:cNvSpPr>
            <a:spLocks noGrp="1"/>
          </p:cNvSpPr>
          <p:nvPr>
            <p:ph sz="quarter" idx="15"/>
          </p:nvPr>
        </p:nvSpPr>
        <p:spPr>
          <a:xfrm>
            <a:off x="553421" y="1627632"/>
            <a:ext cx="6952646"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67397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ext and Small Photo 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25DA951E-954C-F11A-CDDB-10A08F2DCDAE}"/>
              </a:ext>
            </a:extLst>
          </p:cNvPr>
          <p:cNvSpPr>
            <a:spLocks noGrp="1"/>
          </p:cNvSpPr>
          <p:nvPr>
            <p:ph type="pic" sz="quarter" idx="17"/>
          </p:nvPr>
        </p:nvSpPr>
        <p:spPr>
          <a:xfrm>
            <a:off x="0" y="0"/>
            <a:ext cx="4266283" cy="6858000"/>
          </a:xfrm>
          <a:solidFill>
            <a:schemeClr val="accent2">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7BF71CB8-25E2-CF81-FA01-0E4ADDC87E0B}"/>
              </a:ext>
            </a:extLst>
          </p:cNvPr>
          <p:cNvSpPr>
            <a:spLocks noGrp="1"/>
          </p:cNvSpPr>
          <p:nvPr>
            <p:ph type="title"/>
          </p:nvPr>
        </p:nvSpPr>
        <p:spPr>
          <a:xfrm>
            <a:off x="4724042" y="536195"/>
            <a:ext cx="6919175" cy="352661"/>
          </a:xfrm>
          <a:prstGeom prst="rect">
            <a:avLst/>
          </a:prstGeom>
        </p:spPr>
        <p:txBody>
          <a:bodyPr wrap="square" anchor="t" anchorCtr="0">
            <a:spAutoFit/>
          </a:bodyPr>
          <a:lstStyle/>
          <a:p>
            <a:r>
              <a:rPr lang="en-US"/>
              <a:t>Click to edit Master title style</a:t>
            </a:r>
          </a:p>
        </p:txBody>
      </p:sp>
      <p:sp>
        <p:nvSpPr>
          <p:cNvPr id="3" name="Text Placeholder 27">
            <a:extLst>
              <a:ext uri="{FF2B5EF4-FFF2-40B4-BE49-F238E27FC236}">
                <a16:creationId xmlns:a16="http://schemas.microsoft.com/office/drawing/2014/main" id="{04451FA2-7527-303B-3D35-FD315CE14E33}"/>
              </a:ext>
            </a:extLst>
          </p:cNvPr>
          <p:cNvSpPr>
            <a:spLocks noGrp="1"/>
          </p:cNvSpPr>
          <p:nvPr>
            <p:ph type="body" sz="quarter" idx="13" hasCustomPrompt="1"/>
          </p:nvPr>
        </p:nvSpPr>
        <p:spPr>
          <a:xfrm>
            <a:off x="4724042" y="1005843"/>
            <a:ext cx="6919176"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3A49D139-8F6F-C14E-8056-4CB94EE7BBA5}"/>
              </a:ext>
            </a:extLst>
          </p:cNvPr>
          <p:cNvSpPr>
            <a:spLocks noGrp="1"/>
          </p:cNvSpPr>
          <p:nvPr>
            <p:ph sz="quarter" idx="15"/>
          </p:nvPr>
        </p:nvSpPr>
        <p:spPr>
          <a:xfrm>
            <a:off x="4724043" y="1627632"/>
            <a:ext cx="6919175"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423674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ext and Half Photo">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25DA951E-954C-F11A-CDDB-10A08F2DCDAE}"/>
              </a:ext>
            </a:extLst>
          </p:cNvPr>
          <p:cNvSpPr>
            <a:spLocks noGrp="1"/>
          </p:cNvSpPr>
          <p:nvPr>
            <p:ph type="pic" sz="quarter" idx="17"/>
          </p:nvPr>
        </p:nvSpPr>
        <p:spPr>
          <a:xfrm>
            <a:off x="6102001" y="0"/>
            <a:ext cx="6090001" cy="6858000"/>
          </a:xfrm>
          <a:solidFill>
            <a:schemeClr val="accent2">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9A900E3D-44E4-D062-C908-8A7D34C07CD3}"/>
              </a:ext>
            </a:extLst>
          </p:cNvPr>
          <p:cNvSpPr>
            <a:spLocks noGrp="1"/>
          </p:cNvSpPr>
          <p:nvPr>
            <p:ph type="title"/>
          </p:nvPr>
        </p:nvSpPr>
        <p:spPr>
          <a:xfrm>
            <a:off x="553423" y="536195"/>
            <a:ext cx="5062259" cy="352661"/>
          </a:xfrm>
          <a:prstGeom prst="rect">
            <a:avLst/>
          </a:prstGeom>
        </p:spPr>
        <p:txBody>
          <a:bodyPr wrap="square" anchor="t" anchorCtr="0">
            <a:spAutoFit/>
          </a:bodyPr>
          <a:lstStyle/>
          <a:p>
            <a:r>
              <a:rPr lang="en-US"/>
              <a:t>Click to edit Master title style</a:t>
            </a:r>
          </a:p>
        </p:txBody>
      </p:sp>
      <p:sp>
        <p:nvSpPr>
          <p:cNvPr id="3" name="Text Placeholder 27">
            <a:extLst>
              <a:ext uri="{FF2B5EF4-FFF2-40B4-BE49-F238E27FC236}">
                <a16:creationId xmlns:a16="http://schemas.microsoft.com/office/drawing/2014/main" id="{6F5FEAFF-526C-A30C-0EE3-50F5E553C38C}"/>
              </a:ext>
            </a:extLst>
          </p:cNvPr>
          <p:cNvSpPr>
            <a:spLocks noGrp="1"/>
          </p:cNvSpPr>
          <p:nvPr>
            <p:ph type="body" sz="quarter" idx="13" hasCustomPrompt="1"/>
          </p:nvPr>
        </p:nvSpPr>
        <p:spPr>
          <a:xfrm>
            <a:off x="553421" y="1005843"/>
            <a:ext cx="5062260"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BB589854-F462-C491-C5A8-F58244DB75DD}"/>
              </a:ext>
            </a:extLst>
          </p:cNvPr>
          <p:cNvSpPr>
            <a:spLocks noGrp="1"/>
          </p:cNvSpPr>
          <p:nvPr>
            <p:ph sz="quarter" idx="15"/>
          </p:nvPr>
        </p:nvSpPr>
        <p:spPr>
          <a:xfrm>
            <a:off x="553424" y="1627632"/>
            <a:ext cx="5062259"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558677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ext and Half Photo 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25DA951E-954C-F11A-CDDB-10A08F2DCDAE}"/>
              </a:ext>
            </a:extLst>
          </p:cNvPr>
          <p:cNvSpPr>
            <a:spLocks noGrp="1"/>
          </p:cNvSpPr>
          <p:nvPr>
            <p:ph type="pic" sz="quarter" idx="17"/>
          </p:nvPr>
        </p:nvSpPr>
        <p:spPr>
          <a:xfrm>
            <a:off x="-1" y="0"/>
            <a:ext cx="6090000" cy="6858000"/>
          </a:xfrm>
          <a:solidFill>
            <a:schemeClr val="accent2">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7BF71CB8-25E2-CF81-FA01-0E4ADDC87E0B}"/>
              </a:ext>
            </a:extLst>
          </p:cNvPr>
          <p:cNvSpPr>
            <a:spLocks noGrp="1"/>
          </p:cNvSpPr>
          <p:nvPr>
            <p:ph type="title"/>
          </p:nvPr>
        </p:nvSpPr>
        <p:spPr>
          <a:xfrm>
            <a:off x="6547757" y="536195"/>
            <a:ext cx="5188511" cy="352661"/>
          </a:xfrm>
          <a:prstGeom prst="rect">
            <a:avLst/>
          </a:prstGeom>
        </p:spPr>
        <p:txBody>
          <a:bodyPr wrap="square" anchor="t" anchorCtr="0">
            <a:spAutoFit/>
          </a:bodyPr>
          <a:lstStyle/>
          <a:p>
            <a:r>
              <a:rPr lang="en-US"/>
              <a:t>Click to edit Master title style</a:t>
            </a:r>
          </a:p>
        </p:txBody>
      </p:sp>
      <p:sp>
        <p:nvSpPr>
          <p:cNvPr id="3" name="Text Placeholder 27">
            <a:extLst>
              <a:ext uri="{FF2B5EF4-FFF2-40B4-BE49-F238E27FC236}">
                <a16:creationId xmlns:a16="http://schemas.microsoft.com/office/drawing/2014/main" id="{04451FA2-7527-303B-3D35-FD315CE14E33}"/>
              </a:ext>
            </a:extLst>
          </p:cNvPr>
          <p:cNvSpPr>
            <a:spLocks noGrp="1"/>
          </p:cNvSpPr>
          <p:nvPr>
            <p:ph type="body" sz="quarter" idx="13" hasCustomPrompt="1"/>
          </p:nvPr>
        </p:nvSpPr>
        <p:spPr>
          <a:xfrm>
            <a:off x="6547760" y="1005843"/>
            <a:ext cx="5188512"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3A49D139-8F6F-C14E-8056-4CB94EE7BBA5}"/>
              </a:ext>
            </a:extLst>
          </p:cNvPr>
          <p:cNvSpPr>
            <a:spLocks noGrp="1"/>
          </p:cNvSpPr>
          <p:nvPr>
            <p:ph sz="quarter" idx="15"/>
          </p:nvPr>
        </p:nvSpPr>
        <p:spPr>
          <a:xfrm>
            <a:off x="6547758" y="1627632"/>
            <a:ext cx="5188511"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858271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ext and Large Phot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B1E7E50-C1AA-056A-7D98-577E434D13E7}"/>
              </a:ext>
            </a:extLst>
          </p:cNvPr>
          <p:cNvSpPr/>
          <p:nvPr/>
        </p:nvSpPr>
        <p:spPr>
          <a:xfrm>
            <a:off x="4263550" y="0"/>
            <a:ext cx="7928452" cy="6858000"/>
          </a:xfrm>
          <a:prstGeom prst="rect">
            <a:avLst/>
          </a:prstGeom>
          <a:solidFill>
            <a:schemeClr val="tx1"/>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endParaRPr lang="en-US" sz="1799"/>
          </a:p>
        </p:txBody>
      </p:sp>
      <p:sp>
        <p:nvSpPr>
          <p:cNvPr id="19" name="Picture Placeholder 18">
            <a:extLst>
              <a:ext uri="{FF2B5EF4-FFF2-40B4-BE49-F238E27FC236}">
                <a16:creationId xmlns:a16="http://schemas.microsoft.com/office/drawing/2014/main" id="{25DA951E-954C-F11A-CDDB-10A08F2DCDAE}"/>
              </a:ext>
            </a:extLst>
          </p:cNvPr>
          <p:cNvSpPr>
            <a:spLocks noGrp="1"/>
          </p:cNvSpPr>
          <p:nvPr>
            <p:ph type="pic" sz="quarter" idx="17"/>
          </p:nvPr>
        </p:nvSpPr>
        <p:spPr>
          <a:xfrm>
            <a:off x="4263550" y="0"/>
            <a:ext cx="7928452" cy="6858000"/>
          </a:xfrm>
          <a:solidFill>
            <a:schemeClr val="accent2">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9A900E3D-44E4-D062-C908-8A7D34C07CD3}"/>
              </a:ext>
            </a:extLst>
          </p:cNvPr>
          <p:cNvSpPr>
            <a:spLocks noGrp="1"/>
          </p:cNvSpPr>
          <p:nvPr>
            <p:ph type="title"/>
          </p:nvPr>
        </p:nvSpPr>
        <p:spPr>
          <a:xfrm>
            <a:off x="553422" y="536195"/>
            <a:ext cx="3272323" cy="699807"/>
          </a:xfrm>
          <a:prstGeom prst="rect">
            <a:avLst/>
          </a:prstGeom>
        </p:spPr>
        <p:txBody>
          <a:bodyPr wrap="square" anchor="t" anchorCtr="0">
            <a:spAutoFit/>
          </a:bodyPr>
          <a:lstStyle/>
          <a:p>
            <a:r>
              <a:rPr lang="en-US"/>
              <a:t>Click to edit Master title style</a:t>
            </a:r>
          </a:p>
        </p:txBody>
      </p:sp>
      <p:sp>
        <p:nvSpPr>
          <p:cNvPr id="3" name="Text Placeholder 27">
            <a:extLst>
              <a:ext uri="{FF2B5EF4-FFF2-40B4-BE49-F238E27FC236}">
                <a16:creationId xmlns:a16="http://schemas.microsoft.com/office/drawing/2014/main" id="{6F5FEAFF-526C-A30C-0EE3-50F5E553C38C}"/>
              </a:ext>
            </a:extLst>
          </p:cNvPr>
          <p:cNvSpPr>
            <a:spLocks noGrp="1"/>
          </p:cNvSpPr>
          <p:nvPr>
            <p:ph type="body" sz="quarter" idx="13" hasCustomPrompt="1"/>
          </p:nvPr>
        </p:nvSpPr>
        <p:spPr>
          <a:xfrm>
            <a:off x="553422" y="1005843"/>
            <a:ext cx="3272323"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BB589854-F462-C491-C5A8-F58244DB75DD}"/>
              </a:ext>
            </a:extLst>
          </p:cNvPr>
          <p:cNvSpPr>
            <a:spLocks noGrp="1"/>
          </p:cNvSpPr>
          <p:nvPr>
            <p:ph sz="quarter" idx="15"/>
          </p:nvPr>
        </p:nvSpPr>
        <p:spPr>
          <a:xfrm>
            <a:off x="553423" y="1627632"/>
            <a:ext cx="3272323"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052019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helf Imag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25DA951E-954C-F11A-CDDB-10A08F2DCDAE}"/>
              </a:ext>
            </a:extLst>
          </p:cNvPr>
          <p:cNvSpPr>
            <a:spLocks noGrp="1"/>
          </p:cNvSpPr>
          <p:nvPr>
            <p:ph type="pic" sz="quarter" idx="17"/>
          </p:nvPr>
        </p:nvSpPr>
        <p:spPr>
          <a:xfrm>
            <a:off x="-1" y="0"/>
            <a:ext cx="12192000" cy="4876800"/>
          </a:xfrm>
          <a:solidFill>
            <a:schemeClr val="accent2">
              <a:lumMod val="20000"/>
              <a:lumOff val="80000"/>
            </a:schemeClr>
          </a:solidFill>
        </p:spPr>
        <p:txBody>
          <a:bodyPr/>
          <a:lstStyle/>
          <a:p>
            <a:r>
              <a:rPr lang="en-US"/>
              <a:t>Click icon to add picture</a:t>
            </a:r>
          </a:p>
        </p:txBody>
      </p:sp>
    </p:spTree>
    <p:extLst>
      <p:ext uri="{BB962C8B-B14F-4D97-AF65-F5344CB8AC3E}">
        <p14:creationId xmlns:p14="http://schemas.microsoft.com/office/powerpoint/2010/main" val="255049154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Full Imag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0" y="536195"/>
            <a:ext cx="11089796" cy="352661"/>
          </a:xfrm>
          <a:prstGeom prst="rect">
            <a:avLst/>
          </a:prstGeom>
        </p:spPr>
        <p:txBody>
          <a:bodyPr anchor="t" anchorCtr="0">
            <a:spAutoFit/>
          </a:bodyPr>
          <a:lstStyle>
            <a:lvl1pPr>
              <a:defRPr>
                <a:solidFill>
                  <a:schemeClr val="bg1"/>
                </a:solidFill>
              </a:defRPr>
            </a:lvl1pPr>
          </a:lstStyle>
          <a:p>
            <a:r>
              <a:rPr lang="en-US"/>
              <a:t>Click to edit Master title style</a:t>
            </a:r>
          </a:p>
        </p:txBody>
      </p:sp>
      <p:sp>
        <p:nvSpPr>
          <p:cNvPr id="5" name="Text Placeholder 27"/>
          <p:cNvSpPr>
            <a:spLocks noGrp="1"/>
          </p:cNvSpPr>
          <p:nvPr>
            <p:ph type="body" sz="quarter" idx="13" hasCustomPrompt="1"/>
          </p:nvPr>
        </p:nvSpPr>
        <p:spPr>
          <a:xfrm>
            <a:off x="553420" y="1005843"/>
            <a:ext cx="11089798" cy="276999"/>
          </a:xfrm>
          <a:prstGeom prst="rect">
            <a:avLst/>
          </a:prstGeom>
        </p:spPr>
        <p:txBody>
          <a:bodyPr>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grpSp>
        <p:nvGrpSpPr>
          <p:cNvPr id="3" name="Group 2">
            <a:extLst>
              <a:ext uri="{FF2B5EF4-FFF2-40B4-BE49-F238E27FC236}">
                <a16:creationId xmlns:a16="http://schemas.microsoft.com/office/drawing/2014/main" id="{85287F85-9FAD-5363-F0C2-EDFACFED529B}"/>
              </a:ext>
            </a:extLst>
          </p:cNvPr>
          <p:cNvGrpSpPr/>
          <p:nvPr/>
        </p:nvGrpSpPr>
        <p:grpSpPr>
          <a:xfrm>
            <a:off x="11311343" y="6472282"/>
            <a:ext cx="393294" cy="216291"/>
            <a:chOff x="11071294" y="6230730"/>
            <a:chExt cx="393192" cy="216291"/>
          </a:xfrm>
          <a:solidFill>
            <a:schemeClr val="bg1"/>
          </a:solidFill>
        </p:grpSpPr>
        <p:sp>
          <p:nvSpPr>
            <p:cNvPr id="4" name="Freeform: Shape 3">
              <a:extLst>
                <a:ext uri="{FF2B5EF4-FFF2-40B4-BE49-F238E27FC236}">
                  <a16:creationId xmlns:a16="http://schemas.microsoft.com/office/drawing/2014/main" id="{4D99BE69-564F-7E7E-6EDE-D9477306D7BA}"/>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6" name="Freeform: Shape 5">
              <a:extLst>
                <a:ext uri="{FF2B5EF4-FFF2-40B4-BE49-F238E27FC236}">
                  <a16:creationId xmlns:a16="http://schemas.microsoft.com/office/drawing/2014/main" id="{E08AAD6F-0455-9716-13FA-1E74EDD5889D}"/>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7" name="Google Shape;10;p1">
            <a:extLst>
              <a:ext uri="{FF2B5EF4-FFF2-40B4-BE49-F238E27FC236}">
                <a16:creationId xmlns:a16="http://schemas.microsoft.com/office/drawing/2014/main" id="{CF8A25AF-7168-1DE2-52CF-DE4EE31D9680}"/>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8" name="Google Shape;11;p1">
            <a:extLst>
              <a:ext uri="{FF2B5EF4-FFF2-40B4-BE49-F238E27FC236}">
                <a16:creationId xmlns:a16="http://schemas.microsoft.com/office/drawing/2014/main" id="{93B37AC5-D707-8288-704B-22297D1935A0}"/>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Tree>
    <p:extLst>
      <p:ext uri="{BB962C8B-B14F-4D97-AF65-F5344CB8AC3E}">
        <p14:creationId xmlns:p14="http://schemas.microsoft.com/office/powerpoint/2010/main" val="72127299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Half Black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04C753-EE2D-4F74-218F-D25CE4C2731B}"/>
              </a:ext>
            </a:extLst>
          </p:cNvPr>
          <p:cNvSpPr/>
          <p:nvPr/>
        </p:nvSpPr>
        <p:spPr>
          <a:xfrm>
            <a:off x="6102001" y="0"/>
            <a:ext cx="6090001" cy="6858000"/>
          </a:xfrm>
          <a:prstGeom prst="rect">
            <a:avLst/>
          </a:prstGeom>
          <a:solidFill>
            <a:schemeClr val="tx1"/>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9A900E3D-44E4-D062-C908-8A7D34C07CD3}"/>
              </a:ext>
            </a:extLst>
          </p:cNvPr>
          <p:cNvSpPr>
            <a:spLocks noGrp="1"/>
          </p:cNvSpPr>
          <p:nvPr>
            <p:ph type="title" hasCustomPrompt="1"/>
          </p:nvPr>
        </p:nvSpPr>
        <p:spPr>
          <a:xfrm>
            <a:off x="553423" y="536195"/>
            <a:ext cx="5062259" cy="352661"/>
          </a:xfrm>
          <a:prstGeom prst="rect">
            <a:avLst/>
          </a:prstGeom>
        </p:spPr>
        <p:txBody>
          <a:bodyPr wrap="square" anchor="t" anchorCtr="0">
            <a:spAutoFit/>
          </a:bodyPr>
          <a:lstStyle/>
          <a:p>
            <a:r>
              <a:rPr lang="en-US"/>
              <a:t>Click to edit title</a:t>
            </a:r>
          </a:p>
        </p:txBody>
      </p:sp>
      <p:sp>
        <p:nvSpPr>
          <p:cNvPr id="3" name="Text Placeholder 27">
            <a:extLst>
              <a:ext uri="{FF2B5EF4-FFF2-40B4-BE49-F238E27FC236}">
                <a16:creationId xmlns:a16="http://schemas.microsoft.com/office/drawing/2014/main" id="{6F5FEAFF-526C-A30C-0EE3-50F5E553C38C}"/>
              </a:ext>
            </a:extLst>
          </p:cNvPr>
          <p:cNvSpPr>
            <a:spLocks noGrp="1"/>
          </p:cNvSpPr>
          <p:nvPr>
            <p:ph type="body" sz="quarter" idx="13" hasCustomPrompt="1"/>
          </p:nvPr>
        </p:nvSpPr>
        <p:spPr>
          <a:xfrm>
            <a:off x="553421" y="1005843"/>
            <a:ext cx="5062260"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BB589854-F462-C491-C5A8-F58244DB75DD}"/>
              </a:ext>
            </a:extLst>
          </p:cNvPr>
          <p:cNvSpPr>
            <a:spLocks noGrp="1"/>
          </p:cNvSpPr>
          <p:nvPr>
            <p:ph sz="quarter" idx="15"/>
          </p:nvPr>
        </p:nvSpPr>
        <p:spPr>
          <a:xfrm>
            <a:off x="553424" y="1627632"/>
            <a:ext cx="5062259"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grpSp>
        <p:nvGrpSpPr>
          <p:cNvPr id="6" name="Group 5">
            <a:extLst>
              <a:ext uri="{FF2B5EF4-FFF2-40B4-BE49-F238E27FC236}">
                <a16:creationId xmlns:a16="http://schemas.microsoft.com/office/drawing/2014/main" id="{5924DBBB-DB13-988D-B96D-39A240F5F232}"/>
              </a:ext>
            </a:extLst>
          </p:cNvPr>
          <p:cNvGrpSpPr/>
          <p:nvPr/>
        </p:nvGrpSpPr>
        <p:grpSpPr>
          <a:xfrm>
            <a:off x="11311343" y="6472282"/>
            <a:ext cx="393294" cy="216291"/>
            <a:chOff x="11071294" y="6230730"/>
            <a:chExt cx="393192" cy="216291"/>
          </a:xfrm>
          <a:solidFill>
            <a:schemeClr val="bg1"/>
          </a:solidFill>
        </p:grpSpPr>
        <p:sp>
          <p:nvSpPr>
            <p:cNvPr id="7" name="Freeform: Shape 6">
              <a:extLst>
                <a:ext uri="{FF2B5EF4-FFF2-40B4-BE49-F238E27FC236}">
                  <a16:creationId xmlns:a16="http://schemas.microsoft.com/office/drawing/2014/main" id="{C2C5E803-2BEA-2968-D66A-8548FA5972E7}"/>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8" name="Freeform: Shape 7">
              <a:extLst>
                <a:ext uri="{FF2B5EF4-FFF2-40B4-BE49-F238E27FC236}">
                  <a16:creationId xmlns:a16="http://schemas.microsoft.com/office/drawing/2014/main" id="{48430114-A693-3A6F-1928-CD0B78FBCDF4}"/>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10" name="Text Placeholder 27">
            <a:extLst>
              <a:ext uri="{FF2B5EF4-FFF2-40B4-BE49-F238E27FC236}">
                <a16:creationId xmlns:a16="http://schemas.microsoft.com/office/drawing/2014/main" id="{C8974E52-B467-963A-51BD-DE2DEAFE0BED}"/>
              </a:ext>
            </a:extLst>
          </p:cNvPr>
          <p:cNvSpPr>
            <a:spLocks noGrp="1"/>
          </p:cNvSpPr>
          <p:nvPr>
            <p:ph type="body" sz="quarter" idx="16" hasCustomPrompt="1"/>
          </p:nvPr>
        </p:nvSpPr>
        <p:spPr>
          <a:xfrm>
            <a:off x="6611670" y="1005843"/>
            <a:ext cx="5062260" cy="276999"/>
          </a:xfrm>
          <a:prstGeom prst="rect">
            <a:avLst/>
          </a:prstGeom>
        </p:spPr>
        <p:txBody>
          <a:bodyPr wrap="square">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11" name="Content Placeholder 6">
            <a:extLst>
              <a:ext uri="{FF2B5EF4-FFF2-40B4-BE49-F238E27FC236}">
                <a16:creationId xmlns:a16="http://schemas.microsoft.com/office/drawing/2014/main" id="{D738403E-87C0-8630-3AD9-F3C288261004}"/>
              </a:ext>
            </a:extLst>
          </p:cNvPr>
          <p:cNvSpPr>
            <a:spLocks noGrp="1"/>
          </p:cNvSpPr>
          <p:nvPr>
            <p:ph sz="quarter" idx="17"/>
          </p:nvPr>
        </p:nvSpPr>
        <p:spPr>
          <a:xfrm>
            <a:off x="6611672" y="1627632"/>
            <a:ext cx="5062259" cy="47625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3" name="Text Placeholder 12">
            <a:extLst>
              <a:ext uri="{FF2B5EF4-FFF2-40B4-BE49-F238E27FC236}">
                <a16:creationId xmlns:a16="http://schemas.microsoft.com/office/drawing/2014/main" id="{D0342C64-7725-DDAD-E0D4-D2EEA9BE3F40}"/>
              </a:ext>
            </a:extLst>
          </p:cNvPr>
          <p:cNvSpPr>
            <a:spLocks noGrp="1"/>
          </p:cNvSpPr>
          <p:nvPr>
            <p:ph type="body" sz="quarter" idx="18" hasCustomPrompt="1"/>
          </p:nvPr>
        </p:nvSpPr>
        <p:spPr>
          <a:xfrm>
            <a:off x="6611671" y="536195"/>
            <a:ext cx="5042591" cy="352661"/>
          </a:xfrm>
        </p:spPr>
        <p:txBody>
          <a:bodyPr vert="horz" wrap="square" lIns="0" tIns="0" rIns="0" bIns="0" rtlCol="0" anchor="t" anchorCtr="0">
            <a:spAutoFit/>
          </a:bodyPr>
          <a:lstStyle>
            <a:lvl1pPr>
              <a:defRPr lang="en-US" sz="2399" b="0" i="0" smtClean="0">
                <a:solidFill>
                  <a:schemeClr val="bg1"/>
                </a:solidFill>
                <a:latin typeface="+mj-lt"/>
                <a:ea typeface="+mj-ea"/>
                <a:cs typeface="+mj-cs"/>
              </a:defRPr>
            </a:lvl1pPr>
            <a:lvl2pPr>
              <a:defRPr lang="en-US" smtClean="0"/>
            </a:lvl2pPr>
            <a:lvl3pPr>
              <a:defRPr lang="en-US" smtClean="0"/>
            </a:lvl3pPr>
            <a:lvl4pPr>
              <a:defRPr lang="en-US" smtClean="0"/>
            </a:lvl4pPr>
            <a:lvl5pPr>
              <a:defRPr lang="en-US"/>
            </a:lvl5pPr>
          </a:lstStyle>
          <a:p>
            <a:pPr lvl="0">
              <a:lnSpc>
                <a:spcPct val="94000"/>
              </a:lnSpc>
              <a:spcBef>
                <a:spcPct val="0"/>
              </a:spcBef>
            </a:pPr>
            <a:r>
              <a:rPr lang="en-US"/>
              <a:t>Click to edit title</a:t>
            </a:r>
          </a:p>
        </p:txBody>
      </p:sp>
    </p:spTree>
    <p:extLst>
      <p:ext uri="{BB962C8B-B14F-4D97-AF65-F5344CB8AC3E}">
        <p14:creationId xmlns:p14="http://schemas.microsoft.com/office/powerpoint/2010/main" val="1014618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Half Black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8BB4B1-0EB0-03B3-CE85-703B7FE6C906}"/>
              </a:ext>
            </a:extLst>
          </p:cNvPr>
          <p:cNvSpPr/>
          <p:nvPr/>
        </p:nvSpPr>
        <p:spPr>
          <a:xfrm>
            <a:off x="1" y="0"/>
            <a:ext cx="6090001" cy="6858000"/>
          </a:xfrm>
          <a:prstGeom prst="rect">
            <a:avLst/>
          </a:prstGeom>
          <a:solidFill>
            <a:schemeClr val="tx1"/>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endParaRPr lang="en-US" sz="1799"/>
          </a:p>
        </p:txBody>
      </p:sp>
      <p:sp>
        <p:nvSpPr>
          <p:cNvPr id="2" name="Title 1">
            <a:extLst>
              <a:ext uri="{FF2B5EF4-FFF2-40B4-BE49-F238E27FC236}">
                <a16:creationId xmlns:a16="http://schemas.microsoft.com/office/drawing/2014/main" id="{7BF71CB8-25E2-CF81-FA01-0E4ADDC87E0B}"/>
              </a:ext>
            </a:extLst>
          </p:cNvPr>
          <p:cNvSpPr>
            <a:spLocks noGrp="1"/>
          </p:cNvSpPr>
          <p:nvPr>
            <p:ph type="title"/>
          </p:nvPr>
        </p:nvSpPr>
        <p:spPr>
          <a:xfrm>
            <a:off x="6547757" y="536195"/>
            <a:ext cx="5188511" cy="352661"/>
          </a:xfrm>
          <a:prstGeom prst="rect">
            <a:avLst/>
          </a:prstGeom>
        </p:spPr>
        <p:txBody>
          <a:bodyPr wrap="square" anchor="t" anchorCtr="0">
            <a:spAutoFit/>
          </a:bodyPr>
          <a:lstStyle/>
          <a:p>
            <a:r>
              <a:rPr lang="en-US"/>
              <a:t>Click to edit Master title style</a:t>
            </a:r>
          </a:p>
        </p:txBody>
      </p:sp>
      <p:sp>
        <p:nvSpPr>
          <p:cNvPr id="3" name="Text Placeholder 27">
            <a:extLst>
              <a:ext uri="{FF2B5EF4-FFF2-40B4-BE49-F238E27FC236}">
                <a16:creationId xmlns:a16="http://schemas.microsoft.com/office/drawing/2014/main" id="{04451FA2-7527-303B-3D35-FD315CE14E33}"/>
              </a:ext>
            </a:extLst>
          </p:cNvPr>
          <p:cNvSpPr>
            <a:spLocks noGrp="1"/>
          </p:cNvSpPr>
          <p:nvPr>
            <p:ph type="body" sz="quarter" idx="13" hasCustomPrompt="1"/>
          </p:nvPr>
        </p:nvSpPr>
        <p:spPr>
          <a:xfrm>
            <a:off x="6547760" y="1005843"/>
            <a:ext cx="5188512"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4" name="Content Placeholder 6">
            <a:extLst>
              <a:ext uri="{FF2B5EF4-FFF2-40B4-BE49-F238E27FC236}">
                <a16:creationId xmlns:a16="http://schemas.microsoft.com/office/drawing/2014/main" id="{3A49D139-8F6F-C14E-8056-4CB94EE7BBA5}"/>
              </a:ext>
            </a:extLst>
          </p:cNvPr>
          <p:cNvSpPr>
            <a:spLocks noGrp="1"/>
          </p:cNvSpPr>
          <p:nvPr>
            <p:ph sz="quarter" idx="15"/>
          </p:nvPr>
        </p:nvSpPr>
        <p:spPr>
          <a:xfrm>
            <a:off x="6547758" y="1627632"/>
            <a:ext cx="5188511" cy="47625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9" name="Google Shape;10;p1">
            <a:extLst>
              <a:ext uri="{FF2B5EF4-FFF2-40B4-BE49-F238E27FC236}">
                <a16:creationId xmlns:a16="http://schemas.microsoft.com/office/drawing/2014/main" id="{8F0781B6-3F00-BD36-66A9-31213684E0B2}"/>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bg1"/>
                </a:solidFill>
                <a:latin typeface="+mn-lt"/>
                <a:ea typeface="Arial"/>
                <a:cs typeface="Arial"/>
                <a:sym typeface="Arial"/>
              </a:rPr>
              <a:t>© </a:t>
            </a:r>
            <a:r>
              <a:rPr lang="en-US" sz="600">
                <a:solidFill>
                  <a:schemeClr val="bg1"/>
                </a:solidFill>
                <a:latin typeface="+mn-lt"/>
              </a:rPr>
              <a:t>2023</a:t>
            </a:r>
            <a:r>
              <a:rPr lang="en-US" sz="600" b="0" i="0" u="none" strike="noStrike" cap="none">
                <a:solidFill>
                  <a:schemeClr val="bg1"/>
                </a:solidFill>
                <a:latin typeface="+mn-lt"/>
                <a:ea typeface="Arial"/>
                <a:cs typeface="Arial"/>
                <a:sym typeface="Arial"/>
              </a:rPr>
              <a:t> Equinix, Inc.</a:t>
            </a:r>
            <a:endParaRPr sz="1799">
              <a:solidFill>
                <a:schemeClr val="bg1"/>
              </a:solidFill>
              <a:latin typeface="+mn-lt"/>
            </a:endParaRPr>
          </a:p>
        </p:txBody>
      </p:sp>
      <p:sp>
        <p:nvSpPr>
          <p:cNvPr id="10" name="Google Shape;11;p1">
            <a:extLst>
              <a:ext uri="{FF2B5EF4-FFF2-40B4-BE49-F238E27FC236}">
                <a16:creationId xmlns:a16="http://schemas.microsoft.com/office/drawing/2014/main" id="{2D1D5154-F3CB-752F-9829-8163CB4D2CA0}"/>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bg1"/>
                </a:solidFill>
                <a:latin typeface="+mn-lt"/>
              </a:rPr>
              <a:pPr/>
              <a:t>‹#›</a:t>
            </a:fld>
            <a:endParaRPr lang="en-US" sz="600">
              <a:solidFill>
                <a:schemeClr val="bg1"/>
              </a:solidFill>
              <a:latin typeface="+mn-lt"/>
            </a:endParaRPr>
          </a:p>
        </p:txBody>
      </p:sp>
      <p:sp>
        <p:nvSpPr>
          <p:cNvPr id="7" name="Text Placeholder 27">
            <a:extLst>
              <a:ext uri="{FF2B5EF4-FFF2-40B4-BE49-F238E27FC236}">
                <a16:creationId xmlns:a16="http://schemas.microsoft.com/office/drawing/2014/main" id="{D3E3DEDE-2E97-99FD-CA2E-4213769E6F4F}"/>
              </a:ext>
            </a:extLst>
          </p:cNvPr>
          <p:cNvSpPr>
            <a:spLocks noGrp="1"/>
          </p:cNvSpPr>
          <p:nvPr>
            <p:ph type="body" sz="quarter" idx="16" hasCustomPrompt="1"/>
          </p:nvPr>
        </p:nvSpPr>
        <p:spPr>
          <a:xfrm>
            <a:off x="553421" y="1005843"/>
            <a:ext cx="5062260" cy="276999"/>
          </a:xfrm>
          <a:prstGeom prst="rect">
            <a:avLst/>
          </a:prstGeom>
        </p:spPr>
        <p:txBody>
          <a:bodyPr wrap="square">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8" name="Content Placeholder 6">
            <a:extLst>
              <a:ext uri="{FF2B5EF4-FFF2-40B4-BE49-F238E27FC236}">
                <a16:creationId xmlns:a16="http://schemas.microsoft.com/office/drawing/2014/main" id="{4AFD015A-204B-6139-BBE5-2ECE6C01C47C}"/>
              </a:ext>
            </a:extLst>
          </p:cNvPr>
          <p:cNvSpPr>
            <a:spLocks noGrp="1"/>
          </p:cNvSpPr>
          <p:nvPr>
            <p:ph sz="quarter" idx="17"/>
          </p:nvPr>
        </p:nvSpPr>
        <p:spPr>
          <a:xfrm>
            <a:off x="553424" y="1627632"/>
            <a:ext cx="5062259" cy="47625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3" name="Text Placeholder 12">
            <a:extLst>
              <a:ext uri="{FF2B5EF4-FFF2-40B4-BE49-F238E27FC236}">
                <a16:creationId xmlns:a16="http://schemas.microsoft.com/office/drawing/2014/main" id="{6BFA6976-1B8C-5786-0D0E-38E0E9F801E3}"/>
              </a:ext>
            </a:extLst>
          </p:cNvPr>
          <p:cNvSpPr>
            <a:spLocks noGrp="1"/>
          </p:cNvSpPr>
          <p:nvPr>
            <p:ph type="body" sz="quarter" idx="18" hasCustomPrompt="1"/>
          </p:nvPr>
        </p:nvSpPr>
        <p:spPr>
          <a:xfrm>
            <a:off x="553422" y="536195"/>
            <a:ext cx="5072096" cy="352661"/>
          </a:xfrm>
        </p:spPr>
        <p:txBody>
          <a:bodyPr vert="horz" wrap="square" lIns="0" tIns="0" rIns="0" bIns="0" rtlCol="0" anchor="t" anchorCtr="0">
            <a:spAutoFit/>
          </a:bodyPr>
          <a:lstStyle>
            <a:lvl1pPr>
              <a:defRPr lang="en-US" sz="2399" b="0" i="0" smtClean="0">
                <a:solidFill>
                  <a:schemeClr val="bg1"/>
                </a:solidFill>
                <a:latin typeface="+mj-lt"/>
                <a:ea typeface="+mj-ea"/>
                <a:cs typeface="+mj-cs"/>
              </a:defRPr>
            </a:lvl1pPr>
            <a:lvl2pPr>
              <a:defRPr lang="en-US" smtClean="0"/>
            </a:lvl2pPr>
            <a:lvl3pPr>
              <a:defRPr lang="en-US" smtClean="0"/>
            </a:lvl3pPr>
            <a:lvl4pPr>
              <a:defRPr lang="en-US" smtClean="0"/>
            </a:lvl4pPr>
            <a:lvl5pPr>
              <a:defRPr lang="en-US"/>
            </a:lvl5pPr>
          </a:lstStyle>
          <a:p>
            <a:pPr lvl="0">
              <a:lnSpc>
                <a:spcPct val="94000"/>
              </a:lnSpc>
              <a:spcBef>
                <a:spcPct val="0"/>
              </a:spcBef>
            </a:pPr>
            <a:r>
              <a:rPr lang="en-US"/>
              <a:t>Click to edit title</a:t>
            </a:r>
          </a:p>
        </p:txBody>
      </p:sp>
    </p:spTree>
    <p:extLst>
      <p:ext uri="{BB962C8B-B14F-4D97-AF65-F5344CB8AC3E}">
        <p14:creationId xmlns:p14="http://schemas.microsoft.com/office/powerpoint/2010/main" val="29800879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 1/3 Black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hasCustomPrompt="1"/>
          </p:nvPr>
        </p:nvSpPr>
        <p:spPr>
          <a:xfrm>
            <a:off x="553422" y="536195"/>
            <a:ext cx="6838316" cy="352661"/>
          </a:xfrm>
          <a:prstGeom prst="rect">
            <a:avLst/>
          </a:prstGeom>
        </p:spPr>
        <p:txBody>
          <a:bodyPr wrap="square" anchor="t" anchorCtr="0">
            <a:spAutoFit/>
          </a:bodyPr>
          <a:lstStyle/>
          <a:p>
            <a:r>
              <a:rPr lang="en-US"/>
              <a:t>Click to edit title</a:t>
            </a:r>
          </a:p>
        </p:txBody>
      </p:sp>
      <p:sp>
        <p:nvSpPr>
          <p:cNvPr id="5" name="Text Placeholder 27"/>
          <p:cNvSpPr>
            <a:spLocks noGrp="1"/>
          </p:cNvSpPr>
          <p:nvPr>
            <p:ph type="body" sz="quarter" idx="13" hasCustomPrompt="1"/>
          </p:nvPr>
        </p:nvSpPr>
        <p:spPr>
          <a:xfrm>
            <a:off x="553420" y="1005843"/>
            <a:ext cx="6838317" cy="276999"/>
          </a:xfrm>
          <a:prstGeom prst="rect">
            <a:avLst/>
          </a:prstGeom>
        </p:spPr>
        <p:txBody>
          <a:bodyPr wrap="square">
            <a:spAutoFit/>
          </a:bodyPr>
          <a:lstStyle>
            <a:lvl1pPr marL="0" indent="0">
              <a:lnSpc>
                <a:spcPct val="100000"/>
              </a:lnSpc>
              <a:spcBef>
                <a:spcPts val="0"/>
              </a:spcBef>
              <a:buNone/>
              <a:defRPr sz="1799" b="0">
                <a:solidFill>
                  <a:schemeClr val="tx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7" name="Content Placeholder 6">
            <a:extLst>
              <a:ext uri="{FF2B5EF4-FFF2-40B4-BE49-F238E27FC236}">
                <a16:creationId xmlns:a16="http://schemas.microsoft.com/office/drawing/2014/main" id="{EAE904E5-2C3B-401D-BE2A-73BDE34ED61F}"/>
              </a:ext>
            </a:extLst>
          </p:cNvPr>
          <p:cNvSpPr>
            <a:spLocks noGrp="1"/>
          </p:cNvSpPr>
          <p:nvPr>
            <p:ph sz="quarter" idx="15"/>
          </p:nvPr>
        </p:nvSpPr>
        <p:spPr>
          <a:xfrm>
            <a:off x="553423" y="1627632"/>
            <a:ext cx="6838316" cy="4762500"/>
          </a:xfrm>
        </p:spPr>
        <p:txBody>
          <a:bodyPr/>
          <a:lstStyle>
            <a:lvl1pPr>
              <a:defRPr sz="14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Rectangle 2">
            <a:extLst>
              <a:ext uri="{FF2B5EF4-FFF2-40B4-BE49-F238E27FC236}">
                <a16:creationId xmlns:a16="http://schemas.microsoft.com/office/drawing/2014/main" id="{004B171B-CF62-00B6-7C4F-3B56A7992373}"/>
              </a:ext>
            </a:extLst>
          </p:cNvPr>
          <p:cNvSpPr/>
          <p:nvPr/>
        </p:nvSpPr>
        <p:spPr>
          <a:xfrm>
            <a:off x="7925718" y="0"/>
            <a:ext cx="4266283" cy="6858000"/>
          </a:xfrm>
          <a:prstGeom prst="rect">
            <a:avLst/>
          </a:prstGeom>
          <a:solidFill>
            <a:schemeClr val="tx1"/>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endParaRPr lang="en-US" sz="1799"/>
          </a:p>
        </p:txBody>
      </p:sp>
      <p:grpSp>
        <p:nvGrpSpPr>
          <p:cNvPr id="4" name="Group 3">
            <a:extLst>
              <a:ext uri="{FF2B5EF4-FFF2-40B4-BE49-F238E27FC236}">
                <a16:creationId xmlns:a16="http://schemas.microsoft.com/office/drawing/2014/main" id="{DAB611AC-BB71-D274-D0FD-EB6AEA686F87}"/>
              </a:ext>
            </a:extLst>
          </p:cNvPr>
          <p:cNvGrpSpPr/>
          <p:nvPr/>
        </p:nvGrpSpPr>
        <p:grpSpPr>
          <a:xfrm>
            <a:off x="11311343" y="6472282"/>
            <a:ext cx="393294" cy="216291"/>
            <a:chOff x="11071294" y="6230730"/>
            <a:chExt cx="393192" cy="216291"/>
          </a:xfrm>
          <a:solidFill>
            <a:schemeClr val="bg1"/>
          </a:solidFill>
        </p:grpSpPr>
        <p:sp>
          <p:nvSpPr>
            <p:cNvPr id="6" name="Freeform: Shape 5">
              <a:extLst>
                <a:ext uri="{FF2B5EF4-FFF2-40B4-BE49-F238E27FC236}">
                  <a16:creationId xmlns:a16="http://schemas.microsoft.com/office/drawing/2014/main" id="{C00A4272-6778-7960-1361-8ED9EDB9C614}"/>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8" name="Freeform: Shape 7">
              <a:extLst>
                <a:ext uri="{FF2B5EF4-FFF2-40B4-BE49-F238E27FC236}">
                  <a16:creationId xmlns:a16="http://schemas.microsoft.com/office/drawing/2014/main" id="{DBB2EAC9-C897-D371-2AF2-4FBD56457976}"/>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12" name="Text Placeholder 27">
            <a:extLst>
              <a:ext uri="{FF2B5EF4-FFF2-40B4-BE49-F238E27FC236}">
                <a16:creationId xmlns:a16="http://schemas.microsoft.com/office/drawing/2014/main" id="{A0FA7A03-2398-CD1E-5C46-CBC9ACF670E5}"/>
              </a:ext>
            </a:extLst>
          </p:cNvPr>
          <p:cNvSpPr>
            <a:spLocks noGrp="1"/>
          </p:cNvSpPr>
          <p:nvPr>
            <p:ph type="body" sz="quarter" idx="16" hasCustomPrompt="1"/>
          </p:nvPr>
        </p:nvSpPr>
        <p:spPr>
          <a:xfrm>
            <a:off x="8391773" y="1005843"/>
            <a:ext cx="3360836" cy="276999"/>
          </a:xfrm>
          <a:prstGeom prst="rect">
            <a:avLst/>
          </a:prstGeom>
        </p:spPr>
        <p:txBody>
          <a:bodyPr wrap="square">
            <a:spAutoFit/>
          </a:bodyPr>
          <a:lstStyle>
            <a:lvl1pPr marL="0" indent="0">
              <a:lnSpc>
                <a:spcPct val="100000"/>
              </a:lnSpc>
              <a:spcBef>
                <a:spcPts val="0"/>
              </a:spcBef>
              <a:buNone/>
              <a:defRPr sz="1799" b="0">
                <a:solidFill>
                  <a:schemeClr val="bg1"/>
                </a:solidFill>
              </a:defRPr>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
        <p:nvSpPr>
          <p:cNvPr id="13" name="Content Placeholder 6">
            <a:extLst>
              <a:ext uri="{FF2B5EF4-FFF2-40B4-BE49-F238E27FC236}">
                <a16:creationId xmlns:a16="http://schemas.microsoft.com/office/drawing/2014/main" id="{89D104A4-C479-1A09-AC36-5D6E39AF4476}"/>
              </a:ext>
            </a:extLst>
          </p:cNvPr>
          <p:cNvSpPr>
            <a:spLocks noGrp="1"/>
          </p:cNvSpPr>
          <p:nvPr>
            <p:ph sz="quarter" idx="17"/>
          </p:nvPr>
        </p:nvSpPr>
        <p:spPr>
          <a:xfrm>
            <a:off x="8391774" y="1627632"/>
            <a:ext cx="3360836" cy="4762500"/>
          </a:xfrm>
        </p:spPr>
        <p:txBody>
          <a:bodyPr/>
          <a:lstStyle>
            <a:lvl1pPr>
              <a:defRPr sz="1400">
                <a:solidFill>
                  <a:schemeClr val="bg1"/>
                </a:solidFill>
              </a:defRPr>
            </a:lvl1pPr>
            <a:lvl2pPr>
              <a:defRPr sz="1200">
                <a:solidFill>
                  <a:schemeClr val="bg1"/>
                </a:solidFill>
              </a:defRPr>
            </a:lvl2pPr>
            <a:lvl3pPr>
              <a:defRPr sz="1200">
                <a:solidFill>
                  <a:schemeClr val="bg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0" name="Text Placeholder 9">
            <a:extLst>
              <a:ext uri="{FF2B5EF4-FFF2-40B4-BE49-F238E27FC236}">
                <a16:creationId xmlns:a16="http://schemas.microsoft.com/office/drawing/2014/main" id="{B8BE4450-C4B8-BC97-6BAE-98262AA57D08}"/>
              </a:ext>
            </a:extLst>
          </p:cNvPr>
          <p:cNvSpPr>
            <a:spLocks noGrp="1"/>
          </p:cNvSpPr>
          <p:nvPr>
            <p:ph type="body" sz="quarter" idx="18" hasCustomPrompt="1"/>
          </p:nvPr>
        </p:nvSpPr>
        <p:spPr>
          <a:xfrm>
            <a:off x="8391773" y="536195"/>
            <a:ext cx="3370673" cy="352661"/>
          </a:xfrm>
        </p:spPr>
        <p:txBody>
          <a:bodyPr vert="horz" wrap="square" lIns="0" tIns="0" rIns="0" bIns="0" rtlCol="0" anchor="t" anchorCtr="0">
            <a:spAutoFit/>
          </a:bodyPr>
          <a:lstStyle>
            <a:lvl1pPr>
              <a:defRPr lang="en-US" sz="2399" b="0" i="0" smtClean="0">
                <a:solidFill>
                  <a:schemeClr val="bg1"/>
                </a:solidFill>
                <a:latin typeface="+mj-lt"/>
                <a:ea typeface="+mj-ea"/>
                <a:cs typeface="+mj-cs"/>
              </a:defRPr>
            </a:lvl1pPr>
            <a:lvl2pPr>
              <a:defRPr lang="en-US" smtClean="0"/>
            </a:lvl2pPr>
            <a:lvl3pPr>
              <a:defRPr lang="en-US" smtClean="0"/>
            </a:lvl3pPr>
            <a:lvl4pPr>
              <a:defRPr lang="en-US" smtClean="0"/>
            </a:lvl4pPr>
            <a:lvl5pPr>
              <a:defRPr lang="en-US"/>
            </a:lvl5pPr>
          </a:lstStyle>
          <a:p>
            <a:pPr lvl="0">
              <a:lnSpc>
                <a:spcPct val="94000"/>
              </a:lnSpc>
              <a:spcBef>
                <a:spcPct val="0"/>
              </a:spcBef>
            </a:pPr>
            <a:r>
              <a:rPr lang="en-US"/>
              <a:t>Click to edit title</a:t>
            </a:r>
          </a:p>
        </p:txBody>
      </p:sp>
    </p:spTree>
    <p:extLst>
      <p:ext uri="{BB962C8B-B14F-4D97-AF65-F5344CB8AC3E}">
        <p14:creationId xmlns:p14="http://schemas.microsoft.com/office/powerpoint/2010/main" val="12757041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66E74B-40DA-9BF5-B51F-D6F8F241E4A5}"/>
              </a:ext>
            </a:extLst>
          </p:cNvPr>
          <p:cNvPicPr>
            <a:picLocks noChangeAspect="1"/>
          </p:cNvPicPr>
          <p:nvPr/>
        </p:nvPicPr>
        <p:blipFill>
          <a:blip r:embed="rId2" cstate="print">
            <a:alphaModFix/>
            <a:extLst>
              <a:ext uri="{28A0092B-C50C-407E-A947-70E740481C1C}">
                <a14:useLocalDpi xmlns:a14="http://schemas.microsoft.com/office/drawing/2010/main"/>
              </a:ext>
            </a:extLst>
          </a:blip>
          <a:stretch>
            <a:fillRect/>
          </a:stretch>
        </p:blipFill>
        <p:spPr>
          <a:xfrm>
            <a:off x="367505" y="536434"/>
            <a:ext cx="2835598" cy="2267890"/>
          </a:xfrm>
          <a:prstGeom prst="rect">
            <a:avLst/>
          </a:prstGeom>
        </p:spPr>
      </p:pic>
      <p:sp>
        <p:nvSpPr>
          <p:cNvPr id="6" name="Text Placeholder 5">
            <a:extLst>
              <a:ext uri="{FF2B5EF4-FFF2-40B4-BE49-F238E27FC236}">
                <a16:creationId xmlns:a16="http://schemas.microsoft.com/office/drawing/2014/main" id="{A8F62B44-E65A-781E-7B8A-D8568BC7F121}"/>
              </a:ext>
            </a:extLst>
          </p:cNvPr>
          <p:cNvSpPr>
            <a:spLocks noGrp="1"/>
          </p:cNvSpPr>
          <p:nvPr>
            <p:ph type="body" sz="quarter" idx="10" hasCustomPrompt="1"/>
          </p:nvPr>
        </p:nvSpPr>
        <p:spPr>
          <a:xfrm>
            <a:off x="1738419" y="1905000"/>
            <a:ext cx="9521385" cy="553998"/>
          </a:xfrm>
        </p:spPr>
        <p:txBody>
          <a:bodyPr vert="horz" wrap="square" lIns="0" tIns="0" rIns="0" bIns="0" rtlCol="0" anchor="t" anchorCtr="0">
            <a:spAutoFit/>
          </a:bodyPr>
          <a:lstStyle>
            <a:lvl1pPr>
              <a:defRPr lang="en-US" sz="3599" b="0" i="0" dirty="0">
                <a:latin typeface="+mj-lt"/>
                <a:ea typeface="+mj-ea"/>
                <a:cs typeface="+mj-cs"/>
              </a:defRPr>
            </a:lvl1pPr>
          </a:lstStyle>
          <a:p>
            <a:pPr lvl="0">
              <a:spcBef>
                <a:spcPts val="0"/>
              </a:spcBef>
            </a:pPr>
            <a:r>
              <a:rPr lang="en-US"/>
              <a:t>Click to edit add quote</a:t>
            </a:r>
          </a:p>
        </p:txBody>
      </p:sp>
      <p:sp>
        <p:nvSpPr>
          <p:cNvPr id="11" name="Text Placeholder 10">
            <a:extLst>
              <a:ext uri="{FF2B5EF4-FFF2-40B4-BE49-F238E27FC236}">
                <a16:creationId xmlns:a16="http://schemas.microsoft.com/office/drawing/2014/main" id="{15423341-CAC7-8AE2-C2FD-F2AF6A09B13B}"/>
              </a:ext>
            </a:extLst>
          </p:cNvPr>
          <p:cNvSpPr>
            <a:spLocks noGrp="1"/>
          </p:cNvSpPr>
          <p:nvPr>
            <p:ph type="body" sz="quarter" idx="12"/>
          </p:nvPr>
        </p:nvSpPr>
        <p:spPr>
          <a:xfrm>
            <a:off x="1738419" y="4189222"/>
            <a:ext cx="6364357" cy="307777"/>
          </a:xfrm>
        </p:spPr>
        <p:txBody>
          <a:bodyPr>
            <a:spAutoFit/>
          </a:bodyPr>
          <a:lstStyle>
            <a:lvl1pPr>
              <a:spcBef>
                <a:spcPts val="0"/>
              </a:spcBef>
              <a:spcAft>
                <a:spcPts val="600"/>
              </a:spcAft>
              <a:defRPr sz="1999">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4786630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blank" preserve="1">
  <p:cSld name="Logo Only">
    <p:bg>
      <p:bgPr>
        <a:solidFill>
          <a:schemeClr val="tx1"/>
        </a:solidFill>
        <a:effectLst/>
      </p:bgPr>
    </p:bg>
    <p:spTree>
      <p:nvGrpSpPr>
        <p:cNvPr id="1" name=""/>
        <p:cNvGrpSpPr/>
        <p:nvPr/>
      </p:nvGrpSpPr>
      <p:grpSpPr>
        <a:xfrm>
          <a:off x="0" y="0"/>
          <a:ext cx="0" cy="0"/>
          <a:chOff x="0" y="0"/>
          <a:chExt cx="0" cy="0"/>
        </a:xfrm>
      </p:grpSpPr>
      <p:pic>
        <p:nvPicPr>
          <p:cNvPr id="6" name="Picture 5" descr="A picture containing text, sign, clipart&#10;&#10;Description automatically generated">
            <a:extLst>
              <a:ext uri="{FF2B5EF4-FFF2-40B4-BE49-F238E27FC236}">
                <a16:creationId xmlns:a16="http://schemas.microsoft.com/office/drawing/2014/main" id="{CAD11ACB-EDFA-4401-A593-06F8A90C4BB4}"/>
              </a:ext>
            </a:extLst>
          </p:cNvPr>
          <p:cNvPicPr>
            <a:picLocks noChangeAspect="1"/>
          </p:cNvPicPr>
          <p:nvPr/>
        </p:nvPicPr>
        <p:blipFill>
          <a:blip r:embed="rId2"/>
          <a:stretch>
            <a:fillRect/>
          </a:stretch>
        </p:blipFill>
        <p:spPr>
          <a:xfrm>
            <a:off x="4558901" y="2686322"/>
            <a:ext cx="3074202" cy="1485363"/>
          </a:xfrm>
          <a:prstGeom prst="rect">
            <a:avLst/>
          </a:prstGeom>
        </p:spPr>
      </p:pic>
    </p:spTree>
    <p:extLst>
      <p:ext uri="{BB962C8B-B14F-4D97-AF65-F5344CB8AC3E}">
        <p14:creationId xmlns:p14="http://schemas.microsoft.com/office/powerpoint/2010/main" val="33737071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endParaRPr lang="en-US"/>
          </a:p>
        </p:txBody>
      </p:sp>
      <p:sp>
        <p:nvSpPr>
          <p:cNvPr id="5" name="Text Placeholder 27"/>
          <p:cNvSpPr>
            <a:spLocks noGrp="1"/>
          </p:cNvSpPr>
          <p:nvPr>
            <p:ph type="body" sz="quarter" idx="13" hasCustomPrompt="1"/>
          </p:nvPr>
        </p:nvSpPr>
        <p:spPr>
          <a:xfrm>
            <a:off x="339813" y="715963"/>
            <a:ext cx="11515549" cy="379412"/>
          </a:xfrm>
        </p:spPr>
        <p:txBody>
          <a:bodyPr/>
          <a:lstStyle>
            <a:lvl1pPr marL="0" indent="0">
              <a:buNone/>
              <a:defRPr sz="1799"/>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Tree>
    <p:extLst>
      <p:ext uri="{BB962C8B-B14F-4D97-AF65-F5344CB8AC3E}">
        <p14:creationId xmlns:p14="http://schemas.microsoft.com/office/powerpoint/2010/main" val="3407468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C5972BE-1791-4CFF-84AC-6328F64C85CA}" type="slidenum">
              <a:rPr lang="en-US" smtClean="0"/>
              <a:t>‹#›</a:t>
            </a:fld>
            <a:endParaRPr lang="en-US"/>
          </a:p>
        </p:txBody>
      </p:sp>
      <p:sp>
        <p:nvSpPr>
          <p:cNvPr id="5" name="Text Placeholder 27"/>
          <p:cNvSpPr>
            <a:spLocks noGrp="1"/>
          </p:cNvSpPr>
          <p:nvPr>
            <p:ph type="body" sz="quarter" idx="13" hasCustomPrompt="1"/>
          </p:nvPr>
        </p:nvSpPr>
        <p:spPr>
          <a:xfrm>
            <a:off x="339813" y="715963"/>
            <a:ext cx="11515549" cy="379412"/>
          </a:xfrm>
        </p:spPr>
        <p:txBody>
          <a:bodyPr/>
          <a:lstStyle>
            <a:lvl1pPr marL="0" indent="0">
              <a:buNone/>
              <a:defRPr sz="1799"/>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Tree>
    <p:extLst>
      <p:ext uri="{BB962C8B-B14F-4D97-AF65-F5344CB8AC3E}">
        <p14:creationId xmlns:p14="http://schemas.microsoft.com/office/powerpoint/2010/main" val="410020268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1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37D0060-36ED-48A8-AEEE-E489874CB93C}"/>
              </a:ext>
            </a:extLst>
          </p:cNvPr>
          <p:cNvSpPr>
            <a:spLocks noGrp="1"/>
          </p:cNvSpPr>
          <p:nvPr>
            <p:ph type="pic" sz="quarter" idx="13"/>
          </p:nvPr>
        </p:nvSpPr>
        <p:spPr>
          <a:xfrm>
            <a:off x="3" y="0"/>
            <a:ext cx="6096001"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r>
              <a:rPr lang="en-US"/>
              <a:t>Click icon to add picture</a:t>
            </a:r>
            <a:endParaRPr lang="en-IN"/>
          </a:p>
        </p:txBody>
      </p:sp>
    </p:spTree>
    <p:extLst>
      <p:ext uri="{BB962C8B-B14F-4D97-AF65-F5344CB8AC3E}">
        <p14:creationId xmlns:p14="http://schemas.microsoft.com/office/powerpoint/2010/main" val="182830277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18821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C5972BE-1791-4CFF-84AC-6328F64C85CA}" type="slidenum">
              <a:rPr lang="en-US" smtClean="0"/>
              <a:t>‹#›</a:t>
            </a:fld>
            <a:endParaRPr lang="en-US"/>
          </a:p>
        </p:txBody>
      </p:sp>
      <p:sp>
        <p:nvSpPr>
          <p:cNvPr id="5" name="Text Placeholder 27"/>
          <p:cNvSpPr>
            <a:spLocks noGrp="1"/>
          </p:cNvSpPr>
          <p:nvPr>
            <p:ph type="body" sz="quarter" idx="13" hasCustomPrompt="1"/>
          </p:nvPr>
        </p:nvSpPr>
        <p:spPr>
          <a:xfrm>
            <a:off x="612809" y="931973"/>
            <a:ext cx="10971021" cy="379412"/>
          </a:xfrm>
        </p:spPr>
        <p:txBody>
          <a:bodyPr/>
          <a:lstStyle>
            <a:lvl1pPr marL="0" indent="0">
              <a:buNone/>
              <a:defRPr sz="1799"/>
            </a:lvl1pPr>
            <a:lvl2pPr marL="260272" indent="0">
              <a:buNone/>
              <a:defRPr/>
            </a:lvl2pPr>
            <a:lvl3pPr marL="499912" indent="0">
              <a:buNone/>
              <a:defRPr/>
            </a:lvl3pPr>
            <a:lvl4pPr marL="676072" indent="0">
              <a:buNone/>
              <a:defRPr/>
            </a:lvl4pPr>
            <a:lvl5pPr marL="858579" indent="0">
              <a:buNone/>
              <a:defRPr/>
            </a:lvl5pPr>
          </a:lstStyle>
          <a:p>
            <a:pPr lvl="0"/>
            <a:r>
              <a:rPr lang="en-US"/>
              <a:t>Click to add subtitle</a:t>
            </a:r>
          </a:p>
        </p:txBody>
      </p:sp>
    </p:spTree>
    <p:extLst>
      <p:ext uri="{BB962C8B-B14F-4D97-AF65-F5344CB8AC3E}">
        <p14:creationId xmlns:p14="http://schemas.microsoft.com/office/powerpoint/2010/main" val="252528699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85651" cy="6858000"/>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3" y="1359181"/>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grpSp>
        <p:nvGrpSpPr>
          <p:cNvPr id="9" name="horz_logo_grp">
            <a:extLst>
              <a:ext uri="{FF2B5EF4-FFF2-40B4-BE49-F238E27FC236}">
                <a16:creationId xmlns:a16="http://schemas.microsoft.com/office/drawing/2014/main" id="{B081CF4E-0306-7B47-8910-2D2FD275886E}"/>
              </a:ext>
              <a:ext uri="{C183D7F6-B498-43B3-948B-1728B52AA6E4}">
                <adec:decorative xmlns:adec="http://schemas.microsoft.com/office/drawing/2017/decorative" val="1"/>
              </a:ext>
            </a:extLst>
          </p:cNvPr>
          <p:cNvGrpSpPr>
            <a:grpSpLocks noChangeAspect="1"/>
          </p:cNvGrpSpPr>
          <p:nvPr userDrawn="1"/>
        </p:nvGrpSpPr>
        <p:grpSpPr>
          <a:xfrm>
            <a:off x="548640" y="576072"/>
            <a:ext cx="2286000" cy="334244"/>
            <a:chOff x="345440" y="2627692"/>
            <a:chExt cx="10971255" cy="1604143"/>
          </a:xfrm>
        </p:grpSpPr>
        <p:sp>
          <p:nvSpPr>
            <p:cNvPr id="10" name="Equinix_black">
              <a:extLst>
                <a:ext uri="{FF2B5EF4-FFF2-40B4-BE49-F238E27FC236}">
                  <a16:creationId xmlns:a16="http://schemas.microsoft.com/office/drawing/2014/main" id="{27CBFAAD-0187-3A4B-4166-28ECB2813DD5}"/>
                </a:ext>
                <a:ext uri="{C183D7F6-B498-43B3-948B-1728B52AA6E4}">
                  <adec:decorative xmlns:adec="http://schemas.microsoft.com/office/drawing/2017/decorative" val="1"/>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solidFill>
              <a:schemeClr val="tx1"/>
            </a:solidFill>
            <a:ln w="3410" cap="flat">
              <a:noFill/>
              <a:prstDash val="solid"/>
              <a:miter/>
            </a:ln>
          </p:spPr>
          <p:txBody>
            <a:bodyPr rtlCol="0" anchor="ctr"/>
            <a:lstStyle/>
            <a:p>
              <a:endParaRPr lang="en-US"/>
            </a:p>
          </p:txBody>
        </p:sp>
        <p:sp>
          <p:nvSpPr>
            <p:cNvPr id="11" name="fortress_red">
              <a:extLst>
                <a:ext uri="{FF2B5EF4-FFF2-40B4-BE49-F238E27FC236}">
                  <a16:creationId xmlns:a16="http://schemas.microsoft.com/office/drawing/2014/main" id="{B58209EC-2843-70D9-ACCF-6A285590AAEE}"/>
                </a:ext>
                <a:ext uri="{C183D7F6-B498-43B3-948B-1728B52AA6E4}">
                  <adec:decorative xmlns:adec="http://schemas.microsoft.com/office/drawing/2017/decorative" val="1"/>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solidFill>
              <a:schemeClr val="tx1"/>
            </a:solidFill>
            <a:ln w="341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lvl1pPr>
          </a:lstStyle>
          <a:p>
            <a:pPr lvl="0"/>
            <a:r>
              <a:rPr lang="en-US"/>
              <a:t>Optional Presenter Name, Reg 14pt</a:t>
            </a:r>
          </a:p>
        </p:txBody>
      </p:sp>
    </p:spTree>
    <p:extLst>
      <p:ext uri="{BB962C8B-B14F-4D97-AF65-F5344CB8AC3E}">
        <p14:creationId xmlns:p14="http://schemas.microsoft.com/office/powerpoint/2010/main" val="2755645118"/>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6D059F-CBDE-D2CE-799E-9B256A1B53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solidFill>
                  <a:schemeClr val="bg1"/>
                </a:solidFill>
              </a:defRPr>
            </a:lvl1pPr>
          </a:lstStyle>
          <a:p>
            <a:pPr lvl="0"/>
            <a:r>
              <a:rPr lang="en-US"/>
              <a:t>Optional Presenter Name, Reg 14pt</a:t>
            </a:r>
          </a:p>
        </p:txBody>
      </p:sp>
      <p:pic>
        <p:nvPicPr>
          <p:cNvPr id="15" name="Picture 14">
            <a:extLst>
              <a:ext uri="{FF2B5EF4-FFF2-40B4-BE49-F238E27FC236}">
                <a16:creationId xmlns:a16="http://schemas.microsoft.com/office/drawing/2014/main" id="{CEFFD8FD-2D94-177D-3275-B5591DA5869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548640" y="576072"/>
            <a:ext cx="2288505" cy="334244"/>
          </a:xfrm>
          <a:prstGeom prst="rect">
            <a:avLst/>
          </a:prstGeom>
        </p:spPr>
      </p:pic>
    </p:spTree>
    <p:extLst>
      <p:ext uri="{BB962C8B-B14F-4D97-AF65-F5344CB8AC3E}">
        <p14:creationId xmlns:p14="http://schemas.microsoft.com/office/powerpoint/2010/main" val="3982767946"/>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B8ECFB1-3E0D-89C3-2EE0-3DD73F448B4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solidFill>
                  <a:schemeClr val="bg1"/>
                </a:solidFill>
              </a:defRPr>
            </a:lvl1pPr>
          </a:lstStyle>
          <a:p>
            <a:pPr lvl="0"/>
            <a:r>
              <a:rPr lang="en-US"/>
              <a:t>Optional Presenter Name, Reg 14pt</a:t>
            </a:r>
          </a:p>
        </p:txBody>
      </p:sp>
      <p:pic>
        <p:nvPicPr>
          <p:cNvPr id="15" name="Picture 14">
            <a:extLst>
              <a:ext uri="{FF2B5EF4-FFF2-40B4-BE49-F238E27FC236}">
                <a16:creationId xmlns:a16="http://schemas.microsoft.com/office/drawing/2014/main" id="{CEFFD8FD-2D94-177D-3275-B5591DA5869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548640" y="576072"/>
            <a:ext cx="2288505" cy="334244"/>
          </a:xfrm>
          <a:prstGeom prst="rect">
            <a:avLst/>
          </a:prstGeom>
        </p:spPr>
      </p:pic>
    </p:spTree>
    <p:extLst>
      <p:ext uri="{BB962C8B-B14F-4D97-AF65-F5344CB8AC3E}">
        <p14:creationId xmlns:p14="http://schemas.microsoft.com/office/powerpoint/2010/main" val="1676206632"/>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secHead" preserve="1">
  <p:cSld name="Divider 1">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7020FE-4CB1-D39D-65C7-B865A480F34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86358"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0"/>
            <a:ext cx="8229600" cy="2909887"/>
          </a:xfrm>
        </p:spPr>
        <p:txBody>
          <a:bodyPr anchor="b" anchorCtr="0"/>
          <a:lstStyle>
            <a:lvl1pPr>
              <a:defRPr sz="4800"/>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0" y="3773379"/>
            <a:ext cx="6368100" cy="1554480"/>
          </a:xfrm>
        </p:spPr>
        <p:txBody>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fortress_red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24120020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6EB182-729A-7670-277F-F9A8EDFBD33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0"/>
            <a:ext cx="8229600" cy="2909887"/>
          </a:xfrm>
        </p:spPr>
        <p:txBody>
          <a:bodyPr anchor="b" anchorCtr="0"/>
          <a:lstStyle>
            <a:lvl1pPr>
              <a:defRPr sz="4800">
                <a:solidFill>
                  <a:schemeClr val="bg1"/>
                </a:solidFill>
              </a:defRPr>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0" y="3776472"/>
            <a:ext cx="6368100" cy="1554480"/>
          </a:xfrm>
        </p:spPr>
        <p:txBody>
          <a:bodyPr/>
          <a:lstStyle>
            <a:lvl1pPr marL="0" indent="0">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8" name="fortress_red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61527262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35EDD5-E2AA-ECB1-546C-AA77A35012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0"/>
            <a:ext cx="8229600" cy="2909887"/>
          </a:xfrm>
        </p:spPr>
        <p:txBody>
          <a:bodyPr anchor="b" anchorCtr="0"/>
          <a:lstStyle>
            <a:lvl1pPr>
              <a:defRPr sz="4800">
                <a:solidFill>
                  <a:schemeClr val="bg1"/>
                </a:solidFill>
              </a:defRPr>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0" y="3776472"/>
            <a:ext cx="6368100" cy="1554480"/>
          </a:xfrm>
        </p:spPr>
        <p:txBody>
          <a:bodyPr/>
          <a:lstStyle>
            <a:lvl1pPr marL="0" indent="0">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8" name="fortress_red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6594985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Agenda, Bold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39" y="1554480"/>
            <a:ext cx="11091672" cy="589915"/>
          </a:xfr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16pt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F1533B5D-7581-A9A5-BB30-D1FCA20697C7}"/>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62259702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88686" cy="548640"/>
          </a:xfrm>
        </p:spPr>
        <p:txBody>
          <a:bodyPr anchor="t"/>
          <a:lstStyle>
            <a:lvl1pPr>
              <a:defRPr/>
            </a:lvl1pPr>
          </a:lstStyle>
          <a:p>
            <a:r>
              <a:rPr lang="en-US"/>
              <a:t>Title text, 30pt</a:t>
            </a:r>
          </a:p>
        </p:txBody>
      </p:sp>
      <p:sp>
        <p:nvSpPr>
          <p:cNvPr id="3" name="Text Placeholder 2">
            <a:extLst>
              <a:ext uri="{FF2B5EF4-FFF2-40B4-BE49-F238E27FC236}">
                <a16:creationId xmlns:a16="http://schemas.microsoft.com/office/drawing/2014/main" id="{29F1D91E-5EBC-CFFF-C4FF-658D5BCBE502}"/>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48640" y="1554480"/>
            <a:ext cx="11088688" cy="4617720"/>
          </a:xfrm>
        </p:spPr>
        <p:txBody>
          <a:bodyPr/>
          <a:lstStyle>
            <a:lvl1pPr>
              <a:defRPr sz="1600" b="0"/>
            </a:lvl1pPr>
            <a:lvl2pPr marL="182880" indent="-182880">
              <a:spcBef>
                <a:spcPts val="600"/>
              </a:spcBef>
              <a:buFont typeface="Arial" panose="020B0604020202020204" pitchFamily="34" charset="0"/>
              <a:buChar char="•"/>
              <a:defRPr sz="1600"/>
            </a:lvl2pPr>
            <a:lvl3pPr marL="365760" indent="-182880">
              <a:buFont typeface="Arial" panose="020B0604020202020204" pitchFamily="34" charset="0"/>
              <a:buChar char="–"/>
              <a:defRPr/>
            </a:lvl3pPr>
            <a:lvl4pPr marL="548640" indent="-182880">
              <a:buFont typeface="Arial" panose="020B0604020202020204" pitchFamily="34" charset="0"/>
              <a:buChar char="•"/>
              <a:defRPr/>
            </a:lvl4pPr>
            <a:lvl5pPr marL="731520" indent="-182880">
              <a:buFont typeface="Arial" panose="020B0604020202020204" pitchFamily="34" charset="0"/>
              <a:buChar cha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8955240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 Col Light Aqua">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ADA1B686-3EA1-290F-1850-EF5160AC70A9}"/>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054675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89252E26-4487-B48F-9389-DC1ED6B915AF}"/>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01401035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1E8464C6-B635-9E5C-6217-A2685A3637D3}"/>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12738697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CE3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B35D8FB1-CF62-4329-60A7-5504FB75FB3E}"/>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246894080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 Col Light Purple">
    <p:bg>
      <p:bgPr>
        <a:solidFill>
          <a:srgbClr val="EDCC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3E88FDF8-3DE4-309C-C75C-D8C6984A1EE6}"/>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554480"/>
            <a:ext cx="11088688" cy="4617720"/>
          </a:xfrm>
        </p:spPr>
        <p:txBody>
          <a:bodyPr/>
          <a:lstStyle>
            <a:lvl1pPr>
              <a:defRPr/>
            </a:lvl1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37189091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28365807-71CB-01E7-FCA6-0290AC189FA1}"/>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554480"/>
            <a:ext cx="5356225" cy="4617720"/>
          </a:xfrm>
        </p:spPr>
        <p:txBody>
          <a:bodyPr/>
          <a:lstStyle>
            <a:lvl2pPr>
              <a:defRPr/>
            </a:lvl2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2"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497505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a:xfrm>
            <a:off x="548640" y="4572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DE6EFFD6-2BCA-A3D2-382D-EF991ABB2991}"/>
              </a:ext>
            </a:extLst>
          </p:cNvPr>
          <p:cNvSpPr>
            <a:spLocks noGrp="1"/>
          </p:cNvSpPr>
          <p:nvPr>
            <p:ph type="body" sz="quarter" idx="15"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8685"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554480"/>
            <a:ext cx="3447288"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0" y="1554480"/>
            <a:ext cx="3443288"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9" name="Date Placeholder 8">
            <a:extLst>
              <a:ext uri="{FF2B5EF4-FFF2-40B4-BE49-F238E27FC236}">
                <a16:creationId xmlns:a16="http://schemas.microsoft.com/office/drawing/2014/main" id="{6F2A5ECE-5627-397C-EC44-C80147A05E9E}"/>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54984431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6300"/>
            <a:ext cx="11091672" cy="548640"/>
          </a:xfrm>
        </p:spPr>
        <p:txBody>
          <a:bodyPr anchor="t"/>
          <a:lstStyle>
            <a:lvl1pPr>
              <a:defRPr/>
            </a:lvl1pPr>
          </a:lstStyle>
          <a:p>
            <a:r>
              <a:rPr lang="en-US"/>
              <a:t>Title text, 30pt</a:t>
            </a:r>
          </a:p>
        </p:txBody>
      </p:sp>
      <p:sp>
        <p:nvSpPr>
          <p:cNvPr id="2" name="Text Placeholder 2">
            <a:extLst>
              <a:ext uri="{FF2B5EF4-FFF2-40B4-BE49-F238E27FC236}">
                <a16:creationId xmlns:a16="http://schemas.microsoft.com/office/drawing/2014/main" id="{BF014CA0-1869-FF65-94DE-81CD83B5712F}"/>
              </a:ext>
            </a:extLst>
          </p:cNvPr>
          <p:cNvSpPr>
            <a:spLocks noGrp="1"/>
          </p:cNvSpPr>
          <p:nvPr>
            <p:ph type="body" sz="quarter" idx="16"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78152"/>
            <a:ext cx="2487168" cy="459404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0" y="1581912"/>
            <a:ext cx="2487168" cy="459028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8" y="1581912"/>
            <a:ext cx="2487168" cy="459028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6" y="1581912"/>
            <a:ext cx="2487168" cy="4590288"/>
          </a:xfrm>
        </p:spPr>
        <p:txBody>
          <a:bodyPr/>
          <a:lstStyle>
            <a:lvl1pPr>
              <a:spcBef>
                <a:spcPts val="1200"/>
              </a:spcBef>
              <a:defRPr sz="1400"/>
            </a:lvl1pPr>
            <a:lvl2pPr>
              <a:spcBef>
                <a:spcPts val="600"/>
              </a:spcBef>
              <a:defRPr sz="1400"/>
            </a:lvl2pPr>
            <a:lvl3pPr>
              <a:spcBef>
                <a:spcPts val="600"/>
              </a:spcBef>
              <a:defRPr sz="1200"/>
            </a:lvl3pPr>
            <a:lvl4pPr>
              <a:spcBef>
                <a:spcPts val="600"/>
              </a:spcBef>
              <a:defRPr sz="1100"/>
            </a:lvl4pPr>
            <a:lvl5pPr>
              <a:spcBef>
                <a:spcPts val="600"/>
              </a:spcBef>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9">
            <a:extLst>
              <a:ext uri="{FF2B5EF4-FFF2-40B4-BE49-F238E27FC236}">
                <a16:creationId xmlns:a16="http://schemas.microsoft.com/office/drawing/2014/main" id="{426D8142-71DC-53DA-7ACE-734A3C3C6EEE}"/>
              </a:ext>
              <a:ext uri="{C183D7F6-B498-43B3-948B-1728B52AA6E4}">
                <adec:decorative xmlns:adec="http://schemas.microsoft.com/office/drawing/2017/decorative" val="0"/>
              </a:ext>
            </a:extLst>
          </p:cNvPr>
          <p:cNvSpPr>
            <a:spLocks noGrp="1"/>
          </p:cNvSpPr>
          <p:nvPr>
            <p:ph type="dt" sz="half" idx="15"/>
          </p:nvPr>
        </p:nvSpPr>
        <p:spPr/>
        <p:txBody>
          <a:bodyPr/>
          <a:lstStyle/>
          <a:p>
            <a:r>
              <a:rPr lang="en-US"/>
              <a:t>Source(s) / Citation(s) / Trademark(s)</a:t>
            </a:r>
          </a:p>
        </p:txBody>
      </p:sp>
    </p:spTree>
    <p:extLst>
      <p:ext uri="{BB962C8B-B14F-4D97-AF65-F5344CB8AC3E}">
        <p14:creationId xmlns:p14="http://schemas.microsoft.com/office/powerpoint/2010/main" val="312522510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2" name="fortress_red_logo">
            <a:extLst>
              <a:ext uri="{FF2B5EF4-FFF2-40B4-BE49-F238E27FC236}">
                <a16:creationId xmlns:a16="http://schemas.microsoft.com/office/drawing/2014/main" id="{D2DD75F0-A73C-898D-490D-9E6A83A58004}"/>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30pt</a:t>
            </a:r>
          </a:p>
        </p:txBody>
      </p:sp>
      <p:sp>
        <p:nvSpPr>
          <p:cNvPr id="4" name="Text Placeholder 2">
            <a:extLst>
              <a:ext uri="{FF2B5EF4-FFF2-40B4-BE49-F238E27FC236}">
                <a16:creationId xmlns:a16="http://schemas.microsoft.com/office/drawing/2014/main" id="{D83D55D1-91B9-F3B6-0B79-E0B83AEE276D}"/>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0" y="1554480"/>
            <a:ext cx="110886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5EF3BEC4-A8CA-6129-DA3D-09C02CF6B7B1}"/>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209775228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D208D63C-B689-E785-1C29-AFF14BDC671C}"/>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30pt</a:t>
            </a:r>
          </a:p>
        </p:txBody>
      </p:sp>
      <p:sp>
        <p:nvSpPr>
          <p:cNvPr id="8" name="Text Placeholder 2">
            <a:extLst>
              <a:ext uri="{FF2B5EF4-FFF2-40B4-BE49-F238E27FC236}">
                <a16:creationId xmlns:a16="http://schemas.microsoft.com/office/drawing/2014/main" id="{487DD921-D00D-4F59-D967-0EC39655C179}"/>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554480"/>
            <a:ext cx="535622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1"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9" name="Date Placeholder 8">
            <a:extLst>
              <a:ext uri="{FF2B5EF4-FFF2-40B4-BE49-F238E27FC236}">
                <a16:creationId xmlns:a16="http://schemas.microsoft.com/office/drawing/2014/main" id="{DF7DC1F2-3E8E-01D0-ED31-624AFFD06FB5}"/>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136787130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red_logo">
            <a:extLst>
              <a:ext uri="{FF2B5EF4-FFF2-40B4-BE49-F238E27FC236}">
                <a16:creationId xmlns:a16="http://schemas.microsoft.com/office/drawing/2014/main" id="{38CF6369-1802-5921-B6B2-B6A8455BEC5B}"/>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30pt</a:t>
            </a:r>
          </a:p>
        </p:txBody>
      </p:sp>
      <p:sp>
        <p:nvSpPr>
          <p:cNvPr id="9" name="Text Placeholder 2">
            <a:extLst>
              <a:ext uri="{FF2B5EF4-FFF2-40B4-BE49-F238E27FC236}">
                <a16:creationId xmlns:a16="http://schemas.microsoft.com/office/drawing/2014/main" id="{7CA6F943-6475-2985-9120-928F3CCE0BEF}"/>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4"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10" name="Date Placeholder 9">
            <a:extLst>
              <a:ext uri="{FF2B5EF4-FFF2-40B4-BE49-F238E27FC236}">
                <a16:creationId xmlns:a16="http://schemas.microsoft.com/office/drawing/2014/main" id="{7574CD04-9D84-4B66-E3E5-8E35DE5903C4}"/>
              </a:ext>
              <a:ext uri="{C183D7F6-B498-43B3-948B-1728B52AA6E4}">
                <adec:decorative xmlns:adec="http://schemas.microsoft.com/office/drawing/2017/decorative" val="0"/>
              </a:ext>
            </a:extLst>
          </p:cNvPr>
          <p:cNvSpPr>
            <a:spLocks noGrp="1"/>
          </p:cNvSpPr>
          <p:nvPr>
            <p:ph type="dt" sz="half" idx="14"/>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90094882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2" name="fortress_red_logo">
            <a:extLst>
              <a:ext uri="{FF2B5EF4-FFF2-40B4-BE49-F238E27FC236}">
                <a16:creationId xmlns:a16="http://schemas.microsoft.com/office/drawing/2014/main" id="{FC468DE0-1E0F-07E9-4215-1D1B4AF9C99E}"/>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30pt</a:t>
            </a:r>
          </a:p>
        </p:txBody>
      </p:sp>
      <p:sp>
        <p:nvSpPr>
          <p:cNvPr id="10" name="Text Placeholder 2">
            <a:extLst>
              <a:ext uri="{FF2B5EF4-FFF2-40B4-BE49-F238E27FC236}">
                <a16:creationId xmlns:a16="http://schemas.microsoft.com/office/drawing/2014/main" id="{EF4A7690-D1D5-EB1B-5DB0-91456981AEDF}"/>
              </a:ext>
            </a:extLst>
          </p:cNvPr>
          <p:cNvSpPr>
            <a:spLocks noGrp="1"/>
          </p:cNvSpPr>
          <p:nvPr>
            <p:ph type="body" sz="quarter" idx="16"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81912"/>
            <a:ext cx="2487168" cy="4590288"/>
          </a:xfrm>
        </p:spPr>
        <p:txBody>
          <a:bodyPr/>
          <a:lstStyle>
            <a:lvl1pPr>
              <a:spcBef>
                <a:spcPts val="12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25825" y="1581912"/>
            <a:ext cx="2482849" cy="4590288"/>
          </a:xfrm>
        </p:spPr>
        <p:txBody>
          <a:bodyPr/>
          <a:lstStyle>
            <a:lvl1pPr>
              <a:spcBef>
                <a:spcPts val="12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9674" y="1581912"/>
            <a:ext cx="2490788" cy="4590288"/>
          </a:xfrm>
        </p:spPr>
        <p:txBody>
          <a:bodyPr/>
          <a:lstStyle>
            <a:lvl1pPr>
              <a:spcBef>
                <a:spcPts val="12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0350" y="1581912"/>
            <a:ext cx="2490788" cy="4590288"/>
          </a:xfrm>
        </p:spPr>
        <p:txBody>
          <a:bodyPr/>
          <a:lstStyle>
            <a:lvl1pPr>
              <a:spcBef>
                <a:spcPts val="600"/>
              </a:spcBef>
              <a:defRPr sz="1400">
                <a:solidFill>
                  <a:schemeClr val="bg1"/>
                </a:solidFill>
              </a:defRPr>
            </a:lvl1pPr>
            <a:lvl2pPr>
              <a:spcBef>
                <a:spcPts val="600"/>
              </a:spcBef>
              <a:defRPr sz="1400">
                <a:solidFill>
                  <a:schemeClr val="bg1"/>
                </a:solidFill>
              </a:defRPr>
            </a:lvl2pPr>
            <a:lvl3pPr>
              <a:spcBef>
                <a:spcPts val="600"/>
              </a:spcBef>
              <a:defRPr sz="1200">
                <a:solidFill>
                  <a:schemeClr val="bg1"/>
                </a:solidFill>
              </a:defRPr>
            </a:lvl3pPr>
            <a:lvl4pPr>
              <a:spcBef>
                <a:spcPts val="600"/>
              </a:spcBef>
              <a:defRPr sz="1100">
                <a:solidFill>
                  <a:schemeClr val="bg1"/>
                </a:solidFill>
              </a:defRPr>
            </a:lvl4pPr>
            <a:lvl5pPr>
              <a:spcBef>
                <a:spcPts val="600"/>
              </a:spcBef>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Date Placeholder 10">
            <a:extLst>
              <a:ext uri="{FF2B5EF4-FFF2-40B4-BE49-F238E27FC236}">
                <a16:creationId xmlns:a16="http://schemas.microsoft.com/office/drawing/2014/main" id="{6C7BEEE7-B0DA-86C3-03EA-0897A1C2FCBB}"/>
              </a:ext>
              <a:ext uri="{C183D7F6-B498-43B3-948B-1728B52AA6E4}">
                <adec:decorative xmlns:adec="http://schemas.microsoft.com/office/drawing/2017/decorative" val="0"/>
              </a:ext>
            </a:extLst>
          </p:cNvPr>
          <p:cNvSpPr>
            <a:spLocks noGrp="1"/>
          </p:cNvSpPr>
          <p:nvPr>
            <p:ph type="dt" sz="half" idx="15"/>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396624064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Date Placeholder 3">
            <a:extLst>
              <a:ext uri="{FF2B5EF4-FFF2-40B4-BE49-F238E27FC236}">
                <a16:creationId xmlns:a16="http://schemas.microsoft.com/office/drawing/2014/main" id="{2B3FBA5B-398F-E02C-F121-1E39E6B271B5}"/>
              </a:ext>
              <a:ext uri="{C183D7F6-B498-43B3-948B-1728B52AA6E4}">
                <adec:decorative xmlns:adec="http://schemas.microsoft.com/office/drawing/2017/decorative" val="1"/>
              </a:ext>
            </a:extLst>
          </p:cNvPr>
          <p:cNvSpPr>
            <a:spLocks noGrp="1"/>
          </p:cNvSpPr>
          <p:nvPr>
            <p:ph type="dt" sz="half" idx="14"/>
          </p:nvPr>
        </p:nvSpPr>
        <p:spPr/>
        <p:txBody>
          <a:bodyPr/>
          <a:lstStyle/>
          <a:p>
            <a:r>
              <a:rPr lang="en-US"/>
              <a:t>Source(s) / Citation(s) / Trademark(s)</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7200"/>
            <a:ext cx="4892040" cy="822960"/>
          </a:xfrm>
        </p:spPr>
        <p:txBody>
          <a:bodyPr anchor="t"/>
          <a:lstStyle>
            <a:lvl1pPr>
              <a:defRPr/>
            </a:lvl1pPr>
          </a:lstStyle>
          <a:p>
            <a:r>
              <a:rPr lang="en-US"/>
              <a:t>Title text, </a:t>
            </a:r>
            <a:br>
              <a:rPr lang="en-US"/>
            </a:br>
            <a:r>
              <a:rPr lang="en-US"/>
              <a:t>30pt</a:t>
            </a:r>
          </a:p>
        </p:txBody>
      </p:sp>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457200"/>
            <a:ext cx="5545138" cy="5715000"/>
          </a:xfrm>
        </p:spPr>
        <p:txBody>
          <a:bodyPr lIns="182880" tIns="182880"/>
          <a:lstStyle/>
          <a:p>
            <a:r>
              <a:rPr lang="en-US"/>
              <a:t>Click icon to add picture</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0" y="1554480"/>
            <a:ext cx="4892040" cy="4617720"/>
          </a:xfrm>
        </p:spPr>
        <p:txBody>
          <a:bodyPr/>
          <a:lstStyle>
            <a:lvl5pPr>
              <a:spcBef>
                <a:spcPts val="800"/>
              </a:spcBef>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Tree>
    <p:extLst>
      <p:ext uri="{BB962C8B-B14F-4D97-AF65-F5344CB8AC3E}">
        <p14:creationId xmlns:p14="http://schemas.microsoft.com/office/powerpoint/2010/main" val="41434096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457200"/>
            <a:ext cx="5543550" cy="5715000"/>
          </a:xfrm>
        </p:spPr>
        <p:txBody>
          <a:bodyPr lIns="182880" tIns="182880"/>
          <a:lstStyle/>
          <a:p>
            <a:r>
              <a:rPr lang="en-US"/>
              <a:t>Click icon to add picture</a:t>
            </a:r>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7200"/>
            <a:ext cx="4892040" cy="822960"/>
          </a:xfrm>
        </p:spPr>
        <p:txBody>
          <a:bodyPr anchor="t"/>
          <a:lstStyle>
            <a:lvl1pPr>
              <a:defRPr/>
            </a:lvl1pPr>
          </a:lstStyle>
          <a:p>
            <a:r>
              <a:rPr lang="en-US"/>
              <a:t>Title text, </a:t>
            </a:r>
            <a:br>
              <a:rPr lang="en-US"/>
            </a:br>
            <a:r>
              <a:rPr lang="en-US"/>
              <a:t>30pt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554480"/>
            <a:ext cx="4892040"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2" name="Date Placeholder 3">
            <a:extLst>
              <a:ext uri="{FF2B5EF4-FFF2-40B4-BE49-F238E27FC236}">
                <a16:creationId xmlns:a16="http://schemas.microsoft.com/office/drawing/2014/main" id="{7CC724CC-71C0-32B1-A007-F858DDA3CA2F}"/>
              </a:ext>
              <a:ext uri="{C183D7F6-B498-43B3-948B-1728B52AA6E4}">
                <adec:decorative xmlns:adec="http://schemas.microsoft.com/office/drawing/2017/decorative" val="0"/>
              </a:ext>
            </a:extLst>
          </p:cNvPr>
          <p:cNvSpPr>
            <a:spLocks noGrp="1"/>
          </p:cNvSpPr>
          <p:nvPr>
            <p:ph type="dt" sz="half" idx="13"/>
          </p:nvPr>
        </p:nvSpPr>
        <p:spPr>
          <a:xfrm>
            <a:off x="6281737" y="6249782"/>
            <a:ext cx="4638675" cy="365125"/>
          </a:xfrm>
        </p:spPr>
        <p:txBody>
          <a:bodyPr/>
          <a:lstStyle/>
          <a:p>
            <a:r>
              <a:rPr lang="en-US"/>
              <a:t>Source(s) / Citation(s) / Trademark(s)</a:t>
            </a:r>
          </a:p>
        </p:txBody>
      </p:sp>
    </p:spTree>
    <p:extLst>
      <p:ext uri="{BB962C8B-B14F-4D97-AF65-F5344CB8AC3E}">
        <p14:creationId xmlns:p14="http://schemas.microsoft.com/office/powerpoint/2010/main" val="162714815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48"/>
            <a:ext cx="5547360" cy="5241851"/>
          </a:xfrm>
        </p:spPr>
        <p:txBody>
          <a:bodyPr anchor="t"/>
          <a:lstStyle>
            <a:lvl1pPr>
              <a:defRPr sz="4800">
                <a:solidFill>
                  <a:schemeClr val="tx1"/>
                </a:solidFill>
              </a:defRPr>
            </a:lvl1pPr>
          </a:lstStyle>
          <a:p>
            <a:r>
              <a:rPr lang="en-US"/>
              <a:t>Title text, 48pt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1200"/>
              </a:spcBef>
              <a:buNone/>
              <a:defRPr sz="1800" b="0"/>
            </a:lvl1pPr>
            <a:lvl2pPr marL="182880" indent="-182880">
              <a:spcBef>
                <a:spcPts val="600"/>
              </a:spcBef>
              <a:buFont typeface="Arial" panose="020B0604020202020204" pitchFamily="34" charset="0"/>
              <a:buChar char="•"/>
              <a:defRPr sz="1600"/>
            </a:lvl2pPr>
            <a:lvl3pPr marL="365760" indent="-182880">
              <a:spcBef>
                <a:spcPts val="600"/>
              </a:spcBef>
              <a:buFont typeface="Arial" panose="020B0604020202020204" pitchFamily="34" charset="0"/>
              <a:buChar char="–"/>
              <a:defRPr sz="1400"/>
            </a:lvl3pPr>
            <a:lvl4pPr marL="548640" indent="-182880">
              <a:spcBef>
                <a:spcPts val="600"/>
              </a:spcBef>
              <a:buFont typeface="Arial" panose="020B0604020202020204" pitchFamily="34" charset="0"/>
              <a:buChar char="•"/>
              <a:defRPr sz="1200"/>
            </a:lvl4pPr>
            <a:lvl5pPr marL="731520" indent="-182880">
              <a:spcBef>
                <a:spcPts val="600"/>
              </a:spcBef>
              <a:buFont typeface="Arial" panose="020B0604020202020204" pitchFamily="34" charset="0"/>
              <a:buChar char="–"/>
              <a:defRPr sz="1200"/>
            </a:lvl5pPr>
          </a:lstStyle>
          <a:p>
            <a:pPr lvl="0"/>
            <a:r>
              <a:rPr lang="en-US" noProof="0"/>
              <a:t>First level, reg 18pt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Date Placeholder 3">
            <a:extLst>
              <a:ext uri="{FF2B5EF4-FFF2-40B4-BE49-F238E27FC236}">
                <a16:creationId xmlns:a16="http://schemas.microsoft.com/office/drawing/2014/main" id="{5C189770-8D69-D846-86FA-9FDE970AD194}"/>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57814378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fortress_red_logo">
            <a:extLst>
              <a:ext uri="{FF2B5EF4-FFF2-40B4-BE49-F238E27FC236}">
                <a16:creationId xmlns:a16="http://schemas.microsoft.com/office/drawing/2014/main" id="{E0E41B51-33D8-A036-7003-78F2C51D84A2}"/>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0348"/>
            <a:ext cx="4892040" cy="5241852"/>
          </a:xfrm>
        </p:spPr>
        <p:txBody>
          <a:bodyPr anchor="t"/>
          <a:lstStyle>
            <a:lvl1pPr>
              <a:defRPr sz="4800">
                <a:solidFill>
                  <a:schemeClr val="bg1"/>
                </a:solidFill>
              </a:defRPr>
            </a:lvl1pPr>
          </a:lstStyle>
          <a:p>
            <a:r>
              <a:rPr lang="en-US"/>
              <a:t>Title text, 48pt</a:t>
            </a:r>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0" y="0"/>
            <a:ext cx="6092951" cy="6858000"/>
          </a:xfrm>
        </p:spPr>
        <p:txBody>
          <a:bodyPr lIns="182880" tIns="182880" rIns="0"/>
          <a:lstStyle>
            <a:lvl1pPr>
              <a:defRPr>
                <a:solidFill>
                  <a:schemeClr val="bg1"/>
                </a:solidFill>
              </a:defRPr>
            </a:lvl1pPr>
          </a:lstStyle>
          <a:p>
            <a:r>
              <a:rPr lang="en-US"/>
              <a:t>Click icon to add picture</a:t>
            </a:r>
          </a:p>
        </p:txBody>
      </p:sp>
      <p:sp>
        <p:nvSpPr>
          <p:cNvPr id="4" name="Date Placeholder 3">
            <a:extLst>
              <a:ext uri="{FF2B5EF4-FFF2-40B4-BE49-F238E27FC236}">
                <a16:creationId xmlns:a16="http://schemas.microsoft.com/office/drawing/2014/main" id="{2E21DCE9-2B04-C865-DDE2-8ECB3F1EDEFF}"/>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27309248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nchor="t"/>
          <a:lstStyle>
            <a:lvl1pPr>
              <a:defRPr sz="4800">
                <a:solidFill>
                  <a:schemeClr val="tx1"/>
                </a:solidFill>
              </a:defRPr>
            </a:lvl1pPr>
          </a:lstStyle>
          <a:p>
            <a:r>
              <a:rPr lang="en-US"/>
              <a:t>Title text, 48pt</a:t>
            </a:r>
          </a:p>
        </p:txBody>
      </p:sp>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4" y="0"/>
            <a:ext cx="6099047" cy="6858000"/>
          </a:xfrm>
        </p:spPr>
        <p:txBody>
          <a:bodyPr lIns="182880" tIns="182880" rIns="0"/>
          <a:lstStyle>
            <a:lvl1pPr>
              <a:defRPr>
                <a:solidFill>
                  <a:schemeClr val="tx1"/>
                </a:solidFill>
              </a:defRPr>
            </a:lvl1pPr>
          </a:lstStyle>
          <a:p>
            <a:r>
              <a:rPr lang="en-US"/>
              <a:t>Click icon to add picture</a:t>
            </a:r>
          </a:p>
        </p:txBody>
      </p:sp>
      <p:sp>
        <p:nvSpPr>
          <p:cNvPr id="8" name="Date Placeholder 7">
            <a:extLst>
              <a:ext uri="{FF2B5EF4-FFF2-40B4-BE49-F238E27FC236}">
                <a16:creationId xmlns:a16="http://schemas.microsoft.com/office/drawing/2014/main" id="{700A1857-3B9B-8A03-D707-10B073A87687}"/>
              </a:ext>
              <a:ext uri="{C183D7F6-B498-43B3-948B-1728B52AA6E4}">
                <adec:decorative xmlns:adec="http://schemas.microsoft.com/office/drawing/2017/decorative" val="0"/>
              </a:ext>
            </a:extLst>
          </p:cNvPr>
          <p:cNvSpPr>
            <a:spLocks noGrp="1"/>
          </p:cNvSpPr>
          <p:nvPr>
            <p:ph type="dt" sz="half" idx="10"/>
          </p:nvPr>
        </p:nvSpPr>
        <p:spPr/>
        <p:txBody>
          <a:bodyPr/>
          <a:lstStyle/>
          <a:p>
            <a:r>
              <a:rPr lang="en-US"/>
              <a:t>Source(s) / Citation(s) / Trademark(s)</a:t>
            </a:r>
          </a:p>
        </p:txBody>
      </p:sp>
    </p:spTree>
    <p:extLst>
      <p:ext uri="{BB962C8B-B14F-4D97-AF65-F5344CB8AC3E}">
        <p14:creationId xmlns:p14="http://schemas.microsoft.com/office/powerpoint/2010/main" val="205217770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rtress_red_logo">
            <a:extLst>
              <a:ext uri="{FF2B5EF4-FFF2-40B4-BE49-F238E27FC236}">
                <a16:creationId xmlns:a16="http://schemas.microsoft.com/office/drawing/2014/main" id="{BF167CAF-B544-94B7-7A81-C8803748D04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2025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2688"/>
            <a:ext cx="5356225" cy="5239512"/>
          </a:xfrm>
        </p:spPr>
        <p:txBody>
          <a:bodyPr anchor="t"/>
          <a:lstStyle>
            <a:lvl1pPr>
              <a:defRPr sz="4800">
                <a:solidFill>
                  <a:schemeClr val="bg1"/>
                </a:solidFill>
              </a:defRPr>
            </a:lvl1pPr>
          </a:lstStyle>
          <a:p>
            <a:r>
              <a:rPr lang="en-US"/>
              <a:t>Title text, 48pt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8" y="1033272"/>
            <a:ext cx="4892040" cy="5138928"/>
          </a:xfrm>
        </p:spPr>
        <p:txBody>
          <a:bodyPr/>
          <a:lstStyle>
            <a:lvl1pPr marL="0" indent="0">
              <a:spcBef>
                <a:spcPts val="1200"/>
              </a:spcBef>
              <a:buNone/>
              <a:defRPr sz="1800" b="0"/>
            </a:lvl1pPr>
            <a:lvl2pPr marL="182880" indent="-182880">
              <a:spcBef>
                <a:spcPts val="600"/>
              </a:spcBef>
              <a:buFont typeface="Arial" panose="020B0604020202020204" pitchFamily="34" charset="0"/>
              <a:buChar char="•"/>
              <a:defRPr sz="1600" b="0"/>
            </a:lvl2pPr>
            <a:lvl3pPr marL="365760" indent="-182880">
              <a:spcBef>
                <a:spcPts val="600"/>
              </a:spcBef>
              <a:buFont typeface="Arial" panose="020B0604020202020204" pitchFamily="34" charset="0"/>
              <a:buChar char="–"/>
              <a:defRPr sz="1400"/>
            </a:lvl3pPr>
            <a:lvl4pPr marL="548640" indent="-182880">
              <a:spcBef>
                <a:spcPts val="600"/>
              </a:spcBef>
              <a:buFont typeface="Arial" panose="020B0604020202020204" pitchFamily="34" charset="0"/>
              <a:buChar char="•"/>
              <a:defRPr sz="1200"/>
            </a:lvl4pPr>
            <a:lvl5pPr marL="731520" indent="-182880">
              <a:spcBef>
                <a:spcPts val="600"/>
              </a:spcBef>
              <a:buFont typeface="Arial" panose="020B0604020202020204" pitchFamily="34" charset="0"/>
              <a:buChar char="–"/>
              <a:defRPr sz="1200"/>
            </a:lvl5pPr>
          </a:lstStyle>
          <a:p>
            <a:pPr lvl="0"/>
            <a:r>
              <a:rPr lang="en-US" noProof="0"/>
              <a:t>First level, reg 18pt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B01837F3-4A39-D3DA-B124-70B68CD23189}"/>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78415282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0" y="0"/>
            <a:ext cx="6092951" cy="6858000"/>
          </a:xfrm>
        </p:spPr>
        <p:txBody>
          <a:bodyPr lIns="182880" tIns="182880" rIns="0"/>
          <a:lstStyle>
            <a:lvl1pPr>
              <a:defRPr>
                <a:solidFill>
                  <a:schemeClr val="bg1"/>
                </a:solidFill>
              </a:defRPr>
            </a:lvl1pPr>
          </a:lstStyle>
          <a:p>
            <a:r>
              <a:rPr lang="en-US"/>
              <a:t>Click icon to add picture</a:t>
            </a:r>
          </a:p>
        </p:txBody>
      </p:sp>
      <p:sp>
        <p:nvSpPr>
          <p:cNvPr id="15" name="fortress_red_logo">
            <a:extLst>
              <a:ext uri="{FF2B5EF4-FFF2-40B4-BE49-F238E27FC236}">
                <a16:creationId xmlns:a16="http://schemas.microsoft.com/office/drawing/2014/main" id="{4F6B2DBF-FC20-CEA6-0407-E53BB6634E90}"/>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8" y="457200"/>
            <a:ext cx="4892040" cy="822960"/>
          </a:xfrm>
        </p:spPr>
        <p:txBody>
          <a:bodyPr anchor="t"/>
          <a:lstStyle>
            <a:lvl1pPr>
              <a:defRPr>
                <a:solidFill>
                  <a:schemeClr val="bg1"/>
                </a:solidFill>
              </a:defRPr>
            </a:lvl1pPr>
          </a:lstStyle>
          <a:p>
            <a:r>
              <a:rPr lang="en-US"/>
              <a:t>Title text, </a:t>
            </a:r>
            <a:br>
              <a:rPr lang="en-US"/>
            </a:br>
            <a:r>
              <a:rPr lang="en-US"/>
              <a:t>30pt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3" y="1554480"/>
            <a:ext cx="489267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4" name="Date Placeholder 3">
            <a:extLst>
              <a:ext uri="{FF2B5EF4-FFF2-40B4-BE49-F238E27FC236}">
                <a16:creationId xmlns:a16="http://schemas.microsoft.com/office/drawing/2014/main" id="{E486566B-4871-0702-57F9-C5ABF71DB93F}"/>
              </a:ext>
              <a:ext uri="{C183D7F6-B498-43B3-948B-1728B52AA6E4}">
                <adec:decorative xmlns:adec="http://schemas.microsoft.com/office/drawing/2017/decorative" val="0"/>
              </a:ext>
            </a:extLst>
          </p:cNvPr>
          <p:cNvSpPr>
            <a:spLocks noGrp="1"/>
          </p:cNvSpPr>
          <p:nvPr>
            <p:ph type="dt" sz="half" idx="14"/>
          </p:nvPr>
        </p:nvSpPr>
        <p:spPr/>
        <p:txBody>
          <a:bodyPr/>
          <a:lstStyle>
            <a:lvl1pPr>
              <a:defRPr>
                <a:solidFill>
                  <a:schemeClr val="bg1"/>
                </a:solidFill>
              </a:defRPr>
            </a:lvl1pPr>
          </a:lstStyle>
          <a:p>
            <a:r>
              <a:rPr lang="en-US"/>
              <a:t>Source(s) / Citation(s) / Trademark(s)</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Tree>
    <p:extLst>
      <p:ext uri="{BB962C8B-B14F-4D97-AF65-F5344CB8AC3E}">
        <p14:creationId xmlns:p14="http://schemas.microsoft.com/office/powerpoint/2010/main" val="291720792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0" y="0"/>
            <a:ext cx="6092951" cy="6858000"/>
          </a:xfrm>
        </p:spPr>
        <p:txBody>
          <a:bodyPr lIns="182880" tIns="182880" rIns="0"/>
          <a:lstStyle>
            <a:lvl1pPr>
              <a:defRPr>
                <a:solidFill>
                  <a:schemeClr val="tx1"/>
                </a:solidFill>
              </a:defRPr>
            </a:lvl1pPr>
          </a:lstStyle>
          <a:p>
            <a:r>
              <a:rPr lang="en-US"/>
              <a:t>Click icon to add picture</a:t>
            </a:r>
          </a:p>
        </p:txBody>
      </p:sp>
      <p:sp>
        <p:nvSpPr>
          <p:cNvPr id="16" name="fortress_red_logo">
            <a:extLst>
              <a:ext uri="{FF2B5EF4-FFF2-40B4-BE49-F238E27FC236}">
                <a16:creationId xmlns:a16="http://schemas.microsoft.com/office/drawing/2014/main" id="{B851A469-0A2B-910E-1A1C-CC6A0E8B879A}"/>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6" y="457200"/>
            <a:ext cx="4892041" cy="822960"/>
          </a:xfrm>
        </p:spPr>
        <p:txBody>
          <a:bodyPr anchor="t"/>
          <a:lstStyle>
            <a:lvl1pPr>
              <a:defRPr/>
            </a:lvl1pPr>
          </a:lstStyle>
          <a:p>
            <a:r>
              <a:rPr lang="en-US"/>
              <a:t>Title text, </a:t>
            </a:r>
            <a:br>
              <a:rPr lang="en-US"/>
            </a:br>
            <a:r>
              <a:rPr lang="en-US"/>
              <a:t>30pt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1554480"/>
            <a:ext cx="4892042"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9" name="Date Placeholder 8">
            <a:extLst>
              <a:ext uri="{FF2B5EF4-FFF2-40B4-BE49-F238E27FC236}">
                <a16:creationId xmlns:a16="http://schemas.microsoft.com/office/drawing/2014/main" id="{776661A4-CEEB-FD35-9B16-C027F7583E14}"/>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Tree>
    <p:extLst>
      <p:ext uri="{BB962C8B-B14F-4D97-AF65-F5344CB8AC3E}">
        <p14:creationId xmlns:p14="http://schemas.microsoft.com/office/powerpoint/2010/main" val="244445520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rtress_red_logo">
            <a:extLst>
              <a:ext uri="{FF2B5EF4-FFF2-40B4-BE49-F238E27FC236}">
                <a16:creationId xmlns:a16="http://schemas.microsoft.com/office/drawing/2014/main" id="{3A5FC4C6-4957-F530-76AD-4197BFB1990B}"/>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0" y="457200"/>
            <a:ext cx="5360035" cy="822960"/>
          </a:xfrm>
        </p:spPr>
        <p:txBody>
          <a:bodyPr anchor="t"/>
          <a:lstStyle>
            <a:lvl1pPr>
              <a:defRPr>
                <a:solidFill>
                  <a:schemeClr val="bg1"/>
                </a:solidFill>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49" y="1554480"/>
            <a:ext cx="5356225" cy="4617720"/>
          </a:xfrm>
        </p:spPr>
        <p:txBody>
          <a:bodyPr/>
          <a:lstStyle>
            <a:lvl1pPr>
              <a:defRPr sz="16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4480"/>
            <a:ext cx="4892040" cy="4617720"/>
          </a:xfrm>
        </p:spPr>
        <p:txBody>
          <a:bodyPr/>
          <a:lstStyle>
            <a:lvl1pPr>
              <a:defRPr sz="1600"/>
            </a:lvl1pPr>
            <a:lvl2pPr>
              <a:defRPr sz="1600"/>
            </a:lvl2pPr>
            <a:lvl3pPr>
              <a:defRPr sz="1400"/>
            </a:lvl3pPr>
            <a:lvl4pPr>
              <a:defRPr sz="1200"/>
            </a:lvl4pPr>
            <a:lvl5pP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0"/>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02009942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0" y="457200"/>
            <a:ext cx="4892040" cy="822960"/>
          </a:xfrm>
        </p:spPr>
        <p:txBody>
          <a:bodyPr anchor="t"/>
          <a:lstStyle>
            <a:lvl1pPr>
              <a:defRPr>
                <a:solidFill>
                  <a:schemeClr val="bg1"/>
                </a:solidFill>
              </a:defRPr>
            </a:lvl1pPr>
          </a:lstStyle>
          <a:p>
            <a:r>
              <a:rPr lang="en-US"/>
              <a:t>Title text, </a:t>
            </a:r>
            <a:br>
              <a:rPr lang="en-US"/>
            </a:br>
            <a:r>
              <a:rPr lang="en-US"/>
              <a:t>30pt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0" y="1554480"/>
            <a:ext cx="4892040"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
        <p:nvSpPr>
          <p:cNvPr id="2" name="fortress_red_logo">
            <a:extLst>
              <a:ext uri="{FF2B5EF4-FFF2-40B4-BE49-F238E27FC236}">
                <a16:creationId xmlns:a16="http://schemas.microsoft.com/office/drawing/2014/main" id="{9AA9BB75-112F-0BFB-D12A-7644C699D4DA}"/>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399050216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70406C-6346-7F11-8DC2-FE6340A3FC7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gray">
          <a:xfrm>
            <a:off x="0" y="0"/>
            <a:ext cx="12189532" cy="6858000"/>
          </a:xfrm>
          <a:prstGeom prst="rect">
            <a:avLst/>
          </a:prstGeom>
        </p:spPr>
      </p:pic>
      <p:sp>
        <p:nvSpPr>
          <p:cNvPr id="10" name="fortress_red_logo">
            <a:extLst>
              <a:ext uri="{FF2B5EF4-FFF2-40B4-BE49-F238E27FC236}">
                <a16:creationId xmlns:a16="http://schemas.microsoft.com/office/drawing/2014/main" id="{E784A955-C0EF-DA2F-483C-C12289B6CF41}"/>
              </a:ext>
              <a:ext uri="{C183D7F6-B498-43B3-948B-1728B52AA6E4}">
                <adec:decorative xmlns:adec="http://schemas.microsoft.com/office/drawing/2017/decorative" val="1"/>
              </a:ext>
            </a:extLst>
          </p:cNvPr>
          <p:cNvSpPr>
            <a:spLocks noChangeAspect="1"/>
          </p:cNvSpPr>
          <p:nvPr userDrawn="1"/>
        </p:nvSpPr>
        <p:spPr>
          <a:xfrm>
            <a:off x="11281986" y="6434672"/>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4800">
                <a:solidFill>
                  <a:schemeClr val="tx1"/>
                </a:solidFill>
              </a:defRPr>
            </a:lvl1pPr>
          </a:lstStyle>
          <a:p>
            <a:r>
              <a:rPr lang="en-US"/>
              <a:t>Statement, 48pt</a:t>
            </a:r>
          </a:p>
        </p:txBody>
      </p:sp>
      <p:sp>
        <p:nvSpPr>
          <p:cNvPr id="5" name="Text Placeholder 4">
            <a:extLst>
              <a:ext uri="{FF2B5EF4-FFF2-40B4-BE49-F238E27FC236}">
                <a16:creationId xmlns:a16="http://schemas.microsoft.com/office/drawing/2014/main" id="{2E336FFA-AF8D-F072-CA48-2F0A65D21031}"/>
              </a:ext>
            </a:extLst>
          </p:cNvPr>
          <p:cNvSpPr>
            <a:spLocks noGrp="1"/>
          </p:cNvSpPr>
          <p:nvPr>
            <p:ph type="body" sz="quarter" idx="14" hasCustomPrompt="1"/>
          </p:nvPr>
        </p:nvSpPr>
        <p:spPr>
          <a:xfrm>
            <a:off x="552450" y="630936"/>
            <a:ext cx="6364224" cy="301752"/>
          </a:xfrm>
        </p:spPr>
        <p:txBody>
          <a:bodyPr/>
          <a:lstStyle>
            <a:lvl1pPr>
              <a:defRPr/>
            </a:lvl1pPr>
          </a:lstStyle>
          <a:p>
            <a:pPr lvl="0"/>
            <a:r>
              <a:rPr lang="en-US"/>
              <a:t>Explore Equinix</a:t>
            </a:r>
          </a:p>
        </p:txBody>
      </p:sp>
      <p:sp>
        <p:nvSpPr>
          <p:cNvPr id="3" name="Date Placeholder 2">
            <a:extLst>
              <a:ext uri="{FF2B5EF4-FFF2-40B4-BE49-F238E27FC236}">
                <a16:creationId xmlns:a16="http://schemas.microsoft.com/office/drawing/2014/main" id="{1EBB7021-B113-89C1-0611-7B58A649B687}"/>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tx1"/>
                </a:solidFill>
              </a:defRPr>
            </a:lvl1pPr>
          </a:lstStyle>
          <a:p>
            <a:r>
              <a:rPr lang="en-US"/>
              <a:t>Source(s) / Citation(s) / Trademark(s)</a:t>
            </a:r>
          </a:p>
        </p:txBody>
      </p:sp>
    </p:spTree>
    <p:extLst>
      <p:ext uri="{BB962C8B-B14F-4D97-AF65-F5344CB8AC3E}">
        <p14:creationId xmlns:p14="http://schemas.microsoft.com/office/powerpoint/2010/main" val="111272858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tx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04FB18-8EEF-7EDF-B1E4-508641D0A3DD}"/>
              </a:ext>
              <a:ext uri="{C183D7F6-B498-43B3-948B-1728B52AA6E4}">
                <adec:decorative xmlns:adec="http://schemas.microsoft.com/office/drawing/2017/decorative" val="1"/>
              </a:ext>
            </a:extLst>
          </p:cNvPr>
          <p:cNvSpPr/>
          <p:nvPr userDrawn="1"/>
        </p:nvSpPr>
        <p:spPr bwMode="invGray">
          <a:xfrm>
            <a:off x="5605589" y="78354"/>
            <a:ext cx="6586410" cy="6596391"/>
          </a:xfrm>
          <a:custGeom>
            <a:avLst/>
            <a:gdLst>
              <a:gd name="connsiteX0" fmla="*/ 6586411 w 6586410"/>
              <a:gd name="connsiteY0" fmla="*/ 394562 h 6596391"/>
              <a:gd name="connsiteX1" fmla="*/ 6095905 w 6586410"/>
              <a:gd name="connsiteY1" fmla="*/ 573086 h 6596391"/>
              <a:gd name="connsiteX2" fmla="*/ 6092907 w 6586410"/>
              <a:gd name="connsiteY2" fmla="*/ 577353 h 6596391"/>
              <a:gd name="connsiteX3" fmla="*/ 6092907 w 6586410"/>
              <a:gd name="connsiteY3" fmla="*/ 577353 h 6596391"/>
              <a:gd name="connsiteX4" fmla="*/ 6092907 w 6586410"/>
              <a:gd name="connsiteY4" fmla="*/ 1003781 h 6596391"/>
              <a:gd name="connsiteX5" fmla="*/ 6095899 w 6586410"/>
              <a:gd name="connsiteY5" fmla="*/ 1002695 h 6596391"/>
              <a:gd name="connsiteX6" fmla="*/ 6097454 w 6586410"/>
              <a:gd name="connsiteY6" fmla="*/ 1002416 h 6596391"/>
              <a:gd name="connsiteX7" fmla="*/ 6095905 w 6586410"/>
              <a:gd name="connsiteY7" fmla="*/ 1002695 h 6596391"/>
              <a:gd name="connsiteX8" fmla="*/ 5507311 w 6586410"/>
              <a:gd name="connsiteY8" fmla="*/ 1216931 h 6596391"/>
              <a:gd name="connsiteX9" fmla="*/ 5507298 w 6586410"/>
              <a:gd name="connsiteY9" fmla="*/ 1216931 h 6596391"/>
              <a:gd name="connsiteX10" fmla="*/ 4918729 w 6586410"/>
              <a:gd name="connsiteY10" fmla="*/ 1002695 h 6596391"/>
              <a:gd name="connsiteX11" fmla="*/ 4915624 w 6586410"/>
              <a:gd name="connsiteY11" fmla="*/ 1002695 h 6596391"/>
              <a:gd name="connsiteX12" fmla="*/ 4331583 w 6586410"/>
              <a:gd name="connsiteY12" fmla="*/ 1215274 h 6596391"/>
              <a:gd name="connsiteX13" fmla="*/ 4331583 w 6586410"/>
              <a:gd name="connsiteY13" fmla="*/ 792161 h 6596391"/>
              <a:gd name="connsiteX14" fmla="*/ 4328586 w 6586410"/>
              <a:gd name="connsiteY14" fmla="*/ 787894 h 6596391"/>
              <a:gd name="connsiteX15" fmla="*/ 3738448 w 6586410"/>
              <a:gd name="connsiteY15" fmla="*/ 573086 h 6596391"/>
              <a:gd name="connsiteX16" fmla="*/ 3735336 w 6586410"/>
              <a:gd name="connsiteY16" fmla="*/ 573086 h 6596391"/>
              <a:gd name="connsiteX17" fmla="*/ 3145200 w 6586410"/>
              <a:gd name="connsiteY17" fmla="*/ 787881 h 6596391"/>
              <a:gd name="connsiteX18" fmla="*/ 3142196 w 6586410"/>
              <a:gd name="connsiteY18" fmla="*/ 792155 h 6596391"/>
              <a:gd name="connsiteX19" fmla="*/ 3142196 w 6586410"/>
              <a:gd name="connsiteY19" fmla="*/ 1215268 h 6596391"/>
              <a:gd name="connsiteX20" fmla="*/ 3148298 w 6586410"/>
              <a:gd name="connsiteY20" fmla="*/ 1217490 h 6596391"/>
              <a:gd name="connsiteX21" fmla="*/ 3151295 w 6586410"/>
              <a:gd name="connsiteY21" fmla="*/ 1221764 h 6596391"/>
              <a:gd name="connsiteX22" fmla="*/ 3151295 w 6586410"/>
              <a:gd name="connsiteY22" fmla="*/ 1221764 h 6596391"/>
              <a:gd name="connsiteX23" fmla="*/ 3148298 w 6586410"/>
              <a:gd name="connsiteY23" fmla="*/ 1217497 h 6596391"/>
              <a:gd name="connsiteX24" fmla="*/ 2558231 w 6586410"/>
              <a:gd name="connsiteY24" fmla="*/ 1002721 h 6596391"/>
              <a:gd name="connsiteX25" fmla="*/ 2558211 w 6586410"/>
              <a:gd name="connsiteY25" fmla="*/ 1002714 h 6596391"/>
              <a:gd name="connsiteX26" fmla="*/ 2558161 w 6586410"/>
              <a:gd name="connsiteY26" fmla="*/ 1002689 h 6596391"/>
              <a:gd name="connsiteX27" fmla="*/ 1971008 w 6586410"/>
              <a:gd name="connsiteY27" fmla="*/ 788980 h 6596391"/>
              <a:gd name="connsiteX28" fmla="*/ 1971008 w 6586410"/>
              <a:gd name="connsiteY28" fmla="*/ 362583 h 6596391"/>
              <a:gd name="connsiteX29" fmla="*/ 1971008 w 6586410"/>
              <a:gd name="connsiteY29" fmla="*/ 362545 h 6596391"/>
              <a:gd name="connsiteX30" fmla="*/ 1968017 w 6586410"/>
              <a:gd name="connsiteY30" fmla="*/ 358278 h 6596391"/>
              <a:gd name="connsiteX31" fmla="*/ 1558233 w 6586410"/>
              <a:gd name="connsiteY31" fmla="*/ 209123 h 6596391"/>
              <a:gd name="connsiteX32" fmla="*/ 1377880 w 6586410"/>
              <a:gd name="connsiteY32" fmla="*/ 143477 h 6596391"/>
              <a:gd name="connsiteX33" fmla="*/ 1376699 w 6586410"/>
              <a:gd name="connsiteY33" fmla="*/ 143267 h 6596391"/>
              <a:gd name="connsiteX34" fmla="*/ 1375518 w 6586410"/>
              <a:gd name="connsiteY34" fmla="*/ 143343 h 6596391"/>
              <a:gd name="connsiteX35" fmla="*/ 1374769 w 6586410"/>
              <a:gd name="connsiteY35" fmla="*/ 143477 h 6596391"/>
              <a:gd name="connsiteX36" fmla="*/ 982891 w 6586410"/>
              <a:gd name="connsiteY36" fmla="*/ 286104 h 6596391"/>
              <a:gd name="connsiteX37" fmla="*/ 799471 w 6586410"/>
              <a:gd name="connsiteY37" fmla="*/ 219340 h 6596391"/>
              <a:gd name="connsiteX38" fmla="*/ 1376318 w 6586410"/>
              <a:gd name="connsiteY38" fmla="*/ 9384 h 6596391"/>
              <a:gd name="connsiteX39" fmla="*/ 1953165 w 6586410"/>
              <a:gd name="connsiteY39" fmla="*/ 219340 h 6596391"/>
              <a:gd name="connsiteX40" fmla="*/ 1769739 w 6586410"/>
              <a:gd name="connsiteY40" fmla="*/ 286104 h 6596391"/>
              <a:gd name="connsiteX41" fmla="*/ 1783035 w 6586410"/>
              <a:gd name="connsiteY41" fmla="*/ 290943 h 6596391"/>
              <a:gd name="connsiteX42" fmla="*/ 1968011 w 6586410"/>
              <a:gd name="connsiteY42" fmla="*/ 223614 h 6596391"/>
              <a:gd name="connsiteX43" fmla="*/ 1971015 w 6586410"/>
              <a:gd name="connsiteY43" fmla="*/ 219340 h 6596391"/>
              <a:gd name="connsiteX44" fmla="*/ 1968011 w 6586410"/>
              <a:gd name="connsiteY44" fmla="*/ 215067 h 6596391"/>
              <a:gd name="connsiteX45" fmla="*/ 1377874 w 6586410"/>
              <a:gd name="connsiteY45" fmla="*/ 271 h 6596391"/>
              <a:gd name="connsiteX46" fmla="*/ 1374762 w 6586410"/>
              <a:gd name="connsiteY46" fmla="*/ 271 h 6596391"/>
              <a:gd name="connsiteX47" fmla="*/ 784625 w 6586410"/>
              <a:gd name="connsiteY47" fmla="*/ 215067 h 6596391"/>
              <a:gd name="connsiteX48" fmla="*/ 781628 w 6586410"/>
              <a:gd name="connsiteY48" fmla="*/ 219340 h 6596391"/>
              <a:gd name="connsiteX49" fmla="*/ 784625 w 6586410"/>
              <a:gd name="connsiteY49" fmla="*/ 223614 h 6596391"/>
              <a:gd name="connsiteX50" fmla="*/ 969601 w 6586410"/>
              <a:gd name="connsiteY50" fmla="*/ 290943 h 6596391"/>
              <a:gd name="connsiteX51" fmla="*/ 784625 w 6586410"/>
              <a:gd name="connsiteY51" fmla="*/ 358265 h 6596391"/>
              <a:gd name="connsiteX52" fmla="*/ 783514 w 6586410"/>
              <a:gd name="connsiteY52" fmla="*/ 358875 h 6596391"/>
              <a:gd name="connsiteX53" fmla="*/ 781723 w 6586410"/>
              <a:gd name="connsiteY53" fmla="*/ 361917 h 6596391"/>
              <a:gd name="connsiteX54" fmla="*/ 781628 w 6586410"/>
              <a:gd name="connsiteY54" fmla="*/ 362533 h 6596391"/>
              <a:gd name="connsiteX55" fmla="*/ 781628 w 6586410"/>
              <a:gd name="connsiteY55" fmla="*/ 792136 h 6596391"/>
              <a:gd name="connsiteX56" fmla="*/ 781964 w 6586410"/>
              <a:gd name="connsiteY56" fmla="*/ 793755 h 6596391"/>
              <a:gd name="connsiteX57" fmla="*/ 784625 w 6586410"/>
              <a:gd name="connsiteY57" fmla="*/ 796403 h 6596391"/>
              <a:gd name="connsiteX58" fmla="*/ 1374749 w 6586410"/>
              <a:gd name="connsiteY58" fmla="*/ 1011211 h 6596391"/>
              <a:gd name="connsiteX59" fmla="*/ 1374762 w 6586410"/>
              <a:gd name="connsiteY59" fmla="*/ 1011217 h 6596391"/>
              <a:gd name="connsiteX60" fmla="*/ 1374769 w 6586410"/>
              <a:gd name="connsiteY60" fmla="*/ 1011217 h 6596391"/>
              <a:gd name="connsiteX61" fmla="*/ 1964887 w 6586410"/>
              <a:gd name="connsiteY61" fmla="*/ 1226012 h 6596391"/>
              <a:gd name="connsiteX62" fmla="*/ 1964906 w 6586410"/>
              <a:gd name="connsiteY62" fmla="*/ 1226018 h 6596391"/>
              <a:gd name="connsiteX63" fmla="*/ 2543321 w 6586410"/>
              <a:gd name="connsiteY63" fmla="*/ 1436553 h 6596391"/>
              <a:gd name="connsiteX64" fmla="*/ 1964906 w 6586410"/>
              <a:gd name="connsiteY64" fmla="*/ 1647080 h 6596391"/>
              <a:gd name="connsiteX65" fmla="*/ 1964703 w 6586410"/>
              <a:gd name="connsiteY65" fmla="*/ 1647195 h 6596391"/>
              <a:gd name="connsiteX66" fmla="*/ 1964271 w 6586410"/>
              <a:gd name="connsiteY66" fmla="*/ 1647436 h 6596391"/>
              <a:gd name="connsiteX67" fmla="*/ 1963369 w 6586410"/>
              <a:gd name="connsiteY67" fmla="*/ 1648090 h 6596391"/>
              <a:gd name="connsiteX68" fmla="*/ 1963001 w 6586410"/>
              <a:gd name="connsiteY68" fmla="*/ 1648477 h 6596391"/>
              <a:gd name="connsiteX69" fmla="*/ 1962341 w 6586410"/>
              <a:gd name="connsiteY69" fmla="*/ 1649563 h 6596391"/>
              <a:gd name="connsiteX70" fmla="*/ 1962194 w 6586410"/>
              <a:gd name="connsiteY70" fmla="*/ 1649805 h 6596391"/>
              <a:gd name="connsiteX71" fmla="*/ 1962182 w 6586410"/>
              <a:gd name="connsiteY71" fmla="*/ 1649887 h 6596391"/>
              <a:gd name="connsiteX72" fmla="*/ 1961966 w 6586410"/>
              <a:gd name="connsiteY72" fmla="*/ 1651341 h 6596391"/>
              <a:gd name="connsiteX73" fmla="*/ 1961921 w 6586410"/>
              <a:gd name="connsiteY73" fmla="*/ 1651341 h 6596391"/>
              <a:gd name="connsiteX74" fmla="*/ 1961921 w 6586410"/>
              <a:gd name="connsiteY74" fmla="*/ 2507385 h 6596391"/>
              <a:gd name="connsiteX75" fmla="*/ 1374775 w 6586410"/>
              <a:gd name="connsiteY75" fmla="*/ 2721075 h 6596391"/>
              <a:gd name="connsiteX76" fmla="*/ 1371778 w 6586410"/>
              <a:gd name="connsiteY76" fmla="*/ 2725349 h 6596391"/>
              <a:gd name="connsiteX77" fmla="*/ 1374775 w 6586410"/>
              <a:gd name="connsiteY77" fmla="*/ 2729622 h 6596391"/>
              <a:gd name="connsiteX78" fmla="*/ 1953210 w 6586410"/>
              <a:gd name="connsiteY78" fmla="*/ 2940163 h 6596391"/>
              <a:gd name="connsiteX79" fmla="*/ 1376337 w 6586410"/>
              <a:gd name="connsiteY79" fmla="*/ 3150113 h 6596391"/>
              <a:gd name="connsiteX80" fmla="*/ 1377880 w 6586410"/>
              <a:gd name="connsiteY80" fmla="*/ 3150672 h 6596391"/>
              <a:gd name="connsiteX81" fmla="*/ 1377950 w 6586410"/>
              <a:gd name="connsiteY81" fmla="*/ 3150710 h 6596391"/>
              <a:gd name="connsiteX82" fmla="*/ 1378706 w 6586410"/>
              <a:gd name="connsiteY82" fmla="*/ 3151135 h 6596391"/>
              <a:gd name="connsiteX83" fmla="*/ 1377880 w 6586410"/>
              <a:gd name="connsiteY83" fmla="*/ 3150684 h 6596391"/>
              <a:gd name="connsiteX84" fmla="*/ 787736 w 6586410"/>
              <a:gd name="connsiteY84" fmla="*/ 2935877 h 6596391"/>
              <a:gd name="connsiteX85" fmla="*/ 786187 w 6586410"/>
              <a:gd name="connsiteY85" fmla="*/ 2935597 h 6596391"/>
              <a:gd name="connsiteX86" fmla="*/ 784631 w 6586410"/>
              <a:gd name="connsiteY86" fmla="*/ 2935877 h 6596391"/>
              <a:gd name="connsiteX87" fmla="*/ 194494 w 6586410"/>
              <a:gd name="connsiteY87" fmla="*/ 3150672 h 6596391"/>
              <a:gd name="connsiteX88" fmla="*/ 191497 w 6586410"/>
              <a:gd name="connsiteY88" fmla="*/ 3154945 h 6596391"/>
              <a:gd name="connsiteX89" fmla="*/ 191497 w 6586410"/>
              <a:gd name="connsiteY89" fmla="*/ 3584548 h 6596391"/>
              <a:gd name="connsiteX90" fmla="*/ 191713 w 6586410"/>
              <a:gd name="connsiteY90" fmla="*/ 3585932 h 6596391"/>
              <a:gd name="connsiteX91" fmla="*/ 194494 w 6586410"/>
              <a:gd name="connsiteY91" fmla="*/ 3588815 h 6596391"/>
              <a:gd name="connsiteX92" fmla="*/ 784631 w 6586410"/>
              <a:gd name="connsiteY92" fmla="*/ 3803629 h 6596391"/>
              <a:gd name="connsiteX93" fmla="*/ 786181 w 6586410"/>
              <a:gd name="connsiteY93" fmla="*/ 3803909 h 6596391"/>
              <a:gd name="connsiteX94" fmla="*/ 784625 w 6586410"/>
              <a:gd name="connsiteY94" fmla="*/ 3803629 h 6596391"/>
              <a:gd name="connsiteX95" fmla="*/ 772865 w 6586410"/>
              <a:gd name="connsiteY95" fmla="*/ 3799350 h 6596391"/>
              <a:gd name="connsiteX96" fmla="*/ 593128 w 6586410"/>
              <a:gd name="connsiteY96" fmla="*/ 3864767 h 6596391"/>
              <a:gd name="connsiteX97" fmla="*/ 594290 w 6586410"/>
              <a:gd name="connsiteY97" fmla="*/ 3864564 h 6596391"/>
              <a:gd name="connsiteX98" fmla="*/ 593134 w 6586410"/>
              <a:gd name="connsiteY98" fmla="*/ 3864774 h 6596391"/>
              <a:gd name="connsiteX99" fmla="*/ 2997 w 6586410"/>
              <a:gd name="connsiteY99" fmla="*/ 4079562 h 6596391"/>
              <a:gd name="connsiteX100" fmla="*/ 0 w 6586410"/>
              <a:gd name="connsiteY100" fmla="*/ 4083842 h 6596391"/>
              <a:gd name="connsiteX101" fmla="*/ 0 w 6586410"/>
              <a:gd name="connsiteY101" fmla="*/ 4513439 h 6596391"/>
              <a:gd name="connsiteX102" fmla="*/ 0 w 6586410"/>
              <a:gd name="connsiteY102" fmla="*/ 4513445 h 6596391"/>
              <a:gd name="connsiteX103" fmla="*/ 2997 w 6586410"/>
              <a:gd name="connsiteY103" fmla="*/ 4517706 h 6596391"/>
              <a:gd name="connsiteX104" fmla="*/ 593134 w 6586410"/>
              <a:gd name="connsiteY104" fmla="*/ 4732520 h 6596391"/>
              <a:gd name="connsiteX105" fmla="*/ 594684 w 6586410"/>
              <a:gd name="connsiteY105" fmla="*/ 4732800 h 6596391"/>
              <a:gd name="connsiteX106" fmla="*/ 596240 w 6586410"/>
              <a:gd name="connsiteY106" fmla="*/ 4732520 h 6596391"/>
              <a:gd name="connsiteX107" fmla="*/ 1186383 w 6586410"/>
              <a:gd name="connsiteY107" fmla="*/ 4517719 h 6596391"/>
              <a:gd name="connsiteX108" fmla="*/ 1966455 w 6586410"/>
              <a:gd name="connsiteY108" fmla="*/ 4233798 h 6596391"/>
              <a:gd name="connsiteX109" fmla="*/ 1966461 w 6586410"/>
              <a:gd name="connsiteY109" fmla="*/ 4233791 h 6596391"/>
              <a:gd name="connsiteX110" fmla="*/ 2555050 w 6586410"/>
              <a:gd name="connsiteY110" fmla="*/ 4448034 h 6596391"/>
              <a:gd name="connsiteX111" fmla="*/ 2556593 w 6586410"/>
              <a:gd name="connsiteY111" fmla="*/ 4448307 h 6596391"/>
              <a:gd name="connsiteX112" fmla="*/ 2558149 w 6586410"/>
              <a:gd name="connsiteY112" fmla="*/ 4448034 h 6596391"/>
              <a:gd name="connsiteX113" fmla="*/ 3023978 w 6586410"/>
              <a:gd name="connsiteY113" fmla="*/ 4278483 h 6596391"/>
              <a:gd name="connsiteX114" fmla="*/ 3148292 w 6586410"/>
              <a:gd name="connsiteY114" fmla="*/ 4233232 h 6596391"/>
              <a:gd name="connsiteX115" fmla="*/ 3149511 w 6586410"/>
              <a:gd name="connsiteY115" fmla="*/ 4232559 h 6596391"/>
              <a:gd name="connsiteX116" fmla="*/ 3151277 w 6586410"/>
              <a:gd name="connsiteY116" fmla="*/ 4228965 h 6596391"/>
              <a:gd name="connsiteX117" fmla="*/ 3151277 w 6586410"/>
              <a:gd name="connsiteY117" fmla="*/ 3799375 h 6596391"/>
              <a:gd name="connsiteX118" fmla="*/ 3151277 w 6586410"/>
              <a:gd name="connsiteY118" fmla="*/ 3799368 h 6596391"/>
              <a:gd name="connsiteX119" fmla="*/ 3151277 w 6586410"/>
              <a:gd name="connsiteY119" fmla="*/ 3376249 h 6596391"/>
              <a:gd name="connsiteX120" fmla="*/ 3735318 w 6586410"/>
              <a:gd name="connsiteY120" fmla="*/ 3588834 h 6596391"/>
              <a:gd name="connsiteX121" fmla="*/ 3736874 w 6586410"/>
              <a:gd name="connsiteY121" fmla="*/ 3589114 h 6596391"/>
              <a:gd name="connsiteX122" fmla="*/ 3738429 w 6586410"/>
              <a:gd name="connsiteY122" fmla="*/ 3588834 h 6596391"/>
              <a:gd name="connsiteX123" fmla="*/ 4328566 w 6586410"/>
              <a:gd name="connsiteY123" fmla="*/ 3374033 h 6596391"/>
              <a:gd name="connsiteX124" fmla="*/ 4331564 w 6586410"/>
              <a:gd name="connsiteY124" fmla="*/ 3369759 h 6596391"/>
              <a:gd name="connsiteX125" fmla="*/ 4328566 w 6586410"/>
              <a:gd name="connsiteY125" fmla="*/ 3365486 h 6596391"/>
              <a:gd name="connsiteX126" fmla="*/ 4143584 w 6586410"/>
              <a:gd name="connsiteY126" fmla="*/ 3298150 h 6596391"/>
              <a:gd name="connsiteX127" fmla="*/ 4328566 w 6586410"/>
              <a:gd name="connsiteY127" fmla="*/ 3230815 h 6596391"/>
              <a:gd name="connsiteX128" fmla="*/ 4331564 w 6586410"/>
              <a:gd name="connsiteY128" fmla="*/ 3226548 h 6596391"/>
              <a:gd name="connsiteX129" fmla="*/ 4328566 w 6586410"/>
              <a:gd name="connsiteY129" fmla="*/ 3222274 h 6596391"/>
              <a:gd name="connsiteX130" fmla="*/ 4143591 w 6586410"/>
              <a:gd name="connsiteY130" fmla="*/ 3154952 h 6596391"/>
              <a:gd name="connsiteX131" fmla="*/ 4328566 w 6586410"/>
              <a:gd name="connsiteY131" fmla="*/ 3087623 h 6596391"/>
              <a:gd name="connsiteX132" fmla="*/ 4331564 w 6586410"/>
              <a:gd name="connsiteY132" fmla="*/ 3083349 h 6596391"/>
              <a:gd name="connsiteX133" fmla="*/ 4328566 w 6586410"/>
              <a:gd name="connsiteY133" fmla="*/ 3079075 h 6596391"/>
              <a:gd name="connsiteX134" fmla="*/ 4143584 w 6586410"/>
              <a:gd name="connsiteY134" fmla="*/ 3011746 h 6596391"/>
              <a:gd name="connsiteX135" fmla="*/ 4328566 w 6586410"/>
              <a:gd name="connsiteY135" fmla="*/ 2944411 h 6596391"/>
              <a:gd name="connsiteX136" fmla="*/ 4331564 w 6586410"/>
              <a:gd name="connsiteY136" fmla="*/ 2940137 h 6596391"/>
              <a:gd name="connsiteX137" fmla="*/ 4331564 w 6586410"/>
              <a:gd name="connsiteY137" fmla="*/ 2940137 h 6596391"/>
              <a:gd name="connsiteX138" fmla="*/ 4331564 w 6586410"/>
              <a:gd name="connsiteY138" fmla="*/ 2513741 h 6596391"/>
              <a:gd name="connsiteX139" fmla="*/ 4912608 w 6586410"/>
              <a:gd name="connsiteY139" fmla="*/ 2302254 h 6596391"/>
              <a:gd name="connsiteX140" fmla="*/ 4912608 w 6586410"/>
              <a:gd name="connsiteY140" fmla="*/ 2725342 h 6596391"/>
              <a:gd name="connsiteX141" fmla="*/ 4915605 w 6586410"/>
              <a:gd name="connsiteY141" fmla="*/ 2729616 h 6596391"/>
              <a:gd name="connsiteX142" fmla="*/ 5493988 w 6586410"/>
              <a:gd name="connsiteY142" fmla="*/ 2940156 h 6596391"/>
              <a:gd name="connsiteX143" fmla="*/ 4915605 w 6586410"/>
              <a:gd name="connsiteY143" fmla="*/ 3150672 h 6596391"/>
              <a:gd name="connsiteX144" fmla="*/ 4912608 w 6586410"/>
              <a:gd name="connsiteY144" fmla="*/ 3154945 h 6596391"/>
              <a:gd name="connsiteX145" fmla="*/ 4912608 w 6586410"/>
              <a:gd name="connsiteY145" fmla="*/ 3581373 h 6596391"/>
              <a:gd name="connsiteX146" fmla="*/ 4915605 w 6586410"/>
              <a:gd name="connsiteY146" fmla="*/ 3580281 h 6596391"/>
              <a:gd name="connsiteX147" fmla="*/ 4918710 w 6586410"/>
              <a:gd name="connsiteY147" fmla="*/ 3580281 h 6596391"/>
              <a:gd name="connsiteX148" fmla="*/ 4937030 w 6586410"/>
              <a:gd name="connsiteY148" fmla="*/ 3586949 h 6596391"/>
              <a:gd name="connsiteX149" fmla="*/ 4930457 w 6586410"/>
              <a:gd name="connsiteY149" fmla="*/ 3584554 h 6596391"/>
              <a:gd name="connsiteX150" fmla="*/ 5502751 w 6586410"/>
              <a:gd name="connsiteY150" fmla="*/ 3376256 h 6596391"/>
              <a:gd name="connsiteX151" fmla="*/ 5502751 w 6586410"/>
              <a:gd name="connsiteY151" fmla="*/ 3792847 h 6596391"/>
              <a:gd name="connsiteX152" fmla="*/ 5508854 w 6586410"/>
              <a:gd name="connsiteY152" fmla="*/ 3795070 h 6596391"/>
              <a:gd name="connsiteX153" fmla="*/ 5511851 w 6586410"/>
              <a:gd name="connsiteY153" fmla="*/ 3799343 h 6596391"/>
              <a:gd name="connsiteX154" fmla="*/ 5511851 w 6586410"/>
              <a:gd name="connsiteY154" fmla="*/ 3799356 h 6596391"/>
              <a:gd name="connsiteX155" fmla="*/ 5508860 w 6586410"/>
              <a:gd name="connsiteY155" fmla="*/ 3795089 h 6596391"/>
              <a:gd name="connsiteX156" fmla="*/ 4918710 w 6586410"/>
              <a:gd name="connsiteY156" fmla="*/ 3580287 h 6596391"/>
              <a:gd name="connsiteX157" fmla="*/ 4915605 w 6586410"/>
              <a:gd name="connsiteY157" fmla="*/ 3580287 h 6596391"/>
              <a:gd name="connsiteX158" fmla="*/ 4325461 w 6586410"/>
              <a:gd name="connsiteY158" fmla="*/ 3795070 h 6596391"/>
              <a:gd name="connsiteX159" fmla="*/ 4324236 w 6586410"/>
              <a:gd name="connsiteY159" fmla="*/ 3795737 h 6596391"/>
              <a:gd name="connsiteX160" fmla="*/ 4322477 w 6586410"/>
              <a:gd name="connsiteY160" fmla="*/ 3799337 h 6596391"/>
              <a:gd name="connsiteX161" fmla="*/ 4322477 w 6586410"/>
              <a:gd name="connsiteY161" fmla="*/ 3799375 h 6596391"/>
              <a:gd name="connsiteX162" fmla="*/ 4322477 w 6586410"/>
              <a:gd name="connsiteY162" fmla="*/ 4228914 h 6596391"/>
              <a:gd name="connsiteX163" fmla="*/ 4322477 w 6586410"/>
              <a:gd name="connsiteY163" fmla="*/ 4228946 h 6596391"/>
              <a:gd name="connsiteX164" fmla="*/ 4325468 w 6586410"/>
              <a:gd name="connsiteY164" fmla="*/ 4233213 h 6596391"/>
              <a:gd name="connsiteX165" fmla="*/ 4915611 w 6586410"/>
              <a:gd name="connsiteY165" fmla="*/ 4448027 h 6596391"/>
              <a:gd name="connsiteX166" fmla="*/ 4917161 w 6586410"/>
              <a:gd name="connsiteY166" fmla="*/ 4448307 h 6596391"/>
              <a:gd name="connsiteX167" fmla="*/ 4917167 w 6586410"/>
              <a:gd name="connsiteY167" fmla="*/ 4448307 h 6596391"/>
              <a:gd name="connsiteX168" fmla="*/ 4918716 w 6586410"/>
              <a:gd name="connsiteY168" fmla="*/ 4448027 h 6596391"/>
              <a:gd name="connsiteX169" fmla="*/ 5508866 w 6586410"/>
              <a:gd name="connsiteY169" fmla="*/ 4233226 h 6596391"/>
              <a:gd name="connsiteX170" fmla="*/ 5510086 w 6586410"/>
              <a:gd name="connsiteY170" fmla="*/ 4232553 h 6596391"/>
              <a:gd name="connsiteX171" fmla="*/ 5511851 w 6586410"/>
              <a:gd name="connsiteY171" fmla="*/ 4228959 h 6596391"/>
              <a:gd name="connsiteX172" fmla="*/ 5511851 w 6586410"/>
              <a:gd name="connsiteY172" fmla="*/ 3802550 h 6596391"/>
              <a:gd name="connsiteX173" fmla="*/ 6092895 w 6586410"/>
              <a:gd name="connsiteY173" fmla="*/ 3591051 h 6596391"/>
              <a:gd name="connsiteX174" fmla="*/ 6092895 w 6586410"/>
              <a:gd name="connsiteY174" fmla="*/ 4440573 h 6596391"/>
              <a:gd name="connsiteX175" fmla="*/ 5505749 w 6586410"/>
              <a:gd name="connsiteY175" fmla="*/ 4654295 h 6596391"/>
              <a:gd name="connsiteX176" fmla="*/ 5502751 w 6586410"/>
              <a:gd name="connsiteY176" fmla="*/ 4658562 h 6596391"/>
              <a:gd name="connsiteX177" fmla="*/ 5502751 w 6586410"/>
              <a:gd name="connsiteY177" fmla="*/ 5088178 h 6596391"/>
              <a:gd name="connsiteX178" fmla="*/ 5502771 w 6586410"/>
              <a:gd name="connsiteY178" fmla="*/ 5088247 h 6596391"/>
              <a:gd name="connsiteX179" fmla="*/ 5503209 w 6586410"/>
              <a:gd name="connsiteY179" fmla="*/ 5090038 h 6596391"/>
              <a:gd name="connsiteX180" fmla="*/ 5503399 w 6586410"/>
              <a:gd name="connsiteY180" fmla="*/ 5090432 h 6596391"/>
              <a:gd name="connsiteX181" fmla="*/ 5504663 w 6586410"/>
              <a:gd name="connsiteY181" fmla="*/ 5091860 h 6596391"/>
              <a:gd name="connsiteX182" fmla="*/ 5504694 w 6586410"/>
              <a:gd name="connsiteY182" fmla="*/ 5091899 h 6596391"/>
              <a:gd name="connsiteX183" fmla="*/ 5505063 w 6586410"/>
              <a:gd name="connsiteY183" fmla="*/ 5092077 h 6596391"/>
              <a:gd name="connsiteX184" fmla="*/ 5505742 w 6586410"/>
              <a:gd name="connsiteY184" fmla="*/ 5092458 h 6596391"/>
              <a:gd name="connsiteX185" fmla="*/ 5690718 w 6586410"/>
              <a:gd name="connsiteY185" fmla="*/ 5159786 h 6596391"/>
              <a:gd name="connsiteX186" fmla="*/ 5505742 w 6586410"/>
              <a:gd name="connsiteY186" fmla="*/ 5227116 h 6596391"/>
              <a:gd name="connsiteX187" fmla="*/ 5502751 w 6586410"/>
              <a:gd name="connsiteY187" fmla="*/ 5231389 h 6596391"/>
              <a:gd name="connsiteX188" fmla="*/ 5505742 w 6586410"/>
              <a:gd name="connsiteY188" fmla="*/ 5235656 h 6596391"/>
              <a:gd name="connsiteX189" fmla="*/ 5690737 w 6586410"/>
              <a:gd name="connsiteY189" fmla="*/ 5302992 h 6596391"/>
              <a:gd name="connsiteX190" fmla="*/ 5505742 w 6586410"/>
              <a:gd name="connsiteY190" fmla="*/ 5370327 h 6596391"/>
              <a:gd name="connsiteX191" fmla="*/ 5502751 w 6586410"/>
              <a:gd name="connsiteY191" fmla="*/ 5374600 h 6596391"/>
              <a:gd name="connsiteX192" fmla="*/ 5505742 w 6586410"/>
              <a:gd name="connsiteY192" fmla="*/ 5378880 h 6596391"/>
              <a:gd name="connsiteX193" fmla="*/ 5690724 w 6586410"/>
              <a:gd name="connsiteY193" fmla="*/ 5446210 h 6596391"/>
              <a:gd name="connsiteX194" fmla="*/ 5505742 w 6586410"/>
              <a:gd name="connsiteY194" fmla="*/ 5513545 h 6596391"/>
              <a:gd name="connsiteX195" fmla="*/ 5502751 w 6586410"/>
              <a:gd name="connsiteY195" fmla="*/ 5517818 h 6596391"/>
              <a:gd name="connsiteX196" fmla="*/ 5505742 w 6586410"/>
              <a:gd name="connsiteY196" fmla="*/ 5522092 h 6596391"/>
              <a:gd name="connsiteX197" fmla="*/ 5887435 w 6586410"/>
              <a:gd name="connsiteY197" fmla="*/ 5661024 h 6596391"/>
              <a:gd name="connsiteX198" fmla="*/ 5505742 w 6586410"/>
              <a:gd name="connsiteY198" fmla="*/ 5799949 h 6596391"/>
              <a:gd name="connsiteX199" fmla="*/ 5502751 w 6586410"/>
              <a:gd name="connsiteY199" fmla="*/ 5804223 h 6596391"/>
              <a:gd name="connsiteX200" fmla="*/ 5505742 w 6586410"/>
              <a:gd name="connsiteY200" fmla="*/ 5808496 h 6596391"/>
              <a:gd name="connsiteX201" fmla="*/ 5887435 w 6586410"/>
              <a:gd name="connsiteY201" fmla="*/ 5947428 h 6596391"/>
              <a:gd name="connsiteX202" fmla="*/ 5505742 w 6586410"/>
              <a:gd name="connsiteY202" fmla="*/ 6086359 h 6596391"/>
              <a:gd name="connsiteX203" fmla="*/ 5502751 w 6586410"/>
              <a:gd name="connsiteY203" fmla="*/ 6090633 h 6596391"/>
              <a:gd name="connsiteX204" fmla="*/ 5505742 w 6586410"/>
              <a:gd name="connsiteY204" fmla="*/ 6094906 h 6596391"/>
              <a:gd name="connsiteX205" fmla="*/ 5887428 w 6586410"/>
              <a:gd name="connsiteY205" fmla="*/ 6233838 h 6596391"/>
              <a:gd name="connsiteX206" fmla="*/ 5505742 w 6586410"/>
              <a:gd name="connsiteY206" fmla="*/ 6372763 h 6596391"/>
              <a:gd name="connsiteX207" fmla="*/ 5502751 w 6586410"/>
              <a:gd name="connsiteY207" fmla="*/ 6377037 h 6596391"/>
              <a:gd name="connsiteX208" fmla="*/ 5505742 w 6586410"/>
              <a:gd name="connsiteY208" fmla="*/ 6381311 h 6596391"/>
              <a:gd name="connsiteX209" fmla="*/ 6095879 w 6586410"/>
              <a:gd name="connsiteY209" fmla="*/ 6596112 h 6596391"/>
              <a:gd name="connsiteX210" fmla="*/ 6097435 w 6586410"/>
              <a:gd name="connsiteY210" fmla="*/ 6596391 h 6596391"/>
              <a:gd name="connsiteX211" fmla="*/ 6098991 w 6586410"/>
              <a:gd name="connsiteY211" fmla="*/ 6596112 h 6596391"/>
              <a:gd name="connsiteX212" fmla="*/ 6586391 w 6586410"/>
              <a:gd name="connsiteY212" fmla="*/ 6418706 h 6596391"/>
              <a:gd name="connsiteX213" fmla="*/ 6586391 w 6586410"/>
              <a:gd name="connsiteY213" fmla="*/ 6409035 h 6596391"/>
              <a:gd name="connsiteX214" fmla="*/ 6097435 w 6586410"/>
              <a:gd name="connsiteY214" fmla="*/ 6587012 h 6596391"/>
              <a:gd name="connsiteX215" fmla="*/ 5520589 w 6586410"/>
              <a:gd name="connsiteY215" fmla="*/ 6377043 h 6596391"/>
              <a:gd name="connsiteX216" fmla="*/ 5900725 w 6586410"/>
              <a:gd name="connsiteY216" fmla="*/ 6238683 h 6596391"/>
              <a:gd name="connsiteX217" fmla="*/ 6095873 w 6586410"/>
              <a:gd name="connsiteY217" fmla="*/ 6309720 h 6596391"/>
              <a:gd name="connsiteX218" fmla="*/ 6097429 w 6586410"/>
              <a:gd name="connsiteY218" fmla="*/ 6310000 h 6596391"/>
              <a:gd name="connsiteX219" fmla="*/ 6098985 w 6586410"/>
              <a:gd name="connsiteY219" fmla="*/ 6309720 h 6596391"/>
              <a:gd name="connsiteX220" fmla="*/ 6294133 w 6586410"/>
              <a:gd name="connsiteY220" fmla="*/ 6238683 h 6596391"/>
              <a:gd name="connsiteX221" fmla="*/ 6586379 w 6586410"/>
              <a:gd name="connsiteY221" fmla="*/ 6345052 h 6596391"/>
              <a:gd name="connsiteX222" fmla="*/ 6586379 w 6586410"/>
              <a:gd name="connsiteY222" fmla="*/ 6335381 h 6596391"/>
              <a:gd name="connsiteX223" fmla="*/ 6307423 w 6586410"/>
              <a:gd name="connsiteY223" fmla="*/ 6233851 h 6596391"/>
              <a:gd name="connsiteX224" fmla="*/ 6586379 w 6586410"/>
              <a:gd name="connsiteY224" fmla="*/ 6132321 h 6596391"/>
              <a:gd name="connsiteX225" fmla="*/ 6586379 w 6586410"/>
              <a:gd name="connsiteY225" fmla="*/ 6122643 h 6596391"/>
              <a:gd name="connsiteX226" fmla="*/ 6294139 w 6586410"/>
              <a:gd name="connsiteY226" fmla="*/ 6229018 h 6596391"/>
              <a:gd name="connsiteX227" fmla="*/ 6098985 w 6586410"/>
              <a:gd name="connsiteY227" fmla="*/ 6157981 h 6596391"/>
              <a:gd name="connsiteX228" fmla="*/ 6095873 w 6586410"/>
              <a:gd name="connsiteY228" fmla="*/ 6157981 h 6596391"/>
              <a:gd name="connsiteX229" fmla="*/ 5900718 w 6586410"/>
              <a:gd name="connsiteY229" fmla="*/ 6229018 h 6596391"/>
              <a:gd name="connsiteX230" fmla="*/ 5520589 w 6586410"/>
              <a:gd name="connsiteY230" fmla="*/ 6090652 h 6596391"/>
              <a:gd name="connsiteX231" fmla="*/ 5900732 w 6586410"/>
              <a:gd name="connsiteY231" fmla="*/ 5952292 h 6596391"/>
              <a:gd name="connsiteX232" fmla="*/ 6095873 w 6586410"/>
              <a:gd name="connsiteY232" fmla="*/ 6023323 h 6596391"/>
              <a:gd name="connsiteX233" fmla="*/ 6097429 w 6586410"/>
              <a:gd name="connsiteY233" fmla="*/ 6023602 h 6596391"/>
              <a:gd name="connsiteX234" fmla="*/ 6098985 w 6586410"/>
              <a:gd name="connsiteY234" fmla="*/ 6023323 h 6596391"/>
              <a:gd name="connsiteX235" fmla="*/ 6294133 w 6586410"/>
              <a:gd name="connsiteY235" fmla="*/ 5952292 h 6596391"/>
              <a:gd name="connsiteX236" fmla="*/ 6586411 w 6586410"/>
              <a:gd name="connsiteY236" fmla="*/ 6058629 h 6596391"/>
              <a:gd name="connsiteX237" fmla="*/ 6586411 w 6586410"/>
              <a:gd name="connsiteY237" fmla="*/ 6048958 h 6596391"/>
              <a:gd name="connsiteX238" fmla="*/ 6307449 w 6586410"/>
              <a:gd name="connsiteY238" fmla="*/ 5947421 h 6596391"/>
              <a:gd name="connsiteX239" fmla="*/ 6586411 w 6586410"/>
              <a:gd name="connsiteY239" fmla="*/ 5845885 h 6596391"/>
              <a:gd name="connsiteX240" fmla="*/ 6586411 w 6586410"/>
              <a:gd name="connsiteY240" fmla="*/ 5836207 h 6596391"/>
              <a:gd name="connsiteX241" fmla="*/ 6294165 w 6586410"/>
              <a:gd name="connsiteY241" fmla="*/ 5942583 h 6596391"/>
              <a:gd name="connsiteX242" fmla="*/ 6099016 w 6586410"/>
              <a:gd name="connsiteY242" fmla="*/ 5871551 h 6596391"/>
              <a:gd name="connsiteX243" fmla="*/ 6095905 w 6586410"/>
              <a:gd name="connsiteY243" fmla="*/ 5871551 h 6596391"/>
              <a:gd name="connsiteX244" fmla="*/ 5900756 w 6586410"/>
              <a:gd name="connsiteY244" fmla="*/ 5942589 h 6596391"/>
              <a:gd name="connsiteX245" fmla="*/ 5520621 w 6586410"/>
              <a:gd name="connsiteY245" fmla="*/ 5804216 h 6596391"/>
              <a:gd name="connsiteX246" fmla="*/ 5900763 w 6586410"/>
              <a:gd name="connsiteY246" fmla="*/ 5665856 h 6596391"/>
              <a:gd name="connsiteX247" fmla="*/ 6095905 w 6586410"/>
              <a:gd name="connsiteY247" fmla="*/ 5736887 h 6596391"/>
              <a:gd name="connsiteX248" fmla="*/ 6097461 w 6586410"/>
              <a:gd name="connsiteY248" fmla="*/ 5737160 h 6596391"/>
              <a:gd name="connsiteX249" fmla="*/ 6099016 w 6586410"/>
              <a:gd name="connsiteY249" fmla="*/ 5736887 h 6596391"/>
              <a:gd name="connsiteX250" fmla="*/ 6294158 w 6586410"/>
              <a:gd name="connsiteY250" fmla="*/ 5665856 h 6596391"/>
              <a:gd name="connsiteX251" fmla="*/ 6586411 w 6586410"/>
              <a:gd name="connsiteY251" fmla="*/ 5772231 h 6596391"/>
              <a:gd name="connsiteX252" fmla="*/ 6586411 w 6586410"/>
              <a:gd name="connsiteY252" fmla="*/ 5762554 h 6596391"/>
              <a:gd name="connsiteX253" fmla="*/ 6307455 w 6586410"/>
              <a:gd name="connsiteY253" fmla="*/ 5661024 h 6596391"/>
              <a:gd name="connsiteX254" fmla="*/ 6586411 w 6586410"/>
              <a:gd name="connsiteY254" fmla="*/ 5559487 h 6596391"/>
              <a:gd name="connsiteX255" fmla="*/ 6586411 w 6586410"/>
              <a:gd name="connsiteY255" fmla="*/ 5549816 h 6596391"/>
              <a:gd name="connsiteX256" fmla="*/ 6294158 w 6586410"/>
              <a:gd name="connsiteY256" fmla="*/ 5656185 h 6596391"/>
              <a:gd name="connsiteX257" fmla="*/ 6110732 w 6586410"/>
              <a:gd name="connsiteY257" fmla="*/ 5589421 h 6596391"/>
              <a:gd name="connsiteX258" fmla="*/ 6490875 w 6586410"/>
              <a:gd name="connsiteY258" fmla="*/ 5451061 h 6596391"/>
              <a:gd name="connsiteX259" fmla="*/ 6586411 w 6586410"/>
              <a:gd name="connsiteY259" fmla="*/ 5485834 h 6596391"/>
              <a:gd name="connsiteX260" fmla="*/ 6586411 w 6586410"/>
              <a:gd name="connsiteY260" fmla="*/ 5476162 h 6596391"/>
              <a:gd name="connsiteX261" fmla="*/ 6504171 w 6586410"/>
              <a:gd name="connsiteY261" fmla="*/ 5446222 h 6596391"/>
              <a:gd name="connsiteX262" fmla="*/ 6586411 w 6586410"/>
              <a:gd name="connsiteY262" fmla="*/ 5416288 h 6596391"/>
              <a:gd name="connsiteX263" fmla="*/ 6586411 w 6586410"/>
              <a:gd name="connsiteY263" fmla="*/ 5406611 h 6596391"/>
              <a:gd name="connsiteX264" fmla="*/ 6490868 w 6586410"/>
              <a:gd name="connsiteY264" fmla="*/ 5441390 h 6596391"/>
              <a:gd name="connsiteX265" fmla="*/ 6307430 w 6586410"/>
              <a:gd name="connsiteY265" fmla="*/ 5374620 h 6596391"/>
              <a:gd name="connsiteX266" fmla="*/ 6490862 w 6586410"/>
              <a:gd name="connsiteY266" fmla="*/ 5307849 h 6596391"/>
              <a:gd name="connsiteX267" fmla="*/ 6586411 w 6586410"/>
              <a:gd name="connsiteY267" fmla="*/ 5342628 h 6596391"/>
              <a:gd name="connsiteX268" fmla="*/ 6586411 w 6586410"/>
              <a:gd name="connsiteY268" fmla="*/ 5332957 h 6596391"/>
              <a:gd name="connsiteX269" fmla="*/ 6504159 w 6586410"/>
              <a:gd name="connsiteY269" fmla="*/ 5303017 h 6596391"/>
              <a:gd name="connsiteX270" fmla="*/ 6586411 w 6586410"/>
              <a:gd name="connsiteY270" fmla="*/ 5273077 h 6596391"/>
              <a:gd name="connsiteX271" fmla="*/ 6586411 w 6586410"/>
              <a:gd name="connsiteY271" fmla="*/ 5263406 h 6596391"/>
              <a:gd name="connsiteX272" fmla="*/ 6490868 w 6586410"/>
              <a:gd name="connsiteY272" fmla="*/ 5298185 h 6596391"/>
              <a:gd name="connsiteX273" fmla="*/ 6307449 w 6586410"/>
              <a:gd name="connsiteY273" fmla="*/ 5231421 h 6596391"/>
              <a:gd name="connsiteX274" fmla="*/ 6490882 w 6586410"/>
              <a:gd name="connsiteY274" fmla="*/ 5164657 h 6596391"/>
              <a:gd name="connsiteX275" fmla="*/ 6586411 w 6586410"/>
              <a:gd name="connsiteY275" fmla="*/ 5199423 h 6596391"/>
              <a:gd name="connsiteX276" fmla="*/ 6586411 w 6586410"/>
              <a:gd name="connsiteY276" fmla="*/ 5189752 h 6596391"/>
              <a:gd name="connsiteX277" fmla="*/ 6504178 w 6586410"/>
              <a:gd name="connsiteY277" fmla="*/ 5159818 h 6596391"/>
              <a:gd name="connsiteX278" fmla="*/ 6586411 w 6586410"/>
              <a:gd name="connsiteY278" fmla="*/ 5129884 h 6596391"/>
              <a:gd name="connsiteX279" fmla="*/ 6586411 w 6586410"/>
              <a:gd name="connsiteY279" fmla="*/ 5120213 h 6596391"/>
              <a:gd name="connsiteX280" fmla="*/ 6490882 w 6586410"/>
              <a:gd name="connsiteY280" fmla="*/ 5154986 h 6596391"/>
              <a:gd name="connsiteX281" fmla="*/ 6099010 w 6586410"/>
              <a:gd name="connsiteY281" fmla="*/ 5012359 h 6596391"/>
              <a:gd name="connsiteX282" fmla="*/ 6095899 w 6586410"/>
              <a:gd name="connsiteY282" fmla="*/ 5012359 h 6596391"/>
              <a:gd name="connsiteX283" fmla="*/ 5704027 w 6586410"/>
              <a:gd name="connsiteY283" fmla="*/ 5154986 h 6596391"/>
              <a:gd name="connsiteX284" fmla="*/ 5520607 w 6586410"/>
              <a:gd name="connsiteY284" fmla="*/ 5088222 h 6596391"/>
              <a:gd name="connsiteX285" fmla="*/ 6097454 w 6586410"/>
              <a:gd name="connsiteY285" fmla="*/ 4878266 h 6596391"/>
              <a:gd name="connsiteX286" fmla="*/ 6586411 w 6586410"/>
              <a:gd name="connsiteY286" fmla="*/ 5056205 h 6596391"/>
              <a:gd name="connsiteX287" fmla="*/ 6586411 w 6586410"/>
              <a:gd name="connsiteY287" fmla="*/ 5046541 h 6596391"/>
              <a:gd name="connsiteX288" fmla="*/ 6586411 w 6586410"/>
              <a:gd name="connsiteY288" fmla="*/ 5046534 h 6596391"/>
              <a:gd name="connsiteX289" fmla="*/ 6453499 w 6586410"/>
              <a:gd name="connsiteY289" fmla="*/ 4998154 h 6596391"/>
              <a:gd name="connsiteX290" fmla="*/ 6110745 w 6586410"/>
              <a:gd name="connsiteY290" fmla="*/ 4873395 h 6596391"/>
              <a:gd name="connsiteX291" fmla="*/ 6586411 w 6586410"/>
              <a:gd name="connsiteY291" fmla="*/ 4700262 h 6596391"/>
              <a:gd name="connsiteX292" fmla="*/ 6586411 w 6586410"/>
              <a:gd name="connsiteY292" fmla="*/ 4690585 h 6596391"/>
              <a:gd name="connsiteX293" fmla="*/ 6102001 w 6586410"/>
              <a:gd name="connsiteY293" fmla="*/ 4866899 h 6596391"/>
              <a:gd name="connsiteX294" fmla="*/ 6102001 w 6586410"/>
              <a:gd name="connsiteY294" fmla="*/ 4450275 h 6596391"/>
              <a:gd name="connsiteX295" fmla="*/ 6586411 w 6586410"/>
              <a:gd name="connsiteY295" fmla="*/ 4626589 h 6596391"/>
              <a:gd name="connsiteX296" fmla="*/ 6586411 w 6586410"/>
              <a:gd name="connsiteY296" fmla="*/ 4616925 h 6596391"/>
              <a:gd name="connsiteX297" fmla="*/ 6110770 w 6586410"/>
              <a:gd name="connsiteY297" fmla="*/ 4443786 h 6596391"/>
              <a:gd name="connsiteX298" fmla="*/ 6102001 w 6586410"/>
              <a:gd name="connsiteY298" fmla="*/ 4446980 h 6596391"/>
              <a:gd name="connsiteX299" fmla="*/ 6102001 w 6586410"/>
              <a:gd name="connsiteY299" fmla="*/ 4446974 h 6596391"/>
              <a:gd name="connsiteX300" fmla="*/ 6586411 w 6586410"/>
              <a:gd name="connsiteY300" fmla="*/ 4270653 h 6596391"/>
              <a:gd name="connsiteX301" fmla="*/ 6586411 w 6586410"/>
              <a:gd name="connsiteY301" fmla="*/ 4260976 h 6596391"/>
              <a:gd name="connsiteX302" fmla="*/ 6568948 w 6586410"/>
              <a:gd name="connsiteY302" fmla="*/ 4267332 h 6596391"/>
              <a:gd name="connsiteX303" fmla="*/ 6187186 w 6586410"/>
              <a:gd name="connsiteY303" fmla="*/ 4406296 h 6596391"/>
              <a:gd name="connsiteX304" fmla="*/ 6102001 w 6586410"/>
              <a:gd name="connsiteY304" fmla="*/ 4437303 h 6596391"/>
              <a:gd name="connsiteX305" fmla="*/ 6102001 w 6586410"/>
              <a:gd name="connsiteY305" fmla="*/ 4437296 h 6596391"/>
              <a:gd name="connsiteX306" fmla="*/ 6102001 w 6586410"/>
              <a:gd name="connsiteY306" fmla="*/ 4437290 h 6596391"/>
              <a:gd name="connsiteX307" fmla="*/ 6102001 w 6586410"/>
              <a:gd name="connsiteY307" fmla="*/ 3591070 h 6596391"/>
              <a:gd name="connsiteX308" fmla="*/ 6586411 w 6586410"/>
              <a:gd name="connsiteY308" fmla="*/ 3767396 h 6596391"/>
              <a:gd name="connsiteX309" fmla="*/ 6586411 w 6586410"/>
              <a:gd name="connsiteY309" fmla="*/ 3757719 h 6596391"/>
              <a:gd name="connsiteX310" fmla="*/ 6586411 w 6586410"/>
              <a:gd name="connsiteY310" fmla="*/ 3757713 h 6596391"/>
              <a:gd name="connsiteX311" fmla="*/ 6110751 w 6586410"/>
              <a:gd name="connsiteY311" fmla="*/ 3584573 h 6596391"/>
              <a:gd name="connsiteX312" fmla="*/ 6586411 w 6586410"/>
              <a:gd name="connsiteY312" fmla="*/ 3411447 h 6596391"/>
              <a:gd name="connsiteX313" fmla="*/ 6586411 w 6586410"/>
              <a:gd name="connsiteY313" fmla="*/ 3401770 h 6596391"/>
              <a:gd name="connsiteX314" fmla="*/ 6102007 w 6586410"/>
              <a:gd name="connsiteY314" fmla="*/ 3578084 h 6596391"/>
              <a:gd name="connsiteX315" fmla="*/ 6102007 w 6586410"/>
              <a:gd name="connsiteY315" fmla="*/ 3161460 h 6596391"/>
              <a:gd name="connsiteX316" fmla="*/ 6586411 w 6586410"/>
              <a:gd name="connsiteY316" fmla="*/ 3337775 h 6596391"/>
              <a:gd name="connsiteX317" fmla="*/ 6586411 w 6586410"/>
              <a:gd name="connsiteY317" fmla="*/ 3328103 h 6596391"/>
              <a:gd name="connsiteX318" fmla="*/ 6110770 w 6586410"/>
              <a:gd name="connsiteY318" fmla="*/ 3154971 h 6596391"/>
              <a:gd name="connsiteX319" fmla="*/ 6586411 w 6586410"/>
              <a:gd name="connsiteY319" fmla="*/ 2981851 h 6596391"/>
              <a:gd name="connsiteX320" fmla="*/ 6586411 w 6586410"/>
              <a:gd name="connsiteY320" fmla="*/ 2972173 h 6596391"/>
              <a:gd name="connsiteX321" fmla="*/ 6097473 w 6586410"/>
              <a:gd name="connsiteY321" fmla="*/ 3150126 h 6596391"/>
              <a:gd name="connsiteX322" fmla="*/ 6099010 w 6586410"/>
              <a:gd name="connsiteY322" fmla="*/ 3150684 h 6596391"/>
              <a:gd name="connsiteX323" fmla="*/ 6102001 w 6586410"/>
              <a:gd name="connsiteY323" fmla="*/ 3154958 h 6596391"/>
              <a:gd name="connsiteX324" fmla="*/ 6102001 w 6586410"/>
              <a:gd name="connsiteY324" fmla="*/ 3154958 h 6596391"/>
              <a:gd name="connsiteX325" fmla="*/ 6099010 w 6586410"/>
              <a:gd name="connsiteY325" fmla="*/ 3150697 h 6596391"/>
              <a:gd name="connsiteX326" fmla="*/ 5508873 w 6586410"/>
              <a:gd name="connsiteY326" fmla="*/ 2935889 h 6596391"/>
              <a:gd name="connsiteX327" fmla="*/ 5520633 w 6586410"/>
              <a:gd name="connsiteY327" fmla="*/ 2940169 h 6596391"/>
              <a:gd name="connsiteX328" fmla="*/ 6099010 w 6586410"/>
              <a:gd name="connsiteY328" fmla="*/ 2729648 h 6596391"/>
              <a:gd name="connsiteX329" fmla="*/ 6102001 w 6586410"/>
              <a:gd name="connsiteY329" fmla="*/ 2725374 h 6596391"/>
              <a:gd name="connsiteX330" fmla="*/ 6102001 w 6586410"/>
              <a:gd name="connsiteY330" fmla="*/ 2298959 h 6596391"/>
              <a:gd name="connsiteX331" fmla="*/ 6586411 w 6586410"/>
              <a:gd name="connsiteY331" fmla="*/ 2122638 h 6596391"/>
              <a:gd name="connsiteX332" fmla="*/ 6586411 w 6586410"/>
              <a:gd name="connsiteY332" fmla="*/ 2112967 h 6596391"/>
              <a:gd name="connsiteX333" fmla="*/ 6102001 w 6586410"/>
              <a:gd name="connsiteY333" fmla="*/ 2289288 h 6596391"/>
              <a:gd name="connsiteX334" fmla="*/ 6102001 w 6586410"/>
              <a:gd name="connsiteY334" fmla="*/ 1869356 h 6596391"/>
              <a:gd name="connsiteX335" fmla="*/ 6586411 w 6586410"/>
              <a:gd name="connsiteY335" fmla="*/ 1693029 h 6596391"/>
              <a:gd name="connsiteX336" fmla="*/ 6586411 w 6586410"/>
              <a:gd name="connsiteY336" fmla="*/ 1683352 h 6596391"/>
              <a:gd name="connsiteX337" fmla="*/ 6102001 w 6586410"/>
              <a:gd name="connsiteY337" fmla="*/ 1859672 h 6596391"/>
              <a:gd name="connsiteX338" fmla="*/ 6102001 w 6586410"/>
              <a:gd name="connsiteY338" fmla="*/ 1443074 h 6596391"/>
              <a:gd name="connsiteX339" fmla="*/ 6586411 w 6586410"/>
              <a:gd name="connsiteY339" fmla="*/ 1619382 h 6596391"/>
              <a:gd name="connsiteX340" fmla="*/ 6586411 w 6586410"/>
              <a:gd name="connsiteY340" fmla="*/ 1609711 h 6596391"/>
              <a:gd name="connsiteX341" fmla="*/ 6102001 w 6586410"/>
              <a:gd name="connsiteY341" fmla="*/ 1433390 h 6596391"/>
              <a:gd name="connsiteX342" fmla="*/ 6102001 w 6586410"/>
              <a:gd name="connsiteY342" fmla="*/ 1433390 h 6596391"/>
              <a:gd name="connsiteX343" fmla="*/ 6110738 w 6586410"/>
              <a:gd name="connsiteY343" fmla="*/ 1436565 h 6596391"/>
              <a:gd name="connsiteX344" fmla="*/ 6586411 w 6586410"/>
              <a:gd name="connsiteY344" fmla="*/ 1263433 h 6596391"/>
              <a:gd name="connsiteX345" fmla="*/ 6586411 w 6586410"/>
              <a:gd name="connsiteY345" fmla="*/ 1253755 h 6596391"/>
              <a:gd name="connsiteX346" fmla="*/ 6102001 w 6586410"/>
              <a:gd name="connsiteY346" fmla="*/ 1430076 h 6596391"/>
              <a:gd name="connsiteX347" fmla="*/ 6102001 w 6586410"/>
              <a:gd name="connsiteY347" fmla="*/ 1013465 h 6596391"/>
              <a:gd name="connsiteX348" fmla="*/ 6586411 w 6586410"/>
              <a:gd name="connsiteY348" fmla="*/ 1189773 h 6596391"/>
              <a:gd name="connsiteX349" fmla="*/ 6586411 w 6586410"/>
              <a:gd name="connsiteY349" fmla="*/ 1180108 h 6596391"/>
              <a:gd name="connsiteX350" fmla="*/ 6099010 w 6586410"/>
              <a:gd name="connsiteY350" fmla="*/ 1002695 h 6596391"/>
              <a:gd name="connsiteX351" fmla="*/ 6309919 w 6586410"/>
              <a:gd name="connsiteY351" fmla="*/ 1079460 h 6596391"/>
              <a:gd name="connsiteX352" fmla="*/ 6477420 w 6586410"/>
              <a:gd name="connsiteY352" fmla="*/ 1140427 h 6596391"/>
              <a:gd name="connsiteX353" fmla="*/ 6110751 w 6586410"/>
              <a:gd name="connsiteY353" fmla="*/ 1006962 h 6596391"/>
              <a:gd name="connsiteX354" fmla="*/ 6294184 w 6586410"/>
              <a:gd name="connsiteY354" fmla="*/ 940198 h 6596391"/>
              <a:gd name="connsiteX355" fmla="*/ 6586411 w 6586410"/>
              <a:gd name="connsiteY355" fmla="*/ 1046561 h 6596391"/>
              <a:gd name="connsiteX356" fmla="*/ 6586411 w 6586410"/>
              <a:gd name="connsiteY356" fmla="*/ 1036884 h 6596391"/>
              <a:gd name="connsiteX357" fmla="*/ 6307468 w 6586410"/>
              <a:gd name="connsiteY357" fmla="*/ 935353 h 6596391"/>
              <a:gd name="connsiteX358" fmla="*/ 6490888 w 6586410"/>
              <a:gd name="connsiteY358" fmla="*/ 868596 h 6596391"/>
              <a:gd name="connsiteX359" fmla="*/ 6586411 w 6586410"/>
              <a:gd name="connsiteY359" fmla="*/ 903362 h 6596391"/>
              <a:gd name="connsiteX360" fmla="*/ 6586411 w 6586410"/>
              <a:gd name="connsiteY360" fmla="*/ 893691 h 6596391"/>
              <a:gd name="connsiteX361" fmla="*/ 6504185 w 6586410"/>
              <a:gd name="connsiteY361" fmla="*/ 863764 h 6596391"/>
              <a:gd name="connsiteX362" fmla="*/ 6586411 w 6586410"/>
              <a:gd name="connsiteY362" fmla="*/ 833836 h 6596391"/>
              <a:gd name="connsiteX363" fmla="*/ 6586411 w 6586410"/>
              <a:gd name="connsiteY363" fmla="*/ 824159 h 6596391"/>
              <a:gd name="connsiteX364" fmla="*/ 6490888 w 6586410"/>
              <a:gd name="connsiteY364" fmla="*/ 858931 h 6596391"/>
              <a:gd name="connsiteX365" fmla="*/ 6307462 w 6586410"/>
              <a:gd name="connsiteY365" fmla="*/ 792167 h 6596391"/>
              <a:gd name="connsiteX366" fmla="*/ 6490900 w 6586410"/>
              <a:gd name="connsiteY366" fmla="*/ 725403 h 6596391"/>
              <a:gd name="connsiteX367" fmla="*/ 6586411 w 6586410"/>
              <a:gd name="connsiteY367" fmla="*/ 760170 h 6596391"/>
              <a:gd name="connsiteX368" fmla="*/ 6586411 w 6586410"/>
              <a:gd name="connsiteY368" fmla="*/ 750499 h 6596391"/>
              <a:gd name="connsiteX369" fmla="*/ 6504191 w 6586410"/>
              <a:gd name="connsiteY369" fmla="*/ 720571 h 6596391"/>
              <a:gd name="connsiteX370" fmla="*/ 6586411 w 6586410"/>
              <a:gd name="connsiteY370" fmla="*/ 690631 h 6596391"/>
              <a:gd name="connsiteX371" fmla="*/ 6586411 w 6586410"/>
              <a:gd name="connsiteY371" fmla="*/ 680953 h 6596391"/>
              <a:gd name="connsiteX372" fmla="*/ 6490894 w 6586410"/>
              <a:gd name="connsiteY372" fmla="*/ 715720 h 6596391"/>
              <a:gd name="connsiteX373" fmla="*/ 6307468 w 6586410"/>
              <a:gd name="connsiteY373" fmla="*/ 648956 h 6596391"/>
              <a:gd name="connsiteX374" fmla="*/ 6586411 w 6586410"/>
              <a:gd name="connsiteY374" fmla="*/ 547426 h 6596391"/>
              <a:gd name="connsiteX375" fmla="*/ 6586411 w 6586410"/>
              <a:gd name="connsiteY375" fmla="*/ 537748 h 6596391"/>
              <a:gd name="connsiteX376" fmla="*/ 6294177 w 6586410"/>
              <a:gd name="connsiteY376" fmla="*/ 644117 h 6596391"/>
              <a:gd name="connsiteX377" fmla="*/ 6110770 w 6586410"/>
              <a:gd name="connsiteY377" fmla="*/ 577353 h 6596391"/>
              <a:gd name="connsiteX378" fmla="*/ 6586411 w 6586410"/>
              <a:gd name="connsiteY378" fmla="*/ 404233 h 6596391"/>
              <a:gd name="connsiteX379" fmla="*/ 6586411 w 6586410"/>
              <a:gd name="connsiteY379" fmla="*/ 394562 h 6596391"/>
              <a:gd name="connsiteX380" fmla="*/ 790746 w 6586410"/>
              <a:gd name="connsiteY380" fmla="*/ 369029 h 6596391"/>
              <a:gd name="connsiteX381" fmla="*/ 1363053 w 6586410"/>
              <a:gd name="connsiteY381" fmla="*/ 577353 h 6596391"/>
              <a:gd name="connsiteX382" fmla="*/ 790746 w 6586410"/>
              <a:gd name="connsiteY382" fmla="*/ 785659 h 6596391"/>
              <a:gd name="connsiteX383" fmla="*/ 790746 w 6586410"/>
              <a:gd name="connsiteY383" fmla="*/ 369029 h 6596391"/>
              <a:gd name="connsiteX384" fmla="*/ 1371791 w 6586410"/>
              <a:gd name="connsiteY384" fmla="*/ 1000466 h 6596391"/>
              <a:gd name="connsiteX385" fmla="*/ 799503 w 6586410"/>
              <a:gd name="connsiteY385" fmla="*/ 792148 h 6596391"/>
              <a:gd name="connsiteX386" fmla="*/ 1371791 w 6586410"/>
              <a:gd name="connsiteY386" fmla="*/ 583849 h 6596391"/>
              <a:gd name="connsiteX387" fmla="*/ 1371791 w 6586410"/>
              <a:gd name="connsiteY387" fmla="*/ 1000466 h 6596391"/>
              <a:gd name="connsiteX388" fmla="*/ 1371791 w 6586410"/>
              <a:gd name="connsiteY388" fmla="*/ 570851 h 6596391"/>
              <a:gd name="connsiteX389" fmla="*/ 799490 w 6586410"/>
              <a:gd name="connsiteY389" fmla="*/ 362545 h 6596391"/>
              <a:gd name="connsiteX390" fmla="*/ 982917 w 6586410"/>
              <a:gd name="connsiteY390" fmla="*/ 295788 h 6596391"/>
              <a:gd name="connsiteX391" fmla="*/ 1371791 w 6586410"/>
              <a:gd name="connsiteY391" fmla="*/ 437336 h 6596391"/>
              <a:gd name="connsiteX392" fmla="*/ 1371791 w 6586410"/>
              <a:gd name="connsiteY392" fmla="*/ 570851 h 6596391"/>
              <a:gd name="connsiteX393" fmla="*/ 1371791 w 6586410"/>
              <a:gd name="connsiteY393" fmla="*/ 427658 h 6596391"/>
              <a:gd name="connsiteX394" fmla="*/ 996207 w 6586410"/>
              <a:gd name="connsiteY394" fmla="*/ 290949 h 6596391"/>
              <a:gd name="connsiteX395" fmla="*/ 1016273 w 6586410"/>
              <a:gd name="connsiteY395" fmla="*/ 283647 h 6596391"/>
              <a:gd name="connsiteX396" fmla="*/ 1371791 w 6586410"/>
              <a:gd name="connsiteY396" fmla="*/ 154246 h 6596391"/>
              <a:gd name="connsiteX397" fmla="*/ 1371791 w 6586410"/>
              <a:gd name="connsiteY397" fmla="*/ 427658 h 6596391"/>
              <a:gd name="connsiteX398" fmla="*/ 200603 w 6586410"/>
              <a:gd name="connsiteY398" fmla="*/ 3161460 h 6596391"/>
              <a:gd name="connsiteX399" fmla="*/ 772916 w 6586410"/>
              <a:gd name="connsiteY399" fmla="*/ 3369772 h 6596391"/>
              <a:gd name="connsiteX400" fmla="*/ 200603 w 6586410"/>
              <a:gd name="connsiteY400" fmla="*/ 3578084 h 6596391"/>
              <a:gd name="connsiteX401" fmla="*/ 200603 w 6586410"/>
              <a:gd name="connsiteY401" fmla="*/ 3161460 h 6596391"/>
              <a:gd name="connsiteX402" fmla="*/ 781647 w 6586410"/>
              <a:gd name="connsiteY402" fmla="*/ 3792885 h 6596391"/>
              <a:gd name="connsiteX403" fmla="*/ 781647 w 6586410"/>
              <a:gd name="connsiteY403" fmla="*/ 3792885 h 6596391"/>
              <a:gd name="connsiteX404" fmla="*/ 418655 w 6586410"/>
              <a:gd name="connsiteY404" fmla="*/ 3660761 h 6596391"/>
              <a:gd name="connsiteX405" fmla="*/ 209353 w 6586410"/>
              <a:gd name="connsiteY405" fmla="*/ 3584573 h 6596391"/>
              <a:gd name="connsiteX406" fmla="*/ 781653 w 6586410"/>
              <a:gd name="connsiteY406" fmla="*/ 3376275 h 6596391"/>
              <a:gd name="connsiteX407" fmla="*/ 781647 w 6586410"/>
              <a:gd name="connsiteY407" fmla="*/ 3792885 h 6596391"/>
              <a:gd name="connsiteX408" fmla="*/ 781653 w 6586410"/>
              <a:gd name="connsiteY408" fmla="*/ 2946665 h 6596391"/>
              <a:gd name="connsiteX409" fmla="*/ 781653 w 6586410"/>
              <a:gd name="connsiteY409" fmla="*/ 3363276 h 6596391"/>
              <a:gd name="connsiteX410" fmla="*/ 209353 w 6586410"/>
              <a:gd name="connsiteY410" fmla="*/ 3154964 h 6596391"/>
              <a:gd name="connsiteX411" fmla="*/ 520027 w 6586410"/>
              <a:gd name="connsiteY411" fmla="*/ 3041884 h 6596391"/>
              <a:gd name="connsiteX412" fmla="*/ 781653 w 6586410"/>
              <a:gd name="connsiteY412" fmla="*/ 2946665 h 6596391"/>
              <a:gd name="connsiteX413" fmla="*/ 781653 w 6586410"/>
              <a:gd name="connsiteY413" fmla="*/ 2946665 h 6596391"/>
              <a:gd name="connsiteX414" fmla="*/ 9112 w 6586410"/>
              <a:gd name="connsiteY414" fmla="*/ 4090351 h 6596391"/>
              <a:gd name="connsiteX415" fmla="*/ 581425 w 6586410"/>
              <a:gd name="connsiteY415" fmla="*/ 4298663 h 6596391"/>
              <a:gd name="connsiteX416" fmla="*/ 9112 w 6586410"/>
              <a:gd name="connsiteY416" fmla="*/ 4506975 h 6596391"/>
              <a:gd name="connsiteX417" fmla="*/ 9112 w 6586410"/>
              <a:gd name="connsiteY417" fmla="*/ 4090351 h 6596391"/>
              <a:gd name="connsiteX418" fmla="*/ 590156 w 6586410"/>
              <a:gd name="connsiteY418" fmla="*/ 4721782 h 6596391"/>
              <a:gd name="connsiteX419" fmla="*/ 17862 w 6586410"/>
              <a:gd name="connsiteY419" fmla="*/ 4513464 h 6596391"/>
              <a:gd name="connsiteX420" fmla="*/ 590156 w 6586410"/>
              <a:gd name="connsiteY420" fmla="*/ 4305165 h 6596391"/>
              <a:gd name="connsiteX421" fmla="*/ 590156 w 6586410"/>
              <a:gd name="connsiteY421" fmla="*/ 4721782 h 6596391"/>
              <a:gd name="connsiteX422" fmla="*/ 590156 w 6586410"/>
              <a:gd name="connsiteY422" fmla="*/ 4292167 h 6596391"/>
              <a:gd name="connsiteX423" fmla="*/ 17869 w 6586410"/>
              <a:gd name="connsiteY423" fmla="*/ 4083855 h 6596391"/>
              <a:gd name="connsiteX424" fmla="*/ 590156 w 6586410"/>
              <a:gd name="connsiteY424" fmla="*/ 3875550 h 6596391"/>
              <a:gd name="connsiteX425" fmla="*/ 590156 w 6586410"/>
              <a:gd name="connsiteY425" fmla="*/ 4292167 h 6596391"/>
              <a:gd name="connsiteX426" fmla="*/ 1380877 w 6586410"/>
              <a:gd name="connsiteY426" fmla="*/ 3154964 h 6596391"/>
              <a:gd name="connsiteX427" fmla="*/ 1380877 w 6586410"/>
              <a:gd name="connsiteY427" fmla="*/ 3154964 h 6596391"/>
              <a:gd name="connsiteX428" fmla="*/ 1380662 w 6586410"/>
              <a:gd name="connsiteY428" fmla="*/ 3153593 h 6596391"/>
              <a:gd name="connsiteX429" fmla="*/ 1380877 w 6586410"/>
              <a:gd name="connsiteY429" fmla="*/ 3154964 h 6596391"/>
              <a:gd name="connsiteX430" fmla="*/ 1953178 w 6586410"/>
              <a:gd name="connsiteY430" fmla="*/ 3369772 h 6596391"/>
              <a:gd name="connsiteX431" fmla="*/ 1953178 w 6586410"/>
              <a:gd name="connsiteY431" fmla="*/ 3369772 h 6596391"/>
              <a:gd name="connsiteX432" fmla="*/ 1555776 w 6586410"/>
              <a:gd name="connsiteY432" fmla="*/ 3514419 h 6596391"/>
              <a:gd name="connsiteX433" fmla="*/ 1380877 w 6586410"/>
              <a:gd name="connsiteY433" fmla="*/ 3578077 h 6596391"/>
              <a:gd name="connsiteX434" fmla="*/ 1380877 w 6586410"/>
              <a:gd name="connsiteY434" fmla="*/ 3578071 h 6596391"/>
              <a:gd name="connsiteX435" fmla="*/ 1380877 w 6586410"/>
              <a:gd name="connsiteY435" fmla="*/ 3161467 h 6596391"/>
              <a:gd name="connsiteX436" fmla="*/ 1380877 w 6586410"/>
              <a:gd name="connsiteY436" fmla="*/ 3161467 h 6596391"/>
              <a:gd name="connsiteX437" fmla="*/ 1953178 w 6586410"/>
              <a:gd name="connsiteY437" fmla="*/ 3369772 h 6596391"/>
              <a:gd name="connsiteX438" fmla="*/ 1380877 w 6586410"/>
              <a:gd name="connsiteY438" fmla="*/ 3584573 h 6596391"/>
              <a:gd name="connsiteX439" fmla="*/ 1380877 w 6586410"/>
              <a:gd name="connsiteY439" fmla="*/ 3584535 h 6596391"/>
              <a:gd name="connsiteX440" fmla="*/ 1380877 w 6586410"/>
              <a:gd name="connsiteY440" fmla="*/ 3584573 h 6596391"/>
              <a:gd name="connsiteX441" fmla="*/ 1379544 w 6586410"/>
              <a:gd name="connsiteY441" fmla="*/ 3587723 h 6596391"/>
              <a:gd name="connsiteX442" fmla="*/ 1380877 w 6586410"/>
              <a:gd name="connsiteY442" fmla="*/ 3584573 h 6596391"/>
              <a:gd name="connsiteX443" fmla="*/ 790746 w 6586410"/>
              <a:gd name="connsiteY443" fmla="*/ 2946665 h 6596391"/>
              <a:gd name="connsiteX444" fmla="*/ 1363040 w 6586410"/>
              <a:gd name="connsiteY444" fmla="*/ 3154971 h 6596391"/>
              <a:gd name="connsiteX445" fmla="*/ 790746 w 6586410"/>
              <a:gd name="connsiteY445" fmla="*/ 3363282 h 6596391"/>
              <a:gd name="connsiteX446" fmla="*/ 790746 w 6586410"/>
              <a:gd name="connsiteY446" fmla="*/ 2946665 h 6596391"/>
              <a:gd name="connsiteX447" fmla="*/ 1371791 w 6586410"/>
              <a:gd name="connsiteY447" fmla="*/ 3161460 h 6596391"/>
              <a:gd name="connsiteX448" fmla="*/ 1371791 w 6586410"/>
              <a:gd name="connsiteY448" fmla="*/ 3578084 h 6596391"/>
              <a:gd name="connsiteX449" fmla="*/ 799478 w 6586410"/>
              <a:gd name="connsiteY449" fmla="*/ 3369772 h 6596391"/>
              <a:gd name="connsiteX450" fmla="*/ 1371791 w 6586410"/>
              <a:gd name="connsiteY450" fmla="*/ 3161460 h 6596391"/>
              <a:gd name="connsiteX451" fmla="*/ 790740 w 6586410"/>
              <a:gd name="connsiteY451" fmla="*/ 3792885 h 6596391"/>
              <a:gd name="connsiteX452" fmla="*/ 790740 w 6586410"/>
              <a:gd name="connsiteY452" fmla="*/ 3792873 h 6596391"/>
              <a:gd name="connsiteX453" fmla="*/ 790746 w 6586410"/>
              <a:gd name="connsiteY453" fmla="*/ 3376281 h 6596391"/>
              <a:gd name="connsiteX454" fmla="*/ 1363034 w 6586410"/>
              <a:gd name="connsiteY454" fmla="*/ 3584580 h 6596391"/>
              <a:gd name="connsiteX455" fmla="*/ 1363040 w 6586410"/>
              <a:gd name="connsiteY455" fmla="*/ 3584580 h 6596391"/>
              <a:gd name="connsiteX456" fmla="*/ 1201128 w 6586410"/>
              <a:gd name="connsiteY456" fmla="*/ 3643514 h 6596391"/>
              <a:gd name="connsiteX457" fmla="*/ 790740 w 6586410"/>
              <a:gd name="connsiteY457" fmla="*/ 3792885 h 6596391"/>
              <a:gd name="connsiteX458" fmla="*/ 790740 w 6586410"/>
              <a:gd name="connsiteY458" fmla="*/ 3792885 h 6596391"/>
              <a:gd name="connsiteX459" fmla="*/ 599250 w 6586410"/>
              <a:gd name="connsiteY459" fmla="*/ 4721782 h 6596391"/>
              <a:gd name="connsiteX460" fmla="*/ 599250 w 6586410"/>
              <a:gd name="connsiteY460" fmla="*/ 4305171 h 6596391"/>
              <a:gd name="connsiteX461" fmla="*/ 1171549 w 6586410"/>
              <a:gd name="connsiteY461" fmla="*/ 4513471 h 6596391"/>
              <a:gd name="connsiteX462" fmla="*/ 599250 w 6586410"/>
              <a:gd name="connsiteY462" fmla="*/ 4721782 h 6596391"/>
              <a:gd name="connsiteX463" fmla="*/ 1180300 w 6586410"/>
              <a:gd name="connsiteY463" fmla="*/ 4506975 h 6596391"/>
              <a:gd name="connsiteX464" fmla="*/ 607981 w 6586410"/>
              <a:gd name="connsiteY464" fmla="*/ 4298663 h 6596391"/>
              <a:gd name="connsiteX465" fmla="*/ 1180300 w 6586410"/>
              <a:gd name="connsiteY465" fmla="*/ 4090351 h 6596391"/>
              <a:gd name="connsiteX466" fmla="*/ 1180300 w 6586410"/>
              <a:gd name="connsiteY466" fmla="*/ 4506975 h 6596391"/>
              <a:gd name="connsiteX467" fmla="*/ 599250 w 6586410"/>
              <a:gd name="connsiteY467" fmla="*/ 4292167 h 6596391"/>
              <a:gd name="connsiteX468" fmla="*/ 599250 w 6586410"/>
              <a:gd name="connsiteY468" fmla="*/ 3875556 h 6596391"/>
              <a:gd name="connsiteX469" fmla="*/ 1171537 w 6586410"/>
              <a:gd name="connsiteY469" fmla="*/ 4083861 h 6596391"/>
              <a:gd name="connsiteX470" fmla="*/ 599250 w 6586410"/>
              <a:gd name="connsiteY470" fmla="*/ 4292167 h 6596391"/>
              <a:gd name="connsiteX471" fmla="*/ 1961928 w 6586410"/>
              <a:gd name="connsiteY471" fmla="*/ 4225784 h 6596391"/>
              <a:gd name="connsiteX472" fmla="*/ 1189393 w 6586410"/>
              <a:gd name="connsiteY472" fmla="*/ 4506981 h 6596391"/>
              <a:gd name="connsiteX473" fmla="*/ 1189393 w 6586410"/>
              <a:gd name="connsiteY473" fmla="*/ 4087049 h 6596391"/>
              <a:gd name="connsiteX474" fmla="*/ 1961928 w 6586410"/>
              <a:gd name="connsiteY474" fmla="*/ 3805865 h 6596391"/>
              <a:gd name="connsiteX475" fmla="*/ 1961928 w 6586410"/>
              <a:gd name="connsiteY475" fmla="*/ 4225784 h 6596391"/>
              <a:gd name="connsiteX476" fmla="*/ 1961928 w 6586410"/>
              <a:gd name="connsiteY476" fmla="*/ 3376275 h 6596391"/>
              <a:gd name="connsiteX477" fmla="*/ 1961928 w 6586410"/>
              <a:gd name="connsiteY477" fmla="*/ 3796200 h 6596391"/>
              <a:gd name="connsiteX478" fmla="*/ 1184853 w 6586410"/>
              <a:gd name="connsiteY478" fmla="*/ 4079023 h 6596391"/>
              <a:gd name="connsiteX479" fmla="*/ 1186390 w 6586410"/>
              <a:gd name="connsiteY479" fmla="*/ 4079582 h 6596391"/>
              <a:gd name="connsiteX480" fmla="*/ 1189393 w 6586410"/>
              <a:gd name="connsiteY480" fmla="*/ 4083855 h 6596391"/>
              <a:gd name="connsiteX481" fmla="*/ 1189393 w 6586410"/>
              <a:gd name="connsiteY481" fmla="*/ 4083861 h 6596391"/>
              <a:gd name="connsiteX482" fmla="*/ 1186396 w 6586410"/>
              <a:gd name="connsiteY482" fmla="*/ 4079594 h 6596391"/>
              <a:gd name="connsiteX483" fmla="*/ 596252 w 6586410"/>
              <a:gd name="connsiteY483" fmla="*/ 3864793 h 6596391"/>
              <a:gd name="connsiteX484" fmla="*/ 595274 w 6586410"/>
              <a:gd name="connsiteY484" fmla="*/ 3864615 h 6596391"/>
              <a:gd name="connsiteX485" fmla="*/ 596252 w 6586410"/>
              <a:gd name="connsiteY485" fmla="*/ 3864786 h 6596391"/>
              <a:gd name="connsiteX486" fmla="*/ 608000 w 6586410"/>
              <a:gd name="connsiteY486" fmla="*/ 3869066 h 6596391"/>
              <a:gd name="connsiteX487" fmla="*/ 787705 w 6586410"/>
              <a:gd name="connsiteY487" fmla="*/ 3803655 h 6596391"/>
              <a:gd name="connsiteX488" fmla="*/ 787749 w 6586410"/>
              <a:gd name="connsiteY488" fmla="*/ 3803648 h 6596391"/>
              <a:gd name="connsiteX489" fmla="*/ 1325258 w 6586410"/>
              <a:gd name="connsiteY489" fmla="*/ 3607999 h 6596391"/>
              <a:gd name="connsiteX490" fmla="*/ 1377887 w 6586410"/>
              <a:gd name="connsiteY490" fmla="*/ 3588841 h 6596391"/>
              <a:gd name="connsiteX491" fmla="*/ 1961928 w 6586410"/>
              <a:gd name="connsiteY491" fmla="*/ 3376256 h 6596391"/>
              <a:gd name="connsiteX492" fmla="*/ 1961928 w 6586410"/>
              <a:gd name="connsiteY492" fmla="*/ 3376275 h 6596391"/>
              <a:gd name="connsiteX493" fmla="*/ 1961928 w 6586410"/>
              <a:gd name="connsiteY493" fmla="*/ 3363276 h 6596391"/>
              <a:gd name="connsiteX494" fmla="*/ 1397495 w 6586410"/>
              <a:gd name="connsiteY494" fmla="*/ 3157834 h 6596391"/>
              <a:gd name="connsiteX495" fmla="*/ 1389628 w 6586410"/>
              <a:gd name="connsiteY495" fmla="*/ 3154971 h 6596391"/>
              <a:gd name="connsiteX496" fmla="*/ 1961928 w 6586410"/>
              <a:gd name="connsiteY496" fmla="*/ 2946672 h 6596391"/>
              <a:gd name="connsiteX497" fmla="*/ 1961928 w 6586410"/>
              <a:gd name="connsiteY497" fmla="*/ 3363276 h 6596391"/>
              <a:gd name="connsiteX498" fmla="*/ 1961928 w 6586410"/>
              <a:gd name="connsiteY498" fmla="*/ 2933673 h 6596391"/>
              <a:gd name="connsiteX499" fmla="*/ 1389628 w 6586410"/>
              <a:gd name="connsiteY499" fmla="*/ 2725361 h 6596391"/>
              <a:gd name="connsiteX500" fmla="*/ 1961928 w 6586410"/>
              <a:gd name="connsiteY500" fmla="*/ 2517062 h 6596391"/>
              <a:gd name="connsiteX501" fmla="*/ 1961928 w 6586410"/>
              <a:gd name="connsiteY501" fmla="*/ 2933673 h 6596391"/>
              <a:gd name="connsiteX502" fmla="*/ 1961928 w 6586410"/>
              <a:gd name="connsiteY502" fmla="*/ 365727 h 6596391"/>
              <a:gd name="connsiteX503" fmla="*/ 1763236 w 6586410"/>
              <a:gd name="connsiteY503" fmla="*/ 293407 h 6596391"/>
              <a:gd name="connsiteX504" fmla="*/ 1759718 w 6586410"/>
              <a:gd name="connsiteY504" fmla="*/ 292124 h 6596391"/>
              <a:gd name="connsiteX505" fmla="*/ 1961928 w 6586410"/>
              <a:gd name="connsiteY505" fmla="*/ 365727 h 6596391"/>
              <a:gd name="connsiteX506" fmla="*/ 1380884 w 6586410"/>
              <a:gd name="connsiteY506" fmla="*/ 154246 h 6596391"/>
              <a:gd name="connsiteX507" fmla="*/ 1680775 w 6586410"/>
              <a:gd name="connsiteY507" fmla="*/ 263390 h 6596391"/>
              <a:gd name="connsiteX508" fmla="*/ 1380884 w 6586410"/>
              <a:gd name="connsiteY508" fmla="*/ 154246 h 6596391"/>
              <a:gd name="connsiteX509" fmla="*/ 1756461 w 6586410"/>
              <a:gd name="connsiteY509" fmla="*/ 290943 h 6596391"/>
              <a:gd name="connsiteX510" fmla="*/ 1380884 w 6586410"/>
              <a:gd name="connsiteY510" fmla="*/ 427652 h 6596391"/>
              <a:gd name="connsiteX511" fmla="*/ 1380884 w 6586410"/>
              <a:gd name="connsiteY511" fmla="*/ 154246 h 6596391"/>
              <a:gd name="connsiteX512" fmla="*/ 1380884 w 6586410"/>
              <a:gd name="connsiteY512" fmla="*/ 437323 h 6596391"/>
              <a:gd name="connsiteX513" fmla="*/ 1769751 w 6586410"/>
              <a:gd name="connsiteY513" fmla="*/ 295781 h 6596391"/>
              <a:gd name="connsiteX514" fmla="*/ 1953178 w 6586410"/>
              <a:gd name="connsiteY514" fmla="*/ 362539 h 6596391"/>
              <a:gd name="connsiteX515" fmla="*/ 1380884 w 6586410"/>
              <a:gd name="connsiteY515" fmla="*/ 570844 h 6596391"/>
              <a:gd name="connsiteX516" fmla="*/ 1380884 w 6586410"/>
              <a:gd name="connsiteY516" fmla="*/ 437323 h 6596391"/>
              <a:gd name="connsiteX517" fmla="*/ 1961928 w 6586410"/>
              <a:gd name="connsiteY517" fmla="*/ 369029 h 6596391"/>
              <a:gd name="connsiteX518" fmla="*/ 1961928 w 6586410"/>
              <a:gd name="connsiteY518" fmla="*/ 785659 h 6596391"/>
              <a:gd name="connsiteX519" fmla="*/ 1389615 w 6586410"/>
              <a:gd name="connsiteY519" fmla="*/ 577353 h 6596391"/>
              <a:gd name="connsiteX520" fmla="*/ 1961928 w 6586410"/>
              <a:gd name="connsiteY520" fmla="*/ 369029 h 6596391"/>
              <a:gd name="connsiteX521" fmla="*/ 1380884 w 6586410"/>
              <a:gd name="connsiteY521" fmla="*/ 583849 h 6596391"/>
              <a:gd name="connsiteX522" fmla="*/ 1953171 w 6586410"/>
              <a:gd name="connsiteY522" fmla="*/ 792148 h 6596391"/>
              <a:gd name="connsiteX523" fmla="*/ 1380884 w 6586410"/>
              <a:gd name="connsiteY523" fmla="*/ 1000466 h 6596391"/>
              <a:gd name="connsiteX524" fmla="*/ 1380884 w 6586410"/>
              <a:gd name="connsiteY524" fmla="*/ 583849 h 6596391"/>
              <a:gd name="connsiteX525" fmla="*/ 1966468 w 6586410"/>
              <a:gd name="connsiteY525" fmla="*/ 1216919 h 6596391"/>
              <a:gd name="connsiteX526" fmla="*/ 1389628 w 6586410"/>
              <a:gd name="connsiteY526" fmla="*/ 1006956 h 6596391"/>
              <a:gd name="connsiteX527" fmla="*/ 1966475 w 6586410"/>
              <a:gd name="connsiteY527" fmla="*/ 797000 h 6596391"/>
              <a:gd name="connsiteX528" fmla="*/ 2543321 w 6586410"/>
              <a:gd name="connsiteY528" fmla="*/ 1006956 h 6596391"/>
              <a:gd name="connsiteX529" fmla="*/ 2176653 w 6586410"/>
              <a:gd name="connsiteY529" fmla="*/ 1140420 h 6596391"/>
              <a:gd name="connsiteX530" fmla="*/ 2053927 w 6586410"/>
              <a:gd name="connsiteY530" fmla="*/ 1185093 h 6596391"/>
              <a:gd name="connsiteX531" fmla="*/ 1966468 w 6586410"/>
              <a:gd name="connsiteY531" fmla="*/ 1216919 h 6596391"/>
              <a:gd name="connsiteX532" fmla="*/ 1966468 w 6586410"/>
              <a:gd name="connsiteY532" fmla="*/ 1216919 h 6596391"/>
              <a:gd name="connsiteX533" fmla="*/ 1971021 w 6586410"/>
              <a:gd name="connsiteY533" fmla="*/ 2946659 h 6596391"/>
              <a:gd name="connsiteX534" fmla="*/ 2543334 w 6586410"/>
              <a:gd name="connsiteY534" fmla="*/ 3154977 h 6596391"/>
              <a:gd name="connsiteX535" fmla="*/ 1971021 w 6586410"/>
              <a:gd name="connsiteY535" fmla="*/ 3363289 h 6596391"/>
              <a:gd name="connsiteX536" fmla="*/ 1971021 w 6586410"/>
              <a:gd name="connsiteY536" fmla="*/ 2946659 h 6596391"/>
              <a:gd name="connsiteX537" fmla="*/ 1971021 w 6586410"/>
              <a:gd name="connsiteY537" fmla="*/ 3376275 h 6596391"/>
              <a:gd name="connsiteX538" fmla="*/ 1971021 w 6586410"/>
              <a:gd name="connsiteY538" fmla="*/ 3376275 h 6596391"/>
              <a:gd name="connsiteX539" fmla="*/ 2194827 w 6586410"/>
              <a:gd name="connsiteY539" fmla="*/ 3457732 h 6596391"/>
              <a:gd name="connsiteX540" fmla="*/ 2543315 w 6586410"/>
              <a:gd name="connsiteY540" fmla="*/ 3584580 h 6596391"/>
              <a:gd name="connsiteX541" fmla="*/ 2543334 w 6586410"/>
              <a:gd name="connsiteY541" fmla="*/ 3584586 h 6596391"/>
              <a:gd name="connsiteX542" fmla="*/ 1971021 w 6586410"/>
              <a:gd name="connsiteY542" fmla="*/ 3792892 h 6596391"/>
              <a:gd name="connsiteX543" fmla="*/ 1971021 w 6586410"/>
              <a:gd name="connsiteY543" fmla="*/ 3376275 h 6596391"/>
              <a:gd name="connsiteX544" fmla="*/ 1971021 w 6586410"/>
              <a:gd name="connsiteY544" fmla="*/ 3805871 h 6596391"/>
              <a:gd name="connsiteX545" fmla="*/ 2543340 w 6586410"/>
              <a:gd name="connsiteY545" fmla="*/ 4014189 h 6596391"/>
              <a:gd name="connsiteX546" fmla="*/ 1971021 w 6586410"/>
              <a:gd name="connsiteY546" fmla="*/ 4222488 h 6596391"/>
              <a:gd name="connsiteX547" fmla="*/ 1971021 w 6586410"/>
              <a:gd name="connsiteY547" fmla="*/ 3805871 h 6596391"/>
              <a:gd name="connsiteX548" fmla="*/ 2552071 w 6586410"/>
              <a:gd name="connsiteY548" fmla="*/ 4437290 h 6596391"/>
              <a:gd name="connsiteX549" fmla="*/ 2552071 w 6586410"/>
              <a:gd name="connsiteY549" fmla="*/ 4437290 h 6596391"/>
              <a:gd name="connsiteX550" fmla="*/ 2437568 w 6586410"/>
              <a:gd name="connsiteY550" fmla="*/ 4395615 h 6596391"/>
              <a:gd name="connsiteX551" fmla="*/ 1979784 w 6586410"/>
              <a:gd name="connsiteY551" fmla="*/ 4228984 h 6596391"/>
              <a:gd name="connsiteX552" fmla="*/ 2552071 w 6586410"/>
              <a:gd name="connsiteY552" fmla="*/ 4020691 h 6596391"/>
              <a:gd name="connsiteX553" fmla="*/ 2552071 w 6586410"/>
              <a:gd name="connsiteY553" fmla="*/ 4437290 h 6596391"/>
              <a:gd name="connsiteX554" fmla="*/ 2552071 w 6586410"/>
              <a:gd name="connsiteY554" fmla="*/ 3591076 h 6596391"/>
              <a:gd name="connsiteX555" fmla="*/ 2552071 w 6586410"/>
              <a:gd name="connsiteY555" fmla="*/ 4007687 h 6596391"/>
              <a:gd name="connsiteX556" fmla="*/ 1979771 w 6586410"/>
              <a:gd name="connsiteY556" fmla="*/ 3799375 h 6596391"/>
              <a:gd name="connsiteX557" fmla="*/ 2286959 w 6586410"/>
              <a:gd name="connsiteY557" fmla="*/ 3687571 h 6596391"/>
              <a:gd name="connsiteX558" fmla="*/ 2552071 w 6586410"/>
              <a:gd name="connsiteY558" fmla="*/ 3591076 h 6596391"/>
              <a:gd name="connsiteX559" fmla="*/ 2552071 w 6586410"/>
              <a:gd name="connsiteY559" fmla="*/ 3591076 h 6596391"/>
              <a:gd name="connsiteX560" fmla="*/ 2552071 w 6586410"/>
              <a:gd name="connsiteY560" fmla="*/ 3578077 h 6596391"/>
              <a:gd name="connsiteX561" fmla="*/ 2552071 w 6586410"/>
              <a:gd name="connsiteY561" fmla="*/ 3578090 h 6596391"/>
              <a:gd name="connsiteX562" fmla="*/ 2076424 w 6586410"/>
              <a:gd name="connsiteY562" fmla="*/ 3404951 h 6596391"/>
              <a:gd name="connsiteX563" fmla="*/ 1979771 w 6586410"/>
              <a:gd name="connsiteY563" fmla="*/ 3369772 h 6596391"/>
              <a:gd name="connsiteX564" fmla="*/ 2552071 w 6586410"/>
              <a:gd name="connsiteY564" fmla="*/ 3161473 h 6596391"/>
              <a:gd name="connsiteX565" fmla="*/ 2552071 w 6586410"/>
              <a:gd name="connsiteY565" fmla="*/ 3578077 h 6596391"/>
              <a:gd name="connsiteX566" fmla="*/ 2552071 w 6586410"/>
              <a:gd name="connsiteY566" fmla="*/ 2731876 h 6596391"/>
              <a:gd name="connsiteX567" fmla="*/ 2552071 w 6586410"/>
              <a:gd name="connsiteY567" fmla="*/ 3148475 h 6596391"/>
              <a:gd name="connsiteX568" fmla="*/ 1979790 w 6586410"/>
              <a:gd name="connsiteY568" fmla="*/ 2940176 h 6596391"/>
              <a:gd name="connsiteX569" fmla="*/ 1971021 w 6586410"/>
              <a:gd name="connsiteY569" fmla="*/ 2943363 h 6596391"/>
              <a:gd name="connsiteX570" fmla="*/ 1971021 w 6586410"/>
              <a:gd name="connsiteY570" fmla="*/ 2943351 h 6596391"/>
              <a:gd name="connsiteX571" fmla="*/ 2552071 w 6586410"/>
              <a:gd name="connsiteY571" fmla="*/ 2731876 h 6596391"/>
              <a:gd name="connsiteX572" fmla="*/ 2552071 w 6586410"/>
              <a:gd name="connsiteY572" fmla="*/ 2731876 h 6596391"/>
              <a:gd name="connsiteX573" fmla="*/ 1971027 w 6586410"/>
              <a:gd name="connsiteY573" fmla="*/ 2933673 h 6596391"/>
              <a:gd name="connsiteX574" fmla="*/ 1971027 w 6586410"/>
              <a:gd name="connsiteY574" fmla="*/ 2517075 h 6596391"/>
              <a:gd name="connsiteX575" fmla="*/ 2543315 w 6586410"/>
              <a:gd name="connsiteY575" fmla="*/ 2725380 h 6596391"/>
              <a:gd name="connsiteX576" fmla="*/ 2543321 w 6586410"/>
              <a:gd name="connsiteY576" fmla="*/ 2725380 h 6596391"/>
              <a:gd name="connsiteX577" fmla="*/ 2424602 w 6586410"/>
              <a:gd name="connsiteY577" fmla="*/ 2768598 h 6596391"/>
              <a:gd name="connsiteX578" fmla="*/ 2018449 w 6586410"/>
              <a:gd name="connsiteY578" fmla="*/ 2916414 h 6596391"/>
              <a:gd name="connsiteX579" fmla="*/ 1971027 w 6586410"/>
              <a:gd name="connsiteY579" fmla="*/ 2933673 h 6596391"/>
              <a:gd name="connsiteX580" fmla="*/ 2552071 w 6586410"/>
              <a:gd name="connsiteY580" fmla="*/ 2718884 h 6596391"/>
              <a:gd name="connsiteX581" fmla="*/ 2401995 w 6586410"/>
              <a:gd name="connsiteY581" fmla="*/ 2664262 h 6596391"/>
              <a:gd name="connsiteX582" fmla="*/ 1971021 w 6586410"/>
              <a:gd name="connsiteY582" fmla="*/ 2507398 h 6596391"/>
              <a:gd name="connsiteX583" fmla="*/ 1971021 w 6586410"/>
              <a:gd name="connsiteY583" fmla="*/ 2507391 h 6596391"/>
              <a:gd name="connsiteX584" fmla="*/ 1971021 w 6586410"/>
              <a:gd name="connsiteY584" fmla="*/ 1657863 h 6596391"/>
              <a:gd name="connsiteX585" fmla="*/ 1971021 w 6586410"/>
              <a:gd name="connsiteY585" fmla="*/ 1657857 h 6596391"/>
              <a:gd name="connsiteX586" fmla="*/ 2358345 w 6586410"/>
              <a:gd name="connsiteY586" fmla="*/ 1798839 h 6596391"/>
              <a:gd name="connsiteX587" fmla="*/ 2552071 w 6586410"/>
              <a:gd name="connsiteY587" fmla="*/ 1869350 h 6596391"/>
              <a:gd name="connsiteX588" fmla="*/ 2552071 w 6586410"/>
              <a:gd name="connsiteY588" fmla="*/ 2718884 h 6596391"/>
              <a:gd name="connsiteX589" fmla="*/ 2552071 w 6586410"/>
              <a:gd name="connsiteY589" fmla="*/ 1859672 h 6596391"/>
              <a:gd name="connsiteX590" fmla="*/ 1979771 w 6586410"/>
              <a:gd name="connsiteY590" fmla="*/ 1651367 h 6596391"/>
              <a:gd name="connsiteX591" fmla="*/ 2552071 w 6586410"/>
              <a:gd name="connsiteY591" fmla="*/ 1443068 h 6596391"/>
              <a:gd name="connsiteX592" fmla="*/ 2552071 w 6586410"/>
              <a:gd name="connsiteY592" fmla="*/ 1859672 h 6596391"/>
              <a:gd name="connsiteX593" fmla="*/ 2552071 w 6586410"/>
              <a:gd name="connsiteY593" fmla="*/ 1013458 h 6596391"/>
              <a:gd name="connsiteX594" fmla="*/ 2552071 w 6586410"/>
              <a:gd name="connsiteY594" fmla="*/ 1430069 h 6596391"/>
              <a:gd name="connsiteX595" fmla="*/ 1979771 w 6586410"/>
              <a:gd name="connsiteY595" fmla="*/ 1221758 h 6596391"/>
              <a:gd name="connsiteX596" fmla="*/ 2552071 w 6586410"/>
              <a:gd name="connsiteY596" fmla="*/ 1013458 h 6596391"/>
              <a:gd name="connsiteX597" fmla="*/ 1968030 w 6586410"/>
              <a:gd name="connsiteY597" fmla="*/ 1226031 h 6596391"/>
              <a:gd name="connsiteX598" fmla="*/ 2552071 w 6586410"/>
              <a:gd name="connsiteY598" fmla="*/ 1013446 h 6596391"/>
              <a:gd name="connsiteX599" fmla="*/ 2552071 w 6586410"/>
              <a:gd name="connsiteY599" fmla="*/ 1013458 h 6596391"/>
              <a:gd name="connsiteX600" fmla="*/ 2561171 w 6586410"/>
              <a:gd name="connsiteY600" fmla="*/ 2722205 h 6596391"/>
              <a:gd name="connsiteX601" fmla="*/ 2561171 w 6586410"/>
              <a:gd name="connsiteY601" fmla="*/ 2722205 h 6596391"/>
              <a:gd name="connsiteX602" fmla="*/ 2569922 w 6586410"/>
              <a:gd name="connsiteY602" fmla="*/ 2725380 h 6596391"/>
              <a:gd name="connsiteX603" fmla="*/ 3142208 w 6586410"/>
              <a:gd name="connsiteY603" fmla="*/ 2517062 h 6596391"/>
              <a:gd name="connsiteX604" fmla="*/ 3142208 w 6586410"/>
              <a:gd name="connsiteY604" fmla="*/ 2933673 h 6596391"/>
              <a:gd name="connsiteX605" fmla="*/ 3142208 w 6586410"/>
              <a:gd name="connsiteY605" fmla="*/ 2933686 h 6596391"/>
              <a:gd name="connsiteX606" fmla="*/ 2561171 w 6586410"/>
              <a:gd name="connsiteY606" fmla="*/ 2722205 h 6596391"/>
              <a:gd name="connsiteX607" fmla="*/ 3133458 w 6586410"/>
              <a:gd name="connsiteY607" fmla="*/ 2940169 h 6596391"/>
              <a:gd name="connsiteX608" fmla="*/ 2561171 w 6586410"/>
              <a:gd name="connsiteY608" fmla="*/ 3148475 h 6596391"/>
              <a:gd name="connsiteX609" fmla="*/ 2561171 w 6586410"/>
              <a:gd name="connsiteY609" fmla="*/ 2731876 h 6596391"/>
              <a:gd name="connsiteX610" fmla="*/ 3133458 w 6586410"/>
              <a:gd name="connsiteY610" fmla="*/ 2940169 h 6596391"/>
              <a:gd name="connsiteX611" fmla="*/ 2561171 w 6586410"/>
              <a:gd name="connsiteY611" fmla="*/ 2718884 h 6596391"/>
              <a:gd name="connsiteX612" fmla="*/ 2561171 w 6586410"/>
              <a:gd name="connsiteY612" fmla="*/ 1869350 h 6596391"/>
              <a:gd name="connsiteX613" fmla="*/ 2754890 w 6586410"/>
              <a:gd name="connsiteY613" fmla="*/ 1798839 h 6596391"/>
              <a:gd name="connsiteX614" fmla="*/ 3142208 w 6586410"/>
              <a:gd name="connsiteY614" fmla="*/ 1657857 h 6596391"/>
              <a:gd name="connsiteX615" fmla="*/ 3142208 w 6586410"/>
              <a:gd name="connsiteY615" fmla="*/ 1657863 h 6596391"/>
              <a:gd name="connsiteX616" fmla="*/ 3142208 w 6586410"/>
              <a:gd name="connsiteY616" fmla="*/ 2507385 h 6596391"/>
              <a:gd name="connsiteX617" fmla="*/ 2561171 w 6586410"/>
              <a:gd name="connsiteY617" fmla="*/ 2718884 h 6596391"/>
              <a:gd name="connsiteX618" fmla="*/ 2561171 w 6586410"/>
              <a:gd name="connsiteY618" fmla="*/ 1859672 h 6596391"/>
              <a:gd name="connsiteX619" fmla="*/ 2561171 w 6586410"/>
              <a:gd name="connsiteY619" fmla="*/ 1443068 h 6596391"/>
              <a:gd name="connsiteX620" fmla="*/ 3133465 w 6586410"/>
              <a:gd name="connsiteY620" fmla="*/ 1651367 h 6596391"/>
              <a:gd name="connsiteX621" fmla="*/ 2561171 w 6586410"/>
              <a:gd name="connsiteY621" fmla="*/ 1859672 h 6596391"/>
              <a:gd name="connsiteX622" fmla="*/ 2561165 w 6586410"/>
              <a:gd name="connsiteY622" fmla="*/ 1006962 h 6596391"/>
              <a:gd name="connsiteX623" fmla="*/ 2561165 w 6586410"/>
              <a:gd name="connsiteY623" fmla="*/ 1006962 h 6596391"/>
              <a:gd name="connsiteX624" fmla="*/ 2561165 w 6586410"/>
              <a:gd name="connsiteY624" fmla="*/ 1006962 h 6596391"/>
              <a:gd name="connsiteX625" fmla="*/ 2561165 w 6586410"/>
              <a:gd name="connsiteY625" fmla="*/ 1006962 h 6596391"/>
              <a:gd name="connsiteX626" fmla="*/ 3133458 w 6586410"/>
              <a:gd name="connsiteY626" fmla="*/ 1221764 h 6596391"/>
              <a:gd name="connsiteX627" fmla="*/ 2561171 w 6586410"/>
              <a:gd name="connsiteY627" fmla="*/ 1430076 h 6596391"/>
              <a:gd name="connsiteX628" fmla="*/ 2561171 w 6586410"/>
              <a:gd name="connsiteY628" fmla="*/ 1013465 h 6596391"/>
              <a:gd name="connsiteX629" fmla="*/ 3133458 w 6586410"/>
              <a:gd name="connsiteY629" fmla="*/ 1221764 h 6596391"/>
              <a:gd name="connsiteX630" fmla="*/ 3133465 w 6586410"/>
              <a:gd name="connsiteY630" fmla="*/ 3369778 h 6596391"/>
              <a:gd name="connsiteX631" fmla="*/ 2561171 w 6586410"/>
              <a:gd name="connsiteY631" fmla="*/ 3578096 h 6596391"/>
              <a:gd name="connsiteX632" fmla="*/ 2561171 w 6586410"/>
              <a:gd name="connsiteY632" fmla="*/ 3161479 h 6596391"/>
              <a:gd name="connsiteX633" fmla="*/ 3133465 w 6586410"/>
              <a:gd name="connsiteY633" fmla="*/ 3369778 h 6596391"/>
              <a:gd name="connsiteX634" fmla="*/ 3133465 w 6586410"/>
              <a:gd name="connsiteY634" fmla="*/ 3799381 h 6596391"/>
              <a:gd name="connsiteX635" fmla="*/ 2561171 w 6586410"/>
              <a:gd name="connsiteY635" fmla="*/ 4007693 h 6596391"/>
              <a:gd name="connsiteX636" fmla="*/ 2561171 w 6586410"/>
              <a:gd name="connsiteY636" fmla="*/ 3591082 h 6596391"/>
              <a:gd name="connsiteX637" fmla="*/ 3133465 w 6586410"/>
              <a:gd name="connsiteY637" fmla="*/ 3799381 h 6596391"/>
              <a:gd name="connsiteX638" fmla="*/ 2561171 w 6586410"/>
              <a:gd name="connsiteY638" fmla="*/ 4437284 h 6596391"/>
              <a:gd name="connsiteX639" fmla="*/ 2561171 w 6586410"/>
              <a:gd name="connsiteY639" fmla="*/ 4020691 h 6596391"/>
              <a:gd name="connsiteX640" fmla="*/ 3133452 w 6586410"/>
              <a:gd name="connsiteY640" fmla="*/ 4228984 h 6596391"/>
              <a:gd name="connsiteX641" fmla="*/ 2561171 w 6586410"/>
              <a:gd name="connsiteY641" fmla="*/ 4437284 h 6596391"/>
              <a:gd name="connsiteX642" fmla="*/ 3142208 w 6586410"/>
              <a:gd name="connsiteY642" fmla="*/ 4222488 h 6596391"/>
              <a:gd name="connsiteX643" fmla="*/ 2569890 w 6586410"/>
              <a:gd name="connsiteY643" fmla="*/ 4014189 h 6596391"/>
              <a:gd name="connsiteX644" fmla="*/ 3142208 w 6586410"/>
              <a:gd name="connsiteY644" fmla="*/ 3805871 h 6596391"/>
              <a:gd name="connsiteX645" fmla="*/ 3142208 w 6586410"/>
              <a:gd name="connsiteY645" fmla="*/ 4222488 h 6596391"/>
              <a:gd name="connsiteX646" fmla="*/ 3142208 w 6586410"/>
              <a:gd name="connsiteY646" fmla="*/ 3792892 h 6596391"/>
              <a:gd name="connsiteX647" fmla="*/ 3142208 w 6586410"/>
              <a:gd name="connsiteY647" fmla="*/ 3792904 h 6596391"/>
              <a:gd name="connsiteX648" fmla="*/ 2569896 w 6586410"/>
              <a:gd name="connsiteY648" fmla="*/ 3584586 h 6596391"/>
              <a:gd name="connsiteX649" fmla="*/ 2569896 w 6586410"/>
              <a:gd name="connsiteY649" fmla="*/ 3584580 h 6596391"/>
              <a:gd name="connsiteX650" fmla="*/ 3142208 w 6586410"/>
              <a:gd name="connsiteY650" fmla="*/ 3376268 h 6596391"/>
              <a:gd name="connsiteX651" fmla="*/ 3142208 w 6586410"/>
              <a:gd name="connsiteY651" fmla="*/ 3792892 h 6596391"/>
              <a:gd name="connsiteX652" fmla="*/ 3142208 w 6586410"/>
              <a:gd name="connsiteY652" fmla="*/ 3083324 h 6596391"/>
              <a:gd name="connsiteX653" fmla="*/ 3142208 w 6586410"/>
              <a:gd name="connsiteY653" fmla="*/ 3083406 h 6596391"/>
              <a:gd name="connsiteX654" fmla="*/ 3142208 w 6586410"/>
              <a:gd name="connsiteY654" fmla="*/ 3226529 h 6596391"/>
              <a:gd name="connsiteX655" fmla="*/ 3142208 w 6586410"/>
              <a:gd name="connsiteY655" fmla="*/ 3226611 h 6596391"/>
              <a:gd name="connsiteX656" fmla="*/ 3142208 w 6586410"/>
              <a:gd name="connsiteY656" fmla="*/ 3363289 h 6596391"/>
              <a:gd name="connsiteX657" fmla="*/ 2569896 w 6586410"/>
              <a:gd name="connsiteY657" fmla="*/ 3154977 h 6596391"/>
              <a:gd name="connsiteX658" fmla="*/ 3142208 w 6586410"/>
              <a:gd name="connsiteY658" fmla="*/ 2946659 h 6596391"/>
              <a:gd name="connsiteX659" fmla="*/ 3142208 w 6586410"/>
              <a:gd name="connsiteY659" fmla="*/ 3083324 h 6596391"/>
              <a:gd name="connsiteX660" fmla="*/ 3142208 w 6586410"/>
              <a:gd name="connsiteY660" fmla="*/ 1644877 h 6596391"/>
              <a:gd name="connsiteX661" fmla="*/ 2569896 w 6586410"/>
              <a:gd name="connsiteY661" fmla="*/ 1436565 h 6596391"/>
              <a:gd name="connsiteX662" fmla="*/ 3142208 w 6586410"/>
              <a:gd name="connsiteY662" fmla="*/ 1228254 h 6596391"/>
              <a:gd name="connsiteX663" fmla="*/ 3142208 w 6586410"/>
              <a:gd name="connsiteY663" fmla="*/ 1644877 h 6596391"/>
              <a:gd name="connsiteX664" fmla="*/ 3151302 w 6586410"/>
              <a:gd name="connsiteY664" fmla="*/ 795336 h 6596391"/>
              <a:gd name="connsiteX665" fmla="*/ 3736899 w 6586410"/>
              <a:gd name="connsiteY665" fmla="*/ 582192 h 6596391"/>
              <a:gd name="connsiteX666" fmla="*/ 4322490 w 6586410"/>
              <a:gd name="connsiteY666" fmla="*/ 795336 h 6596391"/>
              <a:gd name="connsiteX667" fmla="*/ 4322490 w 6586410"/>
              <a:gd name="connsiteY667" fmla="*/ 1218570 h 6596391"/>
              <a:gd name="connsiteX668" fmla="*/ 3736899 w 6586410"/>
              <a:gd name="connsiteY668" fmla="*/ 1431727 h 6596391"/>
              <a:gd name="connsiteX669" fmla="*/ 3151302 w 6586410"/>
              <a:gd name="connsiteY669" fmla="*/ 1218570 h 6596391"/>
              <a:gd name="connsiteX670" fmla="*/ 3151302 w 6586410"/>
              <a:gd name="connsiteY670" fmla="*/ 795336 h 6596391"/>
              <a:gd name="connsiteX671" fmla="*/ 3151302 w 6586410"/>
              <a:gd name="connsiteY671" fmla="*/ 2504045 h 6596391"/>
              <a:gd name="connsiteX672" fmla="*/ 3151302 w 6586410"/>
              <a:gd name="connsiteY672" fmla="*/ 2080976 h 6596391"/>
              <a:gd name="connsiteX673" fmla="*/ 3151302 w 6586410"/>
              <a:gd name="connsiteY673" fmla="*/ 1657863 h 6596391"/>
              <a:gd name="connsiteX674" fmla="*/ 3732346 w 6586410"/>
              <a:gd name="connsiteY674" fmla="*/ 1869350 h 6596391"/>
              <a:gd name="connsiteX675" fmla="*/ 3732352 w 6586410"/>
              <a:gd name="connsiteY675" fmla="*/ 1869350 h 6596391"/>
              <a:gd name="connsiteX676" fmla="*/ 3732352 w 6586410"/>
              <a:gd name="connsiteY676" fmla="*/ 2292584 h 6596391"/>
              <a:gd name="connsiteX677" fmla="*/ 3732346 w 6586410"/>
              <a:gd name="connsiteY677" fmla="*/ 2292584 h 6596391"/>
              <a:gd name="connsiteX678" fmla="*/ 3151302 w 6586410"/>
              <a:gd name="connsiteY678" fmla="*/ 2504083 h 6596391"/>
              <a:gd name="connsiteX679" fmla="*/ 3151302 w 6586410"/>
              <a:gd name="connsiteY679" fmla="*/ 2504045 h 6596391"/>
              <a:gd name="connsiteX680" fmla="*/ 3540207 w 6586410"/>
              <a:gd name="connsiteY680" fmla="*/ 2801790 h 6596391"/>
              <a:gd name="connsiteX681" fmla="*/ 3723633 w 6586410"/>
              <a:gd name="connsiteY681" fmla="*/ 2868560 h 6596391"/>
              <a:gd name="connsiteX682" fmla="*/ 3540214 w 6586410"/>
              <a:gd name="connsiteY682" fmla="*/ 2935318 h 6596391"/>
              <a:gd name="connsiteX683" fmla="*/ 3356781 w 6586410"/>
              <a:gd name="connsiteY683" fmla="*/ 2868554 h 6596391"/>
              <a:gd name="connsiteX684" fmla="*/ 3540207 w 6586410"/>
              <a:gd name="connsiteY684" fmla="*/ 2801790 h 6596391"/>
              <a:gd name="connsiteX685" fmla="*/ 3540201 w 6586410"/>
              <a:gd name="connsiteY685" fmla="*/ 2792119 h 6596391"/>
              <a:gd name="connsiteX686" fmla="*/ 3356763 w 6586410"/>
              <a:gd name="connsiteY686" fmla="*/ 2725349 h 6596391"/>
              <a:gd name="connsiteX687" fmla="*/ 3540201 w 6586410"/>
              <a:gd name="connsiteY687" fmla="*/ 2658585 h 6596391"/>
              <a:gd name="connsiteX688" fmla="*/ 3723633 w 6586410"/>
              <a:gd name="connsiteY688" fmla="*/ 2725349 h 6596391"/>
              <a:gd name="connsiteX689" fmla="*/ 3540201 w 6586410"/>
              <a:gd name="connsiteY689" fmla="*/ 2792119 h 6596391"/>
              <a:gd name="connsiteX690" fmla="*/ 3723640 w 6586410"/>
              <a:gd name="connsiteY690" fmla="*/ 3011759 h 6596391"/>
              <a:gd name="connsiteX691" fmla="*/ 3540195 w 6586410"/>
              <a:gd name="connsiteY691" fmla="*/ 3078529 h 6596391"/>
              <a:gd name="connsiteX692" fmla="*/ 3356769 w 6586410"/>
              <a:gd name="connsiteY692" fmla="*/ 3011765 h 6596391"/>
              <a:gd name="connsiteX693" fmla="*/ 3540214 w 6586410"/>
              <a:gd name="connsiteY693" fmla="*/ 2944995 h 6596391"/>
              <a:gd name="connsiteX694" fmla="*/ 3723640 w 6586410"/>
              <a:gd name="connsiteY694" fmla="*/ 3011759 h 6596391"/>
              <a:gd name="connsiteX695" fmla="*/ 3526904 w 6586410"/>
              <a:gd name="connsiteY695" fmla="*/ 3083368 h 6596391"/>
              <a:gd name="connsiteX696" fmla="*/ 3343466 w 6586410"/>
              <a:gd name="connsiteY696" fmla="*/ 3150132 h 6596391"/>
              <a:gd name="connsiteX697" fmla="*/ 3160046 w 6586410"/>
              <a:gd name="connsiteY697" fmla="*/ 3083368 h 6596391"/>
              <a:gd name="connsiteX698" fmla="*/ 3343478 w 6586410"/>
              <a:gd name="connsiteY698" fmla="*/ 3016604 h 6596391"/>
              <a:gd name="connsiteX699" fmla="*/ 3526904 w 6586410"/>
              <a:gd name="connsiteY699" fmla="*/ 3083368 h 6596391"/>
              <a:gd name="connsiteX700" fmla="*/ 3540195 w 6586410"/>
              <a:gd name="connsiteY700" fmla="*/ 3088207 h 6596391"/>
              <a:gd name="connsiteX701" fmla="*/ 3723615 w 6586410"/>
              <a:gd name="connsiteY701" fmla="*/ 3154971 h 6596391"/>
              <a:gd name="connsiteX702" fmla="*/ 3540182 w 6586410"/>
              <a:gd name="connsiteY702" fmla="*/ 3221734 h 6596391"/>
              <a:gd name="connsiteX703" fmla="*/ 3356763 w 6586410"/>
              <a:gd name="connsiteY703" fmla="*/ 3154971 h 6596391"/>
              <a:gd name="connsiteX704" fmla="*/ 3540195 w 6586410"/>
              <a:gd name="connsiteY704" fmla="*/ 3088207 h 6596391"/>
              <a:gd name="connsiteX705" fmla="*/ 3553492 w 6586410"/>
              <a:gd name="connsiteY705" fmla="*/ 3083368 h 6596391"/>
              <a:gd name="connsiteX706" fmla="*/ 3732352 w 6586410"/>
              <a:gd name="connsiteY706" fmla="*/ 3018268 h 6596391"/>
              <a:gd name="connsiteX707" fmla="*/ 3732352 w 6586410"/>
              <a:gd name="connsiteY707" fmla="*/ 3148468 h 6596391"/>
              <a:gd name="connsiteX708" fmla="*/ 3553492 w 6586410"/>
              <a:gd name="connsiteY708" fmla="*/ 3083368 h 6596391"/>
              <a:gd name="connsiteX709" fmla="*/ 3553511 w 6586410"/>
              <a:gd name="connsiteY709" fmla="*/ 2940156 h 6596391"/>
              <a:gd name="connsiteX710" fmla="*/ 3732352 w 6586410"/>
              <a:gd name="connsiteY710" fmla="*/ 2875063 h 6596391"/>
              <a:gd name="connsiteX711" fmla="*/ 3732352 w 6586410"/>
              <a:gd name="connsiteY711" fmla="*/ 3005250 h 6596391"/>
              <a:gd name="connsiteX712" fmla="*/ 3553511 w 6586410"/>
              <a:gd name="connsiteY712" fmla="*/ 2940156 h 6596391"/>
              <a:gd name="connsiteX713" fmla="*/ 3553492 w 6586410"/>
              <a:gd name="connsiteY713" fmla="*/ 2796958 h 6596391"/>
              <a:gd name="connsiteX714" fmla="*/ 3732352 w 6586410"/>
              <a:gd name="connsiteY714" fmla="*/ 2731864 h 6596391"/>
              <a:gd name="connsiteX715" fmla="*/ 3732352 w 6586410"/>
              <a:gd name="connsiteY715" fmla="*/ 2862064 h 6596391"/>
              <a:gd name="connsiteX716" fmla="*/ 3553492 w 6586410"/>
              <a:gd name="connsiteY716" fmla="*/ 2796958 h 6596391"/>
              <a:gd name="connsiteX717" fmla="*/ 3553492 w 6586410"/>
              <a:gd name="connsiteY717" fmla="*/ 2653746 h 6596391"/>
              <a:gd name="connsiteX718" fmla="*/ 3732352 w 6586410"/>
              <a:gd name="connsiteY718" fmla="*/ 2588652 h 6596391"/>
              <a:gd name="connsiteX719" fmla="*/ 3732352 w 6586410"/>
              <a:gd name="connsiteY719" fmla="*/ 2718853 h 6596391"/>
              <a:gd name="connsiteX720" fmla="*/ 3553492 w 6586410"/>
              <a:gd name="connsiteY720" fmla="*/ 2653746 h 6596391"/>
              <a:gd name="connsiteX721" fmla="*/ 3540195 w 6586410"/>
              <a:gd name="connsiteY721" fmla="*/ 2648907 h 6596391"/>
              <a:gd name="connsiteX722" fmla="*/ 3356769 w 6586410"/>
              <a:gd name="connsiteY722" fmla="*/ 2582144 h 6596391"/>
              <a:gd name="connsiteX723" fmla="*/ 3732346 w 6586410"/>
              <a:gd name="connsiteY723" fmla="*/ 2445447 h 6596391"/>
              <a:gd name="connsiteX724" fmla="*/ 3732346 w 6586410"/>
              <a:gd name="connsiteY724" fmla="*/ 2578975 h 6596391"/>
              <a:gd name="connsiteX725" fmla="*/ 3540195 w 6586410"/>
              <a:gd name="connsiteY725" fmla="*/ 2648907 h 6596391"/>
              <a:gd name="connsiteX726" fmla="*/ 3343484 w 6586410"/>
              <a:gd name="connsiteY726" fmla="*/ 2577305 h 6596391"/>
              <a:gd name="connsiteX727" fmla="*/ 3160096 w 6586410"/>
              <a:gd name="connsiteY727" fmla="*/ 2510554 h 6596391"/>
              <a:gd name="connsiteX728" fmla="*/ 3732352 w 6586410"/>
              <a:gd name="connsiteY728" fmla="*/ 2302261 h 6596391"/>
              <a:gd name="connsiteX729" fmla="*/ 3732352 w 6586410"/>
              <a:gd name="connsiteY729" fmla="*/ 2435763 h 6596391"/>
              <a:gd name="connsiteX730" fmla="*/ 3343484 w 6586410"/>
              <a:gd name="connsiteY730" fmla="*/ 2577305 h 6596391"/>
              <a:gd name="connsiteX731" fmla="*/ 3526904 w 6586410"/>
              <a:gd name="connsiteY731" fmla="*/ 2653746 h 6596391"/>
              <a:gd name="connsiteX732" fmla="*/ 3343466 w 6586410"/>
              <a:gd name="connsiteY732" fmla="*/ 2720510 h 6596391"/>
              <a:gd name="connsiteX733" fmla="*/ 3160046 w 6586410"/>
              <a:gd name="connsiteY733" fmla="*/ 2653746 h 6596391"/>
              <a:gd name="connsiteX734" fmla="*/ 3343478 w 6586410"/>
              <a:gd name="connsiteY734" fmla="*/ 2586982 h 6596391"/>
              <a:gd name="connsiteX735" fmla="*/ 3526904 w 6586410"/>
              <a:gd name="connsiteY735" fmla="*/ 2653746 h 6596391"/>
              <a:gd name="connsiteX736" fmla="*/ 3343478 w 6586410"/>
              <a:gd name="connsiteY736" fmla="*/ 2730187 h 6596391"/>
              <a:gd name="connsiteX737" fmla="*/ 3526917 w 6586410"/>
              <a:gd name="connsiteY737" fmla="*/ 2796958 h 6596391"/>
              <a:gd name="connsiteX738" fmla="*/ 3343491 w 6586410"/>
              <a:gd name="connsiteY738" fmla="*/ 2863715 h 6596391"/>
              <a:gd name="connsiteX739" fmla="*/ 3160052 w 6586410"/>
              <a:gd name="connsiteY739" fmla="*/ 2796945 h 6596391"/>
              <a:gd name="connsiteX740" fmla="*/ 3343478 w 6586410"/>
              <a:gd name="connsiteY740" fmla="*/ 2730187 h 6596391"/>
              <a:gd name="connsiteX741" fmla="*/ 3343498 w 6586410"/>
              <a:gd name="connsiteY741" fmla="*/ 2873393 h 6596391"/>
              <a:gd name="connsiteX742" fmla="*/ 3526924 w 6586410"/>
              <a:gd name="connsiteY742" fmla="*/ 2940156 h 6596391"/>
              <a:gd name="connsiteX743" fmla="*/ 3343478 w 6586410"/>
              <a:gd name="connsiteY743" fmla="*/ 3006927 h 6596391"/>
              <a:gd name="connsiteX744" fmla="*/ 3160052 w 6586410"/>
              <a:gd name="connsiteY744" fmla="*/ 2940163 h 6596391"/>
              <a:gd name="connsiteX745" fmla="*/ 3343498 w 6586410"/>
              <a:gd name="connsiteY745" fmla="*/ 2873393 h 6596391"/>
              <a:gd name="connsiteX746" fmla="*/ 3330188 w 6586410"/>
              <a:gd name="connsiteY746" fmla="*/ 3011765 h 6596391"/>
              <a:gd name="connsiteX747" fmla="*/ 3151302 w 6586410"/>
              <a:gd name="connsiteY747" fmla="*/ 3076872 h 6596391"/>
              <a:gd name="connsiteX748" fmla="*/ 3151302 w 6586410"/>
              <a:gd name="connsiteY748" fmla="*/ 2946653 h 6596391"/>
              <a:gd name="connsiteX749" fmla="*/ 3330188 w 6586410"/>
              <a:gd name="connsiteY749" fmla="*/ 3011765 h 6596391"/>
              <a:gd name="connsiteX750" fmla="*/ 3330181 w 6586410"/>
              <a:gd name="connsiteY750" fmla="*/ 3154971 h 6596391"/>
              <a:gd name="connsiteX751" fmla="*/ 3151302 w 6586410"/>
              <a:gd name="connsiteY751" fmla="*/ 3220077 h 6596391"/>
              <a:gd name="connsiteX752" fmla="*/ 3151302 w 6586410"/>
              <a:gd name="connsiteY752" fmla="*/ 3089864 h 6596391"/>
              <a:gd name="connsiteX753" fmla="*/ 3330181 w 6586410"/>
              <a:gd name="connsiteY753" fmla="*/ 3154971 h 6596391"/>
              <a:gd name="connsiteX754" fmla="*/ 3343478 w 6586410"/>
              <a:gd name="connsiteY754" fmla="*/ 3159803 h 6596391"/>
              <a:gd name="connsiteX755" fmla="*/ 3526898 w 6586410"/>
              <a:gd name="connsiteY755" fmla="*/ 3226567 h 6596391"/>
              <a:gd name="connsiteX756" fmla="*/ 3343478 w 6586410"/>
              <a:gd name="connsiteY756" fmla="*/ 3293325 h 6596391"/>
              <a:gd name="connsiteX757" fmla="*/ 3160052 w 6586410"/>
              <a:gd name="connsiteY757" fmla="*/ 3226560 h 6596391"/>
              <a:gd name="connsiteX758" fmla="*/ 3343478 w 6586410"/>
              <a:gd name="connsiteY758" fmla="*/ 3159803 h 6596391"/>
              <a:gd name="connsiteX759" fmla="*/ 3540189 w 6586410"/>
              <a:gd name="connsiteY759" fmla="*/ 3231412 h 6596391"/>
              <a:gd name="connsiteX760" fmla="*/ 3735336 w 6586410"/>
              <a:gd name="connsiteY760" fmla="*/ 3302443 h 6596391"/>
              <a:gd name="connsiteX761" fmla="*/ 3736892 w 6586410"/>
              <a:gd name="connsiteY761" fmla="*/ 3302722 h 6596391"/>
              <a:gd name="connsiteX762" fmla="*/ 3738448 w 6586410"/>
              <a:gd name="connsiteY762" fmla="*/ 3302443 h 6596391"/>
              <a:gd name="connsiteX763" fmla="*/ 3933596 w 6586410"/>
              <a:gd name="connsiteY763" fmla="*/ 3231412 h 6596391"/>
              <a:gd name="connsiteX764" fmla="*/ 4117016 w 6586410"/>
              <a:gd name="connsiteY764" fmla="*/ 3298170 h 6596391"/>
              <a:gd name="connsiteX765" fmla="*/ 3736892 w 6586410"/>
              <a:gd name="connsiteY765" fmla="*/ 3436530 h 6596391"/>
              <a:gd name="connsiteX766" fmla="*/ 3356769 w 6586410"/>
              <a:gd name="connsiteY766" fmla="*/ 3298170 h 6596391"/>
              <a:gd name="connsiteX767" fmla="*/ 3540189 w 6586410"/>
              <a:gd name="connsiteY767" fmla="*/ 3231412 h 6596391"/>
              <a:gd name="connsiteX768" fmla="*/ 3750183 w 6586410"/>
              <a:gd name="connsiteY768" fmla="*/ 3154971 h 6596391"/>
              <a:gd name="connsiteX769" fmla="*/ 3933603 w 6586410"/>
              <a:gd name="connsiteY769" fmla="*/ 3088207 h 6596391"/>
              <a:gd name="connsiteX770" fmla="*/ 4117035 w 6586410"/>
              <a:gd name="connsiteY770" fmla="*/ 3154971 h 6596391"/>
              <a:gd name="connsiteX771" fmla="*/ 3933616 w 6586410"/>
              <a:gd name="connsiteY771" fmla="*/ 3221734 h 6596391"/>
              <a:gd name="connsiteX772" fmla="*/ 3750183 w 6586410"/>
              <a:gd name="connsiteY772" fmla="*/ 3154971 h 6596391"/>
              <a:gd name="connsiteX773" fmla="*/ 3750157 w 6586410"/>
              <a:gd name="connsiteY773" fmla="*/ 3011759 h 6596391"/>
              <a:gd name="connsiteX774" fmla="*/ 3933584 w 6586410"/>
              <a:gd name="connsiteY774" fmla="*/ 2944995 h 6596391"/>
              <a:gd name="connsiteX775" fmla="*/ 4117029 w 6586410"/>
              <a:gd name="connsiteY775" fmla="*/ 3011765 h 6596391"/>
              <a:gd name="connsiteX776" fmla="*/ 3933603 w 6586410"/>
              <a:gd name="connsiteY776" fmla="*/ 3078529 h 6596391"/>
              <a:gd name="connsiteX777" fmla="*/ 3750157 w 6586410"/>
              <a:gd name="connsiteY777" fmla="*/ 3011759 h 6596391"/>
              <a:gd name="connsiteX778" fmla="*/ 3750164 w 6586410"/>
              <a:gd name="connsiteY778" fmla="*/ 2868560 h 6596391"/>
              <a:gd name="connsiteX779" fmla="*/ 3933590 w 6586410"/>
              <a:gd name="connsiteY779" fmla="*/ 2801790 h 6596391"/>
              <a:gd name="connsiteX780" fmla="*/ 4117016 w 6586410"/>
              <a:gd name="connsiteY780" fmla="*/ 2868554 h 6596391"/>
              <a:gd name="connsiteX781" fmla="*/ 3933584 w 6586410"/>
              <a:gd name="connsiteY781" fmla="*/ 2935318 h 6596391"/>
              <a:gd name="connsiteX782" fmla="*/ 3750164 w 6586410"/>
              <a:gd name="connsiteY782" fmla="*/ 2868560 h 6596391"/>
              <a:gd name="connsiteX783" fmla="*/ 3750164 w 6586410"/>
              <a:gd name="connsiteY783" fmla="*/ 2725349 h 6596391"/>
              <a:gd name="connsiteX784" fmla="*/ 3933596 w 6586410"/>
              <a:gd name="connsiteY784" fmla="*/ 2658585 h 6596391"/>
              <a:gd name="connsiteX785" fmla="*/ 4117035 w 6586410"/>
              <a:gd name="connsiteY785" fmla="*/ 2725349 h 6596391"/>
              <a:gd name="connsiteX786" fmla="*/ 3933596 w 6586410"/>
              <a:gd name="connsiteY786" fmla="*/ 2792119 h 6596391"/>
              <a:gd name="connsiteX787" fmla="*/ 3750164 w 6586410"/>
              <a:gd name="connsiteY787" fmla="*/ 2725349 h 6596391"/>
              <a:gd name="connsiteX788" fmla="*/ 3946881 w 6586410"/>
              <a:gd name="connsiteY788" fmla="*/ 2796958 h 6596391"/>
              <a:gd name="connsiteX789" fmla="*/ 4130319 w 6586410"/>
              <a:gd name="connsiteY789" fmla="*/ 2730187 h 6596391"/>
              <a:gd name="connsiteX790" fmla="*/ 4313745 w 6586410"/>
              <a:gd name="connsiteY790" fmla="*/ 2796945 h 6596391"/>
              <a:gd name="connsiteX791" fmla="*/ 4130307 w 6586410"/>
              <a:gd name="connsiteY791" fmla="*/ 2863715 h 6596391"/>
              <a:gd name="connsiteX792" fmla="*/ 3946881 w 6586410"/>
              <a:gd name="connsiteY792" fmla="*/ 2796958 h 6596391"/>
              <a:gd name="connsiteX793" fmla="*/ 3946887 w 6586410"/>
              <a:gd name="connsiteY793" fmla="*/ 2653746 h 6596391"/>
              <a:gd name="connsiteX794" fmla="*/ 4130313 w 6586410"/>
              <a:gd name="connsiteY794" fmla="*/ 2586982 h 6596391"/>
              <a:gd name="connsiteX795" fmla="*/ 4313745 w 6586410"/>
              <a:gd name="connsiteY795" fmla="*/ 2653746 h 6596391"/>
              <a:gd name="connsiteX796" fmla="*/ 4130326 w 6586410"/>
              <a:gd name="connsiteY796" fmla="*/ 2720510 h 6596391"/>
              <a:gd name="connsiteX797" fmla="*/ 3946887 w 6586410"/>
              <a:gd name="connsiteY797" fmla="*/ 2653746 h 6596391"/>
              <a:gd name="connsiteX798" fmla="*/ 3933596 w 6586410"/>
              <a:gd name="connsiteY798" fmla="*/ 2648907 h 6596391"/>
              <a:gd name="connsiteX799" fmla="*/ 3741439 w 6586410"/>
              <a:gd name="connsiteY799" fmla="*/ 2578969 h 6596391"/>
              <a:gd name="connsiteX800" fmla="*/ 3741439 w 6586410"/>
              <a:gd name="connsiteY800" fmla="*/ 2445441 h 6596391"/>
              <a:gd name="connsiteX801" fmla="*/ 4117016 w 6586410"/>
              <a:gd name="connsiteY801" fmla="*/ 2582137 h 6596391"/>
              <a:gd name="connsiteX802" fmla="*/ 3933596 w 6586410"/>
              <a:gd name="connsiteY802" fmla="*/ 2648907 h 6596391"/>
              <a:gd name="connsiteX803" fmla="*/ 3920306 w 6586410"/>
              <a:gd name="connsiteY803" fmla="*/ 2653746 h 6596391"/>
              <a:gd name="connsiteX804" fmla="*/ 3741445 w 6586410"/>
              <a:gd name="connsiteY804" fmla="*/ 2718846 h 6596391"/>
              <a:gd name="connsiteX805" fmla="*/ 3741445 w 6586410"/>
              <a:gd name="connsiteY805" fmla="*/ 2588646 h 6596391"/>
              <a:gd name="connsiteX806" fmla="*/ 3920306 w 6586410"/>
              <a:gd name="connsiteY806" fmla="*/ 2653746 h 6596391"/>
              <a:gd name="connsiteX807" fmla="*/ 3920306 w 6586410"/>
              <a:gd name="connsiteY807" fmla="*/ 2796958 h 6596391"/>
              <a:gd name="connsiteX808" fmla="*/ 3741445 w 6586410"/>
              <a:gd name="connsiteY808" fmla="*/ 2862058 h 6596391"/>
              <a:gd name="connsiteX809" fmla="*/ 3741445 w 6586410"/>
              <a:gd name="connsiteY809" fmla="*/ 2731857 h 6596391"/>
              <a:gd name="connsiteX810" fmla="*/ 3920306 w 6586410"/>
              <a:gd name="connsiteY810" fmla="*/ 2796958 h 6596391"/>
              <a:gd name="connsiteX811" fmla="*/ 3920286 w 6586410"/>
              <a:gd name="connsiteY811" fmla="*/ 2940156 h 6596391"/>
              <a:gd name="connsiteX812" fmla="*/ 3741445 w 6586410"/>
              <a:gd name="connsiteY812" fmla="*/ 3005250 h 6596391"/>
              <a:gd name="connsiteX813" fmla="*/ 3741445 w 6586410"/>
              <a:gd name="connsiteY813" fmla="*/ 2875063 h 6596391"/>
              <a:gd name="connsiteX814" fmla="*/ 3920286 w 6586410"/>
              <a:gd name="connsiteY814" fmla="*/ 2940156 h 6596391"/>
              <a:gd name="connsiteX815" fmla="*/ 3920306 w 6586410"/>
              <a:gd name="connsiteY815" fmla="*/ 3083368 h 6596391"/>
              <a:gd name="connsiteX816" fmla="*/ 3741445 w 6586410"/>
              <a:gd name="connsiteY816" fmla="*/ 3148468 h 6596391"/>
              <a:gd name="connsiteX817" fmla="*/ 3741445 w 6586410"/>
              <a:gd name="connsiteY817" fmla="*/ 3018268 h 6596391"/>
              <a:gd name="connsiteX818" fmla="*/ 3920306 w 6586410"/>
              <a:gd name="connsiteY818" fmla="*/ 3083368 h 6596391"/>
              <a:gd name="connsiteX819" fmla="*/ 3920318 w 6586410"/>
              <a:gd name="connsiteY819" fmla="*/ 3226573 h 6596391"/>
              <a:gd name="connsiteX820" fmla="*/ 3736899 w 6586410"/>
              <a:gd name="connsiteY820" fmla="*/ 3293337 h 6596391"/>
              <a:gd name="connsiteX821" fmla="*/ 3553479 w 6586410"/>
              <a:gd name="connsiteY821" fmla="*/ 3226573 h 6596391"/>
              <a:gd name="connsiteX822" fmla="*/ 3736899 w 6586410"/>
              <a:gd name="connsiteY822" fmla="*/ 3159809 h 6596391"/>
              <a:gd name="connsiteX823" fmla="*/ 3920318 w 6586410"/>
              <a:gd name="connsiteY823" fmla="*/ 3226573 h 6596391"/>
              <a:gd name="connsiteX824" fmla="*/ 3151302 w 6586410"/>
              <a:gd name="connsiteY824" fmla="*/ 2517030 h 6596391"/>
              <a:gd name="connsiteX825" fmla="*/ 3330188 w 6586410"/>
              <a:gd name="connsiteY825" fmla="*/ 2582144 h 6596391"/>
              <a:gd name="connsiteX826" fmla="*/ 3151302 w 6586410"/>
              <a:gd name="connsiteY826" fmla="*/ 2647250 h 6596391"/>
              <a:gd name="connsiteX827" fmla="*/ 3151302 w 6586410"/>
              <a:gd name="connsiteY827" fmla="*/ 2517030 h 6596391"/>
              <a:gd name="connsiteX828" fmla="*/ 3151302 w 6586410"/>
              <a:gd name="connsiteY828" fmla="*/ 2660236 h 6596391"/>
              <a:gd name="connsiteX829" fmla="*/ 3330181 w 6586410"/>
              <a:gd name="connsiteY829" fmla="*/ 2725342 h 6596391"/>
              <a:gd name="connsiteX830" fmla="*/ 3151302 w 6586410"/>
              <a:gd name="connsiteY830" fmla="*/ 2790442 h 6596391"/>
              <a:gd name="connsiteX831" fmla="*/ 3151302 w 6586410"/>
              <a:gd name="connsiteY831" fmla="*/ 2660236 h 6596391"/>
              <a:gd name="connsiteX832" fmla="*/ 3151302 w 6586410"/>
              <a:gd name="connsiteY832" fmla="*/ 2803435 h 6596391"/>
              <a:gd name="connsiteX833" fmla="*/ 3330207 w 6586410"/>
              <a:gd name="connsiteY833" fmla="*/ 2868554 h 6596391"/>
              <a:gd name="connsiteX834" fmla="*/ 3151302 w 6586410"/>
              <a:gd name="connsiteY834" fmla="*/ 2933667 h 6596391"/>
              <a:gd name="connsiteX835" fmla="*/ 3151302 w 6586410"/>
              <a:gd name="connsiteY835" fmla="*/ 2803435 h 6596391"/>
              <a:gd name="connsiteX836" fmla="*/ 3151295 w 6586410"/>
              <a:gd name="connsiteY836" fmla="*/ 2940156 h 6596391"/>
              <a:gd name="connsiteX837" fmla="*/ 3151295 w 6586410"/>
              <a:gd name="connsiteY837" fmla="*/ 2940156 h 6596391"/>
              <a:gd name="connsiteX838" fmla="*/ 3151302 w 6586410"/>
              <a:gd name="connsiteY838" fmla="*/ 2940163 h 6596391"/>
              <a:gd name="connsiteX839" fmla="*/ 3151302 w 6586410"/>
              <a:gd name="connsiteY839" fmla="*/ 2940176 h 6596391"/>
              <a:gd name="connsiteX840" fmla="*/ 3151295 w 6586410"/>
              <a:gd name="connsiteY840" fmla="*/ 2940156 h 6596391"/>
              <a:gd name="connsiteX841" fmla="*/ 3151302 w 6586410"/>
              <a:gd name="connsiteY841" fmla="*/ 3233050 h 6596391"/>
              <a:gd name="connsiteX842" fmla="*/ 3330188 w 6586410"/>
              <a:gd name="connsiteY842" fmla="*/ 3298163 h 6596391"/>
              <a:gd name="connsiteX843" fmla="*/ 3151302 w 6586410"/>
              <a:gd name="connsiteY843" fmla="*/ 3363276 h 6596391"/>
              <a:gd name="connsiteX844" fmla="*/ 3151302 w 6586410"/>
              <a:gd name="connsiteY844" fmla="*/ 3233050 h 6596391"/>
              <a:gd name="connsiteX845" fmla="*/ 4313745 w 6586410"/>
              <a:gd name="connsiteY845" fmla="*/ 3369772 h 6596391"/>
              <a:gd name="connsiteX846" fmla="*/ 3736899 w 6586410"/>
              <a:gd name="connsiteY846" fmla="*/ 3579735 h 6596391"/>
              <a:gd name="connsiteX847" fmla="*/ 3160052 w 6586410"/>
              <a:gd name="connsiteY847" fmla="*/ 3369772 h 6596391"/>
              <a:gd name="connsiteX848" fmla="*/ 3343484 w 6586410"/>
              <a:gd name="connsiteY848" fmla="*/ 3303008 h 6596391"/>
              <a:gd name="connsiteX849" fmla="*/ 3735343 w 6586410"/>
              <a:gd name="connsiteY849" fmla="*/ 3445642 h 6596391"/>
              <a:gd name="connsiteX850" fmla="*/ 3736899 w 6586410"/>
              <a:gd name="connsiteY850" fmla="*/ 3445915 h 6596391"/>
              <a:gd name="connsiteX851" fmla="*/ 3738455 w 6586410"/>
              <a:gd name="connsiteY851" fmla="*/ 3445642 h 6596391"/>
              <a:gd name="connsiteX852" fmla="*/ 4130313 w 6586410"/>
              <a:gd name="connsiteY852" fmla="*/ 3303008 h 6596391"/>
              <a:gd name="connsiteX853" fmla="*/ 4313745 w 6586410"/>
              <a:gd name="connsiteY853" fmla="*/ 3369772 h 6596391"/>
              <a:gd name="connsiteX854" fmla="*/ 4313745 w 6586410"/>
              <a:gd name="connsiteY854" fmla="*/ 3226567 h 6596391"/>
              <a:gd name="connsiteX855" fmla="*/ 4130319 w 6586410"/>
              <a:gd name="connsiteY855" fmla="*/ 3293331 h 6596391"/>
              <a:gd name="connsiteX856" fmla="*/ 3946900 w 6586410"/>
              <a:gd name="connsiteY856" fmla="*/ 3226573 h 6596391"/>
              <a:gd name="connsiteX857" fmla="*/ 4130319 w 6586410"/>
              <a:gd name="connsiteY857" fmla="*/ 3159809 h 6596391"/>
              <a:gd name="connsiteX858" fmla="*/ 4313745 w 6586410"/>
              <a:gd name="connsiteY858" fmla="*/ 3226567 h 6596391"/>
              <a:gd name="connsiteX859" fmla="*/ 4313745 w 6586410"/>
              <a:gd name="connsiteY859" fmla="*/ 3083368 h 6596391"/>
              <a:gd name="connsiteX860" fmla="*/ 4130326 w 6586410"/>
              <a:gd name="connsiteY860" fmla="*/ 3150132 h 6596391"/>
              <a:gd name="connsiteX861" fmla="*/ 3946887 w 6586410"/>
              <a:gd name="connsiteY861" fmla="*/ 3083368 h 6596391"/>
              <a:gd name="connsiteX862" fmla="*/ 4130313 w 6586410"/>
              <a:gd name="connsiteY862" fmla="*/ 3016604 h 6596391"/>
              <a:gd name="connsiteX863" fmla="*/ 4313745 w 6586410"/>
              <a:gd name="connsiteY863" fmla="*/ 3083368 h 6596391"/>
              <a:gd name="connsiteX864" fmla="*/ 4130319 w 6586410"/>
              <a:gd name="connsiteY864" fmla="*/ 3006927 h 6596391"/>
              <a:gd name="connsiteX865" fmla="*/ 3946874 w 6586410"/>
              <a:gd name="connsiteY865" fmla="*/ 2940156 h 6596391"/>
              <a:gd name="connsiteX866" fmla="*/ 4130301 w 6586410"/>
              <a:gd name="connsiteY866" fmla="*/ 2873393 h 6596391"/>
              <a:gd name="connsiteX867" fmla="*/ 4313745 w 6586410"/>
              <a:gd name="connsiteY867" fmla="*/ 2940163 h 6596391"/>
              <a:gd name="connsiteX868" fmla="*/ 4130319 w 6586410"/>
              <a:gd name="connsiteY868" fmla="*/ 3006927 h 6596391"/>
              <a:gd name="connsiteX869" fmla="*/ 4322490 w 6586410"/>
              <a:gd name="connsiteY869" fmla="*/ 2933667 h 6596391"/>
              <a:gd name="connsiteX870" fmla="*/ 4143591 w 6586410"/>
              <a:gd name="connsiteY870" fmla="*/ 2868554 h 6596391"/>
              <a:gd name="connsiteX871" fmla="*/ 4322490 w 6586410"/>
              <a:gd name="connsiteY871" fmla="*/ 2803435 h 6596391"/>
              <a:gd name="connsiteX872" fmla="*/ 4322490 w 6586410"/>
              <a:gd name="connsiteY872" fmla="*/ 2933667 h 6596391"/>
              <a:gd name="connsiteX873" fmla="*/ 4322490 w 6586410"/>
              <a:gd name="connsiteY873" fmla="*/ 2790449 h 6596391"/>
              <a:gd name="connsiteX874" fmla="*/ 4143616 w 6586410"/>
              <a:gd name="connsiteY874" fmla="*/ 2725349 h 6596391"/>
              <a:gd name="connsiteX875" fmla="*/ 4322490 w 6586410"/>
              <a:gd name="connsiteY875" fmla="*/ 2660242 h 6596391"/>
              <a:gd name="connsiteX876" fmla="*/ 4322490 w 6586410"/>
              <a:gd name="connsiteY876" fmla="*/ 2790449 h 6596391"/>
              <a:gd name="connsiteX877" fmla="*/ 4322490 w 6586410"/>
              <a:gd name="connsiteY877" fmla="*/ 2647250 h 6596391"/>
              <a:gd name="connsiteX878" fmla="*/ 4143610 w 6586410"/>
              <a:gd name="connsiteY878" fmla="*/ 2582144 h 6596391"/>
              <a:gd name="connsiteX879" fmla="*/ 4322490 w 6586410"/>
              <a:gd name="connsiteY879" fmla="*/ 2517030 h 6596391"/>
              <a:gd name="connsiteX880" fmla="*/ 4322490 w 6586410"/>
              <a:gd name="connsiteY880" fmla="*/ 2647250 h 6596391"/>
              <a:gd name="connsiteX881" fmla="*/ 4322490 w 6586410"/>
              <a:gd name="connsiteY881" fmla="*/ 2513767 h 6596391"/>
              <a:gd name="connsiteX882" fmla="*/ 4313688 w 6586410"/>
              <a:gd name="connsiteY882" fmla="*/ 2510566 h 6596391"/>
              <a:gd name="connsiteX883" fmla="*/ 4130313 w 6586410"/>
              <a:gd name="connsiteY883" fmla="*/ 2577311 h 6596391"/>
              <a:gd name="connsiteX884" fmla="*/ 3741445 w 6586410"/>
              <a:gd name="connsiteY884" fmla="*/ 2435770 h 6596391"/>
              <a:gd name="connsiteX885" fmla="*/ 3741445 w 6586410"/>
              <a:gd name="connsiteY885" fmla="*/ 2302280 h 6596391"/>
              <a:gd name="connsiteX886" fmla="*/ 3741445 w 6586410"/>
              <a:gd name="connsiteY886" fmla="*/ 2302267 h 6596391"/>
              <a:gd name="connsiteX887" fmla="*/ 4322490 w 6586410"/>
              <a:gd name="connsiteY887" fmla="*/ 2513767 h 6596391"/>
              <a:gd name="connsiteX888" fmla="*/ 4322490 w 6586410"/>
              <a:gd name="connsiteY888" fmla="*/ 2513767 h 6596391"/>
              <a:gd name="connsiteX889" fmla="*/ 4322490 w 6586410"/>
              <a:gd name="connsiteY889" fmla="*/ 2504045 h 6596391"/>
              <a:gd name="connsiteX890" fmla="*/ 4322490 w 6586410"/>
              <a:gd name="connsiteY890" fmla="*/ 2504089 h 6596391"/>
              <a:gd name="connsiteX891" fmla="*/ 4138346 w 6586410"/>
              <a:gd name="connsiteY891" fmla="*/ 2437059 h 6596391"/>
              <a:gd name="connsiteX892" fmla="*/ 3750196 w 6586410"/>
              <a:gd name="connsiteY892" fmla="*/ 2295771 h 6596391"/>
              <a:gd name="connsiteX893" fmla="*/ 3750240 w 6586410"/>
              <a:gd name="connsiteY893" fmla="*/ 2295759 h 6596391"/>
              <a:gd name="connsiteX894" fmla="*/ 4322490 w 6586410"/>
              <a:gd name="connsiteY894" fmla="*/ 2087478 h 6596391"/>
              <a:gd name="connsiteX895" fmla="*/ 4322490 w 6586410"/>
              <a:gd name="connsiteY895" fmla="*/ 2504045 h 6596391"/>
              <a:gd name="connsiteX896" fmla="*/ 3741445 w 6586410"/>
              <a:gd name="connsiteY896" fmla="*/ 2289281 h 6596391"/>
              <a:gd name="connsiteX897" fmla="*/ 3741445 w 6586410"/>
              <a:gd name="connsiteY897" fmla="*/ 1872658 h 6596391"/>
              <a:gd name="connsiteX898" fmla="*/ 4313745 w 6586410"/>
              <a:gd name="connsiteY898" fmla="*/ 2080976 h 6596391"/>
              <a:gd name="connsiteX899" fmla="*/ 3741445 w 6586410"/>
              <a:gd name="connsiteY899" fmla="*/ 2289281 h 6596391"/>
              <a:gd name="connsiteX900" fmla="*/ 4322496 w 6586410"/>
              <a:gd name="connsiteY900" fmla="*/ 1657876 h 6596391"/>
              <a:gd name="connsiteX901" fmla="*/ 4322496 w 6586410"/>
              <a:gd name="connsiteY901" fmla="*/ 2074480 h 6596391"/>
              <a:gd name="connsiteX902" fmla="*/ 3750196 w 6586410"/>
              <a:gd name="connsiteY902" fmla="*/ 1866175 h 6596391"/>
              <a:gd name="connsiteX903" fmla="*/ 4011314 w 6586410"/>
              <a:gd name="connsiteY903" fmla="*/ 1771134 h 6596391"/>
              <a:gd name="connsiteX904" fmla="*/ 4322496 w 6586410"/>
              <a:gd name="connsiteY904" fmla="*/ 1657876 h 6596391"/>
              <a:gd name="connsiteX905" fmla="*/ 4322496 w 6586410"/>
              <a:gd name="connsiteY905" fmla="*/ 1657876 h 6596391"/>
              <a:gd name="connsiteX906" fmla="*/ 4322496 w 6586410"/>
              <a:gd name="connsiteY906" fmla="*/ 1648192 h 6596391"/>
              <a:gd name="connsiteX907" fmla="*/ 4322496 w 6586410"/>
              <a:gd name="connsiteY907" fmla="*/ 1648192 h 6596391"/>
              <a:gd name="connsiteX908" fmla="*/ 3815632 w 6586410"/>
              <a:gd name="connsiteY908" fmla="*/ 1832672 h 6596391"/>
              <a:gd name="connsiteX909" fmla="*/ 3736905 w 6586410"/>
              <a:gd name="connsiteY909" fmla="*/ 1861330 h 6596391"/>
              <a:gd name="connsiteX910" fmla="*/ 3151308 w 6586410"/>
              <a:gd name="connsiteY910" fmla="*/ 1648192 h 6596391"/>
              <a:gd name="connsiteX911" fmla="*/ 3151308 w 6586410"/>
              <a:gd name="connsiteY911" fmla="*/ 1228241 h 6596391"/>
              <a:gd name="connsiteX912" fmla="*/ 3735350 w 6586410"/>
              <a:gd name="connsiteY912" fmla="*/ 1440833 h 6596391"/>
              <a:gd name="connsiteX913" fmla="*/ 3736905 w 6586410"/>
              <a:gd name="connsiteY913" fmla="*/ 1441112 h 6596391"/>
              <a:gd name="connsiteX914" fmla="*/ 3738461 w 6586410"/>
              <a:gd name="connsiteY914" fmla="*/ 1440833 h 6596391"/>
              <a:gd name="connsiteX915" fmla="*/ 4322502 w 6586410"/>
              <a:gd name="connsiteY915" fmla="*/ 1228254 h 6596391"/>
              <a:gd name="connsiteX916" fmla="*/ 4322502 w 6586410"/>
              <a:gd name="connsiteY916" fmla="*/ 1648192 h 6596391"/>
              <a:gd name="connsiteX917" fmla="*/ 4331583 w 6586410"/>
              <a:gd name="connsiteY917" fmla="*/ 1657876 h 6596391"/>
              <a:gd name="connsiteX918" fmla="*/ 4903883 w 6586410"/>
              <a:gd name="connsiteY918" fmla="*/ 1866175 h 6596391"/>
              <a:gd name="connsiteX919" fmla="*/ 4331583 w 6586410"/>
              <a:gd name="connsiteY919" fmla="*/ 2074480 h 6596391"/>
              <a:gd name="connsiteX920" fmla="*/ 4331583 w 6586410"/>
              <a:gd name="connsiteY920" fmla="*/ 1657876 h 6596391"/>
              <a:gd name="connsiteX921" fmla="*/ 4903877 w 6586410"/>
              <a:gd name="connsiteY921" fmla="*/ 2295771 h 6596391"/>
              <a:gd name="connsiteX922" fmla="*/ 4331583 w 6586410"/>
              <a:gd name="connsiteY922" fmla="*/ 2504089 h 6596391"/>
              <a:gd name="connsiteX923" fmla="*/ 4331583 w 6586410"/>
              <a:gd name="connsiteY923" fmla="*/ 2087472 h 6596391"/>
              <a:gd name="connsiteX924" fmla="*/ 4331583 w 6586410"/>
              <a:gd name="connsiteY924" fmla="*/ 2087440 h 6596391"/>
              <a:gd name="connsiteX925" fmla="*/ 4903889 w 6586410"/>
              <a:gd name="connsiteY925" fmla="*/ 2295765 h 6596391"/>
              <a:gd name="connsiteX926" fmla="*/ 4903877 w 6586410"/>
              <a:gd name="connsiteY926" fmla="*/ 2295771 h 6596391"/>
              <a:gd name="connsiteX927" fmla="*/ 4912627 w 6586410"/>
              <a:gd name="connsiteY927" fmla="*/ 2289269 h 6596391"/>
              <a:gd name="connsiteX928" fmla="*/ 4340345 w 6586410"/>
              <a:gd name="connsiteY928" fmla="*/ 2080963 h 6596391"/>
              <a:gd name="connsiteX929" fmla="*/ 4912627 w 6586410"/>
              <a:gd name="connsiteY929" fmla="*/ 1872652 h 6596391"/>
              <a:gd name="connsiteX930" fmla="*/ 4912627 w 6586410"/>
              <a:gd name="connsiteY930" fmla="*/ 2289269 h 6596391"/>
              <a:gd name="connsiteX931" fmla="*/ 4912633 w 6586410"/>
              <a:gd name="connsiteY931" fmla="*/ 1859678 h 6596391"/>
              <a:gd name="connsiteX932" fmla="*/ 4783062 w 6586410"/>
              <a:gd name="connsiteY932" fmla="*/ 1812517 h 6596391"/>
              <a:gd name="connsiteX933" fmla="*/ 4331583 w 6586410"/>
              <a:gd name="connsiteY933" fmla="*/ 1648185 h 6596391"/>
              <a:gd name="connsiteX934" fmla="*/ 4331583 w 6586410"/>
              <a:gd name="connsiteY934" fmla="*/ 1648179 h 6596391"/>
              <a:gd name="connsiteX935" fmla="*/ 4331583 w 6586410"/>
              <a:gd name="connsiteY935" fmla="*/ 1224958 h 6596391"/>
              <a:gd name="connsiteX936" fmla="*/ 4912633 w 6586410"/>
              <a:gd name="connsiteY936" fmla="*/ 1013465 h 6596391"/>
              <a:gd name="connsiteX937" fmla="*/ 4912633 w 6586410"/>
              <a:gd name="connsiteY937" fmla="*/ 1859678 h 6596391"/>
              <a:gd name="connsiteX938" fmla="*/ 4331583 w 6586410"/>
              <a:gd name="connsiteY938" fmla="*/ 3805852 h 6596391"/>
              <a:gd name="connsiteX939" fmla="*/ 4903902 w 6586410"/>
              <a:gd name="connsiteY939" fmla="*/ 4014176 h 6596391"/>
              <a:gd name="connsiteX940" fmla="*/ 4331583 w 6586410"/>
              <a:gd name="connsiteY940" fmla="*/ 4222488 h 6596391"/>
              <a:gd name="connsiteX941" fmla="*/ 4331583 w 6586410"/>
              <a:gd name="connsiteY941" fmla="*/ 3805852 h 6596391"/>
              <a:gd name="connsiteX942" fmla="*/ 4912633 w 6586410"/>
              <a:gd name="connsiteY942" fmla="*/ 4437284 h 6596391"/>
              <a:gd name="connsiteX943" fmla="*/ 4912633 w 6586410"/>
              <a:gd name="connsiteY943" fmla="*/ 4437284 h 6596391"/>
              <a:gd name="connsiteX944" fmla="*/ 4730985 w 6586410"/>
              <a:gd name="connsiteY944" fmla="*/ 4371167 h 6596391"/>
              <a:gd name="connsiteX945" fmla="*/ 4340333 w 6586410"/>
              <a:gd name="connsiteY945" fmla="*/ 4228971 h 6596391"/>
              <a:gd name="connsiteX946" fmla="*/ 4912633 w 6586410"/>
              <a:gd name="connsiteY946" fmla="*/ 4020666 h 6596391"/>
              <a:gd name="connsiteX947" fmla="*/ 4912633 w 6586410"/>
              <a:gd name="connsiteY947" fmla="*/ 4437284 h 6596391"/>
              <a:gd name="connsiteX948" fmla="*/ 4912633 w 6586410"/>
              <a:gd name="connsiteY948" fmla="*/ 3591070 h 6596391"/>
              <a:gd name="connsiteX949" fmla="*/ 4912633 w 6586410"/>
              <a:gd name="connsiteY949" fmla="*/ 4007668 h 6596391"/>
              <a:gd name="connsiteX950" fmla="*/ 4340333 w 6586410"/>
              <a:gd name="connsiteY950" fmla="*/ 3799356 h 6596391"/>
              <a:gd name="connsiteX951" fmla="*/ 4552499 w 6586410"/>
              <a:gd name="connsiteY951" fmla="*/ 3722134 h 6596391"/>
              <a:gd name="connsiteX952" fmla="*/ 4912633 w 6586410"/>
              <a:gd name="connsiteY952" fmla="*/ 3591051 h 6596391"/>
              <a:gd name="connsiteX953" fmla="*/ 4912633 w 6586410"/>
              <a:gd name="connsiteY953" fmla="*/ 3591070 h 6596391"/>
              <a:gd name="connsiteX954" fmla="*/ 4921726 w 6586410"/>
              <a:gd name="connsiteY954" fmla="*/ 3591070 h 6596391"/>
              <a:gd name="connsiteX955" fmla="*/ 4921726 w 6586410"/>
              <a:gd name="connsiteY955" fmla="*/ 3591070 h 6596391"/>
              <a:gd name="connsiteX956" fmla="*/ 5257997 w 6586410"/>
              <a:gd name="connsiteY956" fmla="*/ 3713453 h 6596391"/>
              <a:gd name="connsiteX957" fmla="*/ 5494020 w 6586410"/>
              <a:gd name="connsiteY957" fmla="*/ 3799356 h 6596391"/>
              <a:gd name="connsiteX958" fmla="*/ 5494008 w 6586410"/>
              <a:gd name="connsiteY958" fmla="*/ 3799362 h 6596391"/>
              <a:gd name="connsiteX959" fmla="*/ 4921726 w 6586410"/>
              <a:gd name="connsiteY959" fmla="*/ 4007668 h 6596391"/>
              <a:gd name="connsiteX960" fmla="*/ 4921726 w 6586410"/>
              <a:gd name="connsiteY960" fmla="*/ 3591070 h 6596391"/>
              <a:gd name="connsiteX961" fmla="*/ 4921726 w 6586410"/>
              <a:gd name="connsiteY961" fmla="*/ 4437284 h 6596391"/>
              <a:gd name="connsiteX962" fmla="*/ 4921726 w 6586410"/>
              <a:gd name="connsiteY962" fmla="*/ 4020672 h 6596391"/>
              <a:gd name="connsiteX963" fmla="*/ 5494026 w 6586410"/>
              <a:gd name="connsiteY963" fmla="*/ 4228978 h 6596391"/>
              <a:gd name="connsiteX964" fmla="*/ 4921726 w 6586410"/>
              <a:gd name="connsiteY964" fmla="*/ 4437284 h 6596391"/>
              <a:gd name="connsiteX965" fmla="*/ 5502777 w 6586410"/>
              <a:gd name="connsiteY965" fmla="*/ 4222482 h 6596391"/>
              <a:gd name="connsiteX966" fmla="*/ 4930451 w 6586410"/>
              <a:gd name="connsiteY966" fmla="*/ 4014170 h 6596391"/>
              <a:gd name="connsiteX967" fmla="*/ 5502777 w 6586410"/>
              <a:gd name="connsiteY967" fmla="*/ 3805846 h 6596391"/>
              <a:gd name="connsiteX968" fmla="*/ 5502777 w 6586410"/>
              <a:gd name="connsiteY968" fmla="*/ 4222482 h 6596391"/>
              <a:gd name="connsiteX969" fmla="*/ 6097454 w 6586410"/>
              <a:gd name="connsiteY969" fmla="*/ 6167068 h 6596391"/>
              <a:gd name="connsiteX970" fmla="*/ 6280868 w 6586410"/>
              <a:gd name="connsiteY970" fmla="*/ 6233825 h 6596391"/>
              <a:gd name="connsiteX971" fmla="*/ 6097454 w 6586410"/>
              <a:gd name="connsiteY971" fmla="*/ 6300589 h 6596391"/>
              <a:gd name="connsiteX972" fmla="*/ 5914041 w 6586410"/>
              <a:gd name="connsiteY972" fmla="*/ 6233825 h 6596391"/>
              <a:gd name="connsiteX973" fmla="*/ 6097454 w 6586410"/>
              <a:gd name="connsiteY973" fmla="*/ 6167068 h 6596391"/>
              <a:gd name="connsiteX974" fmla="*/ 6097454 w 6586410"/>
              <a:gd name="connsiteY974" fmla="*/ 5880664 h 6596391"/>
              <a:gd name="connsiteX975" fmla="*/ 6280874 w 6586410"/>
              <a:gd name="connsiteY975" fmla="*/ 5947428 h 6596391"/>
              <a:gd name="connsiteX976" fmla="*/ 6097454 w 6586410"/>
              <a:gd name="connsiteY976" fmla="*/ 6014192 h 6596391"/>
              <a:gd name="connsiteX977" fmla="*/ 5914035 w 6586410"/>
              <a:gd name="connsiteY977" fmla="*/ 5947428 h 6596391"/>
              <a:gd name="connsiteX978" fmla="*/ 6097454 w 6586410"/>
              <a:gd name="connsiteY978" fmla="*/ 5880664 h 6596391"/>
              <a:gd name="connsiteX979" fmla="*/ 5520607 w 6586410"/>
              <a:gd name="connsiteY979" fmla="*/ 5374600 h 6596391"/>
              <a:gd name="connsiteX980" fmla="*/ 5704053 w 6586410"/>
              <a:gd name="connsiteY980" fmla="*/ 5307830 h 6596391"/>
              <a:gd name="connsiteX981" fmla="*/ 5887479 w 6586410"/>
              <a:gd name="connsiteY981" fmla="*/ 5374600 h 6596391"/>
              <a:gd name="connsiteX982" fmla="*/ 5704040 w 6586410"/>
              <a:gd name="connsiteY982" fmla="*/ 5441371 h 6596391"/>
              <a:gd name="connsiteX983" fmla="*/ 5520607 w 6586410"/>
              <a:gd name="connsiteY983" fmla="*/ 5374600 h 6596391"/>
              <a:gd name="connsiteX984" fmla="*/ 5914047 w 6586410"/>
              <a:gd name="connsiteY984" fmla="*/ 5231408 h 6596391"/>
              <a:gd name="connsiteX985" fmla="*/ 6097454 w 6586410"/>
              <a:gd name="connsiteY985" fmla="*/ 5164650 h 6596391"/>
              <a:gd name="connsiteX986" fmla="*/ 6280861 w 6586410"/>
              <a:gd name="connsiteY986" fmla="*/ 5231408 h 6596391"/>
              <a:gd name="connsiteX987" fmla="*/ 6097454 w 6586410"/>
              <a:gd name="connsiteY987" fmla="*/ 5298166 h 6596391"/>
              <a:gd name="connsiteX988" fmla="*/ 5914047 w 6586410"/>
              <a:gd name="connsiteY988" fmla="*/ 5231408 h 6596391"/>
              <a:gd name="connsiteX989" fmla="*/ 6280849 w 6586410"/>
              <a:gd name="connsiteY989" fmla="*/ 5374600 h 6596391"/>
              <a:gd name="connsiteX990" fmla="*/ 6097454 w 6586410"/>
              <a:gd name="connsiteY990" fmla="*/ 5441358 h 6596391"/>
              <a:gd name="connsiteX991" fmla="*/ 5914060 w 6586410"/>
              <a:gd name="connsiteY991" fmla="*/ 5374600 h 6596391"/>
              <a:gd name="connsiteX992" fmla="*/ 6097454 w 6586410"/>
              <a:gd name="connsiteY992" fmla="*/ 5307849 h 6596391"/>
              <a:gd name="connsiteX993" fmla="*/ 6280849 w 6586410"/>
              <a:gd name="connsiteY993" fmla="*/ 5374600 h 6596391"/>
              <a:gd name="connsiteX994" fmla="*/ 6084183 w 6586410"/>
              <a:gd name="connsiteY994" fmla="*/ 5303011 h 6596391"/>
              <a:gd name="connsiteX995" fmla="*/ 5900770 w 6586410"/>
              <a:gd name="connsiteY995" fmla="*/ 5369768 h 6596391"/>
              <a:gd name="connsiteX996" fmla="*/ 5717337 w 6586410"/>
              <a:gd name="connsiteY996" fmla="*/ 5302998 h 6596391"/>
              <a:gd name="connsiteX997" fmla="*/ 5900756 w 6586410"/>
              <a:gd name="connsiteY997" fmla="*/ 5236240 h 6596391"/>
              <a:gd name="connsiteX998" fmla="*/ 6084183 w 6586410"/>
              <a:gd name="connsiteY998" fmla="*/ 5303011 h 6596391"/>
              <a:gd name="connsiteX999" fmla="*/ 5520607 w 6586410"/>
              <a:gd name="connsiteY999" fmla="*/ 5517812 h 6596391"/>
              <a:gd name="connsiteX1000" fmla="*/ 5704033 w 6586410"/>
              <a:gd name="connsiteY1000" fmla="*/ 5451048 h 6596391"/>
              <a:gd name="connsiteX1001" fmla="*/ 6084176 w 6586410"/>
              <a:gd name="connsiteY1001" fmla="*/ 5589408 h 6596391"/>
              <a:gd name="connsiteX1002" fmla="*/ 5900750 w 6586410"/>
              <a:gd name="connsiteY1002" fmla="*/ 5656172 h 6596391"/>
              <a:gd name="connsiteX1003" fmla="*/ 5520607 w 6586410"/>
              <a:gd name="connsiteY1003" fmla="*/ 5517812 h 6596391"/>
              <a:gd name="connsiteX1004" fmla="*/ 6280855 w 6586410"/>
              <a:gd name="connsiteY1004" fmla="*/ 5661017 h 6596391"/>
              <a:gd name="connsiteX1005" fmla="*/ 6097454 w 6586410"/>
              <a:gd name="connsiteY1005" fmla="*/ 5727768 h 6596391"/>
              <a:gd name="connsiteX1006" fmla="*/ 5914053 w 6586410"/>
              <a:gd name="connsiteY1006" fmla="*/ 5661017 h 6596391"/>
              <a:gd name="connsiteX1007" fmla="*/ 6097454 w 6586410"/>
              <a:gd name="connsiteY1007" fmla="*/ 5594260 h 6596391"/>
              <a:gd name="connsiteX1008" fmla="*/ 6280855 w 6586410"/>
              <a:gd name="connsiteY1008" fmla="*/ 5661017 h 6596391"/>
              <a:gd name="connsiteX1009" fmla="*/ 6477578 w 6586410"/>
              <a:gd name="connsiteY1009" fmla="*/ 5446210 h 6596391"/>
              <a:gd name="connsiteX1010" fmla="*/ 6097454 w 6586410"/>
              <a:gd name="connsiteY1010" fmla="*/ 5584576 h 6596391"/>
              <a:gd name="connsiteX1011" fmla="*/ 5717330 w 6586410"/>
              <a:gd name="connsiteY1011" fmla="*/ 5446210 h 6596391"/>
              <a:gd name="connsiteX1012" fmla="*/ 5900776 w 6586410"/>
              <a:gd name="connsiteY1012" fmla="*/ 5379439 h 6596391"/>
              <a:gd name="connsiteX1013" fmla="*/ 6095905 w 6586410"/>
              <a:gd name="connsiteY1013" fmla="*/ 5450471 h 6596391"/>
              <a:gd name="connsiteX1014" fmla="*/ 6097461 w 6586410"/>
              <a:gd name="connsiteY1014" fmla="*/ 5450743 h 6596391"/>
              <a:gd name="connsiteX1015" fmla="*/ 6099016 w 6586410"/>
              <a:gd name="connsiteY1015" fmla="*/ 5450471 h 6596391"/>
              <a:gd name="connsiteX1016" fmla="*/ 6294146 w 6586410"/>
              <a:gd name="connsiteY1016" fmla="*/ 5379439 h 6596391"/>
              <a:gd name="connsiteX1017" fmla="*/ 6477578 w 6586410"/>
              <a:gd name="connsiteY1017" fmla="*/ 5446210 h 6596391"/>
              <a:gd name="connsiteX1018" fmla="*/ 6477565 w 6586410"/>
              <a:gd name="connsiteY1018" fmla="*/ 5302998 h 6596391"/>
              <a:gd name="connsiteX1019" fmla="*/ 6294139 w 6586410"/>
              <a:gd name="connsiteY1019" fmla="*/ 5369768 h 6596391"/>
              <a:gd name="connsiteX1020" fmla="*/ 6110720 w 6586410"/>
              <a:gd name="connsiteY1020" fmla="*/ 5303011 h 6596391"/>
              <a:gd name="connsiteX1021" fmla="*/ 6294146 w 6586410"/>
              <a:gd name="connsiteY1021" fmla="*/ 5236240 h 6596391"/>
              <a:gd name="connsiteX1022" fmla="*/ 6477565 w 6586410"/>
              <a:gd name="connsiteY1022" fmla="*/ 5302998 h 6596391"/>
              <a:gd name="connsiteX1023" fmla="*/ 6097454 w 6586410"/>
              <a:gd name="connsiteY1023" fmla="*/ 5021439 h 6596391"/>
              <a:gd name="connsiteX1024" fmla="*/ 6477585 w 6586410"/>
              <a:gd name="connsiteY1024" fmla="*/ 5159793 h 6596391"/>
              <a:gd name="connsiteX1025" fmla="*/ 6294158 w 6586410"/>
              <a:gd name="connsiteY1025" fmla="*/ 5226563 h 6596391"/>
              <a:gd name="connsiteX1026" fmla="*/ 6099010 w 6586410"/>
              <a:gd name="connsiteY1026" fmla="*/ 5155532 h 6596391"/>
              <a:gd name="connsiteX1027" fmla="*/ 6095899 w 6586410"/>
              <a:gd name="connsiteY1027" fmla="*/ 5155532 h 6596391"/>
              <a:gd name="connsiteX1028" fmla="*/ 5900756 w 6586410"/>
              <a:gd name="connsiteY1028" fmla="*/ 5226563 h 6596391"/>
              <a:gd name="connsiteX1029" fmla="*/ 5717324 w 6586410"/>
              <a:gd name="connsiteY1029" fmla="*/ 5159793 h 6596391"/>
              <a:gd name="connsiteX1030" fmla="*/ 6097454 w 6586410"/>
              <a:gd name="connsiteY1030" fmla="*/ 5021439 h 6596391"/>
              <a:gd name="connsiteX1031" fmla="*/ 5887459 w 6586410"/>
              <a:gd name="connsiteY1031" fmla="*/ 5231402 h 6596391"/>
              <a:gd name="connsiteX1032" fmla="*/ 5704047 w 6586410"/>
              <a:gd name="connsiteY1032" fmla="*/ 5298166 h 6596391"/>
              <a:gd name="connsiteX1033" fmla="*/ 5520607 w 6586410"/>
              <a:gd name="connsiteY1033" fmla="*/ 5231396 h 6596391"/>
              <a:gd name="connsiteX1034" fmla="*/ 5704027 w 6586410"/>
              <a:gd name="connsiteY1034" fmla="*/ 5164638 h 6596391"/>
              <a:gd name="connsiteX1035" fmla="*/ 5887459 w 6586410"/>
              <a:gd name="connsiteY1035" fmla="*/ 5231402 h 6596391"/>
              <a:gd name="connsiteX1036" fmla="*/ 6092907 w 6586410"/>
              <a:gd name="connsiteY1036" fmla="*/ 4870201 h 6596391"/>
              <a:gd name="connsiteX1037" fmla="*/ 5697753 w 6586410"/>
              <a:gd name="connsiteY1037" fmla="*/ 5014035 h 6596391"/>
              <a:gd name="connsiteX1038" fmla="*/ 5511864 w 6586410"/>
              <a:gd name="connsiteY1038" fmla="*/ 5081700 h 6596391"/>
              <a:gd name="connsiteX1039" fmla="*/ 5511864 w 6586410"/>
              <a:gd name="connsiteY1039" fmla="*/ 5081694 h 6596391"/>
              <a:gd name="connsiteX1040" fmla="*/ 5511864 w 6586410"/>
              <a:gd name="connsiteY1040" fmla="*/ 4661762 h 6596391"/>
              <a:gd name="connsiteX1041" fmla="*/ 6092907 w 6586410"/>
              <a:gd name="connsiteY1041" fmla="*/ 4450263 h 6596391"/>
              <a:gd name="connsiteX1042" fmla="*/ 6092907 w 6586410"/>
              <a:gd name="connsiteY1042" fmla="*/ 4870201 h 6596391"/>
              <a:gd name="connsiteX1043" fmla="*/ 6097467 w 6586410"/>
              <a:gd name="connsiteY1043" fmla="*/ 4878221 h 6596391"/>
              <a:gd name="connsiteX1044" fmla="*/ 6390977 w 6586410"/>
              <a:gd name="connsiteY1044" fmla="*/ 4985060 h 6596391"/>
              <a:gd name="connsiteX1045" fmla="*/ 6097467 w 6586410"/>
              <a:gd name="connsiteY1045" fmla="*/ 4878221 h 6596391"/>
              <a:gd name="connsiteX1046" fmla="*/ 6097467 w 6586410"/>
              <a:gd name="connsiteY1046" fmla="*/ 4878221 h 6596391"/>
              <a:gd name="connsiteX1047" fmla="*/ 6092907 w 6586410"/>
              <a:gd name="connsiteY1047" fmla="*/ 3578077 h 6596391"/>
              <a:gd name="connsiteX1048" fmla="*/ 5520595 w 6586410"/>
              <a:gd name="connsiteY1048" fmla="*/ 3369766 h 6596391"/>
              <a:gd name="connsiteX1049" fmla="*/ 6092907 w 6586410"/>
              <a:gd name="connsiteY1049" fmla="*/ 3161454 h 6596391"/>
              <a:gd name="connsiteX1050" fmla="*/ 6092907 w 6586410"/>
              <a:gd name="connsiteY1050" fmla="*/ 3578077 h 6596391"/>
              <a:gd name="connsiteX1051" fmla="*/ 5511864 w 6586410"/>
              <a:gd name="connsiteY1051" fmla="*/ 2946665 h 6596391"/>
              <a:gd name="connsiteX1052" fmla="*/ 6084158 w 6586410"/>
              <a:gd name="connsiteY1052" fmla="*/ 3154971 h 6596391"/>
              <a:gd name="connsiteX1053" fmla="*/ 5511864 w 6586410"/>
              <a:gd name="connsiteY1053" fmla="*/ 3363282 h 6596391"/>
              <a:gd name="connsiteX1054" fmla="*/ 5511864 w 6586410"/>
              <a:gd name="connsiteY1054" fmla="*/ 2946665 h 6596391"/>
              <a:gd name="connsiteX1055" fmla="*/ 5511864 w 6586410"/>
              <a:gd name="connsiteY1055" fmla="*/ 3792885 h 6596391"/>
              <a:gd name="connsiteX1056" fmla="*/ 5511864 w 6586410"/>
              <a:gd name="connsiteY1056" fmla="*/ 3376281 h 6596391"/>
              <a:gd name="connsiteX1057" fmla="*/ 6084158 w 6586410"/>
              <a:gd name="connsiteY1057" fmla="*/ 3584580 h 6596391"/>
              <a:gd name="connsiteX1058" fmla="*/ 5837174 w 6586410"/>
              <a:gd name="connsiteY1058" fmla="*/ 3674477 h 6596391"/>
              <a:gd name="connsiteX1059" fmla="*/ 5511864 w 6586410"/>
              <a:gd name="connsiteY1059" fmla="*/ 3792885 h 6596391"/>
              <a:gd name="connsiteX1060" fmla="*/ 5511864 w 6586410"/>
              <a:gd name="connsiteY1060" fmla="*/ 3792885 h 6596391"/>
              <a:gd name="connsiteX1061" fmla="*/ 4921726 w 6586410"/>
              <a:gd name="connsiteY1061" fmla="*/ 1013458 h 6596391"/>
              <a:gd name="connsiteX1062" fmla="*/ 5502771 w 6586410"/>
              <a:gd name="connsiteY1062" fmla="*/ 1224945 h 6596391"/>
              <a:gd name="connsiteX1063" fmla="*/ 5502777 w 6586410"/>
              <a:gd name="connsiteY1063" fmla="*/ 1224945 h 6596391"/>
              <a:gd name="connsiteX1064" fmla="*/ 5502777 w 6586410"/>
              <a:gd name="connsiteY1064" fmla="*/ 1648179 h 6596391"/>
              <a:gd name="connsiteX1065" fmla="*/ 5502771 w 6586410"/>
              <a:gd name="connsiteY1065" fmla="*/ 1648179 h 6596391"/>
              <a:gd name="connsiteX1066" fmla="*/ 4921726 w 6586410"/>
              <a:gd name="connsiteY1066" fmla="*/ 1859666 h 6596391"/>
              <a:gd name="connsiteX1067" fmla="*/ 4921726 w 6586410"/>
              <a:gd name="connsiteY1067" fmla="*/ 1013458 h 6596391"/>
              <a:gd name="connsiteX1068" fmla="*/ 4921726 w 6586410"/>
              <a:gd name="connsiteY1068" fmla="*/ 1869350 h 6596391"/>
              <a:gd name="connsiteX1069" fmla="*/ 5502771 w 6586410"/>
              <a:gd name="connsiteY1069" fmla="*/ 1657869 h 6596391"/>
              <a:gd name="connsiteX1070" fmla="*/ 5502777 w 6586410"/>
              <a:gd name="connsiteY1070" fmla="*/ 1657869 h 6596391"/>
              <a:gd name="connsiteX1071" fmla="*/ 5502777 w 6586410"/>
              <a:gd name="connsiteY1071" fmla="*/ 2077782 h 6596391"/>
              <a:gd name="connsiteX1072" fmla="*/ 5502771 w 6586410"/>
              <a:gd name="connsiteY1072" fmla="*/ 2077782 h 6596391"/>
              <a:gd name="connsiteX1073" fmla="*/ 4921726 w 6586410"/>
              <a:gd name="connsiteY1073" fmla="*/ 2289275 h 6596391"/>
              <a:gd name="connsiteX1074" fmla="*/ 4921726 w 6586410"/>
              <a:gd name="connsiteY1074" fmla="*/ 1869350 h 6596391"/>
              <a:gd name="connsiteX1075" fmla="*/ 4921720 w 6586410"/>
              <a:gd name="connsiteY1075" fmla="*/ 3578077 h 6596391"/>
              <a:gd name="connsiteX1076" fmla="*/ 4921720 w 6586410"/>
              <a:gd name="connsiteY1076" fmla="*/ 3161454 h 6596391"/>
              <a:gd name="connsiteX1077" fmla="*/ 5494046 w 6586410"/>
              <a:gd name="connsiteY1077" fmla="*/ 3369766 h 6596391"/>
              <a:gd name="connsiteX1078" fmla="*/ 4921720 w 6586410"/>
              <a:gd name="connsiteY1078" fmla="*/ 3578077 h 6596391"/>
              <a:gd name="connsiteX1079" fmla="*/ 5502771 w 6586410"/>
              <a:gd name="connsiteY1079" fmla="*/ 3363276 h 6596391"/>
              <a:gd name="connsiteX1080" fmla="*/ 4930477 w 6586410"/>
              <a:gd name="connsiteY1080" fmla="*/ 3154964 h 6596391"/>
              <a:gd name="connsiteX1081" fmla="*/ 5502771 w 6586410"/>
              <a:gd name="connsiteY1081" fmla="*/ 2946665 h 6596391"/>
              <a:gd name="connsiteX1082" fmla="*/ 5502771 w 6586410"/>
              <a:gd name="connsiteY1082" fmla="*/ 3363276 h 6596391"/>
              <a:gd name="connsiteX1083" fmla="*/ 6092907 w 6586410"/>
              <a:gd name="connsiteY1083" fmla="*/ 2722193 h 6596391"/>
              <a:gd name="connsiteX1084" fmla="*/ 5507317 w 6586410"/>
              <a:gd name="connsiteY1084" fmla="*/ 2935350 h 6596391"/>
              <a:gd name="connsiteX1085" fmla="*/ 4921714 w 6586410"/>
              <a:gd name="connsiteY1085" fmla="*/ 2722193 h 6596391"/>
              <a:gd name="connsiteX1086" fmla="*/ 4921714 w 6586410"/>
              <a:gd name="connsiteY1086" fmla="*/ 2298959 h 6596391"/>
              <a:gd name="connsiteX1087" fmla="*/ 5507317 w 6586410"/>
              <a:gd name="connsiteY1087" fmla="*/ 2085815 h 6596391"/>
              <a:gd name="connsiteX1088" fmla="*/ 6052884 w 6586410"/>
              <a:gd name="connsiteY1088" fmla="*/ 2284386 h 6596391"/>
              <a:gd name="connsiteX1089" fmla="*/ 6092907 w 6586410"/>
              <a:gd name="connsiteY1089" fmla="*/ 2298953 h 6596391"/>
              <a:gd name="connsiteX1090" fmla="*/ 6092907 w 6586410"/>
              <a:gd name="connsiteY1090" fmla="*/ 2722193 h 6596391"/>
              <a:gd name="connsiteX1091" fmla="*/ 6092907 w 6586410"/>
              <a:gd name="connsiteY1091" fmla="*/ 1869350 h 6596391"/>
              <a:gd name="connsiteX1092" fmla="*/ 6092907 w 6586410"/>
              <a:gd name="connsiteY1092" fmla="*/ 2289281 h 6596391"/>
              <a:gd name="connsiteX1093" fmla="*/ 6092907 w 6586410"/>
              <a:gd name="connsiteY1093" fmla="*/ 2289288 h 6596391"/>
              <a:gd name="connsiteX1094" fmla="*/ 5511864 w 6586410"/>
              <a:gd name="connsiteY1094" fmla="*/ 2077788 h 6596391"/>
              <a:gd name="connsiteX1095" fmla="*/ 5511864 w 6586410"/>
              <a:gd name="connsiteY1095" fmla="*/ 2077788 h 6596391"/>
              <a:gd name="connsiteX1096" fmla="*/ 5511864 w 6586410"/>
              <a:gd name="connsiteY1096" fmla="*/ 1657863 h 6596391"/>
              <a:gd name="connsiteX1097" fmla="*/ 5511864 w 6586410"/>
              <a:gd name="connsiteY1097" fmla="*/ 1657844 h 6596391"/>
              <a:gd name="connsiteX1098" fmla="*/ 6092907 w 6586410"/>
              <a:gd name="connsiteY1098" fmla="*/ 1869350 h 6596391"/>
              <a:gd name="connsiteX1099" fmla="*/ 6092907 w 6586410"/>
              <a:gd name="connsiteY1099" fmla="*/ 1869350 h 6596391"/>
              <a:gd name="connsiteX1100" fmla="*/ 6092907 w 6586410"/>
              <a:gd name="connsiteY1100" fmla="*/ 1859672 h 6596391"/>
              <a:gd name="connsiteX1101" fmla="*/ 5520633 w 6586410"/>
              <a:gd name="connsiteY1101" fmla="*/ 1651367 h 6596391"/>
              <a:gd name="connsiteX1102" fmla="*/ 6092907 w 6586410"/>
              <a:gd name="connsiteY1102" fmla="*/ 1443068 h 6596391"/>
              <a:gd name="connsiteX1103" fmla="*/ 6092907 w 6586410"/>
              <a:gd name="connsiteY1103" fmla="*/ 1859672 h 6596391"/>
              <a:gd name="connsiteX1104" fmla="*/ 6092907 w 6586410"/>
              <a:gd name="connsiteY1104" fmla="*/ 1433397 h 6596391"/>
              <a:gd name="connsiteX1105" fmla="*/ 5511864 w 6586410"/>
              <a:gd name="connsiteY1105" fmla="*/ 1644877 h 6596391"/>
              <a:gd name="connsiteX1106" fmla="*/ 5511864 w 6586410"/>
              <a:gd name="connsiteY1106" fmla="*/ 1228254 h 6596391"/>
              <a:gd name="connsiteX1107" fmla="*/ 6084170 w 6586410"/>
              <a:gd name="connsiteY1107" fmla="*/ 1436565 h 6596391"/>
              <a:gd name="connsiteX1108" fmla="*/ 6092907 w 6586410"/>
              <a:gd name="connsiteY1108" fmla="*/ 1433397 h 6596391"/>
              <a:gd name="connsiteX1109" fmla="*/ 6092907 w 6586410"/>
              <a:gd name="connsiteY1109" fmla="*/ 1433397 h 6596391"/>
              <a:gd name="connsiteX1110" fmla="*/ 6092907 w 6586410"/>
              <a:gd name="connsiteY1110" fmla="*/ 1430076 h 6596391"/>
              <a:gd name="connsiteX1111" fmla="*/ 5520614 w 6586410"/>
              <a:gd name="connsiteY1111" fmla="*/ 1221764 h 6596391"/>
              <a:gd name="connsiteX1112" fmla="*/ 6092907 w 6586410"/>
              <a:gd name="connsiteY1112" fmla="*/ 1013458 h 6596391"/>
              <a:gd name="connsiteX1113" fmla="*/ 6092907 w 6586410"/>
              <a:gd name="connsiteY1113" fmla="*/ 1430076 h 6596391"/>
              <a:gd name="connsiteX1114" fmla="*/ 6102007 w 6586410"/>
              <a:gd name="connsiteY1114" fmla="*/ 727042 h 6596391"/>
              <a:gd name="connsiteX1115" fmla="*/ 6280880 w 6586410"/>
              <a:gd name="connsiteY1115" fmla="*/ 792148 h 6596391"/>
              <a:gd name="connsiteX1116" fmla="*/ 6102007 w 6586410"/>
              <a:gd name="connsiteY1116" fmla="*/ 857248 h 6596391"/>
              <a:gd name="connsiteX1117" fmla="*/ 6102007 w 6586410"/>
              <a:gd name="connsiteY1117" fmla="*/ 727042 h 6596391"/>
              <a:gd name="connsiteX1118" fmla="*/ 6102007 w 6586410"/>
              <a:gd name="connsiteY1118" fmla="*/ 1000466 h 6596391"/>
              <a:gd name="connsiteX1119" fmla="*/ 6102007 w 6586410"/>
              <a:gd name="connsiteY1119" fmla="*/ 870241 h 6596391"/>
              <a:gd name="connsiteX1120" fmla="*/ 6280893 w 6586410"/>
              <a:gd name="connsiteY1120" fmla="*/ 935353 h 6596391"/>
              <a:gd name="connsiteX1121" fmla="*/ 6102007 w 6586410"/>
              <a:gd name="connsiteY1121" fmla="*/ 1000466 h 6596391"/>
              <a:gd name="connsiteX1122" fmla="*/ 6477591 w 6586410"/>
              <a:gd name="connsiteY1122" fmla="*/ 863757 h 6596391"/>
              <a:gd name="connsiteX1123" fmla="*/ 6294171 w 6586410"/>
              <a:gd name="connsiteY1123" fmla="*/ 930521 h 6596391"/>
              <a:gd name="connsiteX1124" fmla="*/ 6110745 w 6586410"/>
              <a:gd name="connsiteY1124" fmla="*/ 863757 h 6596391"/>
              <a:gd name="connsiteX1125" fmla="*/ 6294171 w 6586410"/>
              <a:gd name="connsiteY1125" fmla="*/ 797000 h 6596391"/>
              <a:gd name="connsiteX1126" fmla="*/ 6477591 w 6586410"/>
              <a:gd name="connsiteY1126" fmla="*/ 863757 h 6596391"/>
              <a:gd name="connsiteX1127" fmla="*/ 6294177 w 6586410"/>
              <a:gd name="connsiteY1127" fmla="*/ 653788 h 6596391"/>
              <a:gd name="connsiteX1128" fmla="*/ 6477603 w 6586410"/>
              <a:gd name="connsiteY1128" fmla="*/ 720552 h 6596391"/>
              <a:gd name="connsiteX1129" fmla="*/ 6294165 w 6586410"/>
              <a:gd name="connsiteY1129" fmla="*/ 787316 h 6596391"/>
              <a:gd name="connsiteX1130" fmla="*/ 6110745 w 6586410"/>
              <a:gd name="connsiteY1130" fmla="*/ 720552 h 6596391"/>
              <a:gd name="connsiteX1131" fmla="*/ 6294177 w 6586410"/>
              <a:gd name="connsiteY1131" fmla="*/ 653788 h 6596391"/>
              <a:gd name="connsiteX1132" fmla="*/ 6280887 w 6586410"/>
              <a:gd name="connsiteY1132" fmla="*/ 648949 h 6596391"/>
              <a:gd name="connsiteX1133" fmla="*/ 6102007 w 6586410"/>
              <a:gd name="connsiteY1133" fmla="*/ 714056 h 6596391"/>
              <a:gd name="connsiteX1134" fmla="*/ 6102007 w 6586410"/>
              <a:gd name="connsiteY1134" fmla="*/ 583836 h 6596391"/>
              <a:gd name="connsiteX1135" fmla="*/ 6280887 w 6586410"/>
              <a:gd name="connsiteY1135" fmla="*/ 648949 h 659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Lst>
            <a:rect l="l" t="t" r="r" b="b"/>
            <a:pathLst>
              <a:path w="6586410" h="6596391">
                <a:moveTo>
                  <a:pt x="6586411" y="394562"/>
                </a:moveTo>
                <a:lnTo>
                  <a:pt x="6095905" y="573086"/>
                </a:lnTo>
                <a:cubicBezTo>
                  <a:pt x="6094108" y="573734"/>
                  <a:pt x="6092907" y="575442"/>
                  <a:pt x="6092907" y="577353"/>
                </a:cubicBezTo>
                <a:lnTo>
                  <a:pt x="6092907" y="577353"/>
                </a:lnTo>
                <a:lnTo>
                  <a:pt x="6092907" y="1003781"/>
                </a:lnTo>
                <a:lnTo>
                  <a:pt x="6095899" y="1002695"/>
                </a:lnTo>
                <a:cubicBezTo>
                  <a:pt x="6096400" y="1002505"/>
                  <a:pt x="6096927" y="1002416"/>
                  <a:pt x="6097454" y="1002416"/>
                </a:cubicBezTo>
                <a:cubicBezTo>
                  <a:pt x="6096927" y="1002416"/>
                  <a:pt x="6096406" y="1002511"/>
                  <a:pt x="6095905" y="1002695"/>
                </a:cubicBezTo>
                <a:lnTo>
                  <a:pt x="5507311" y="1216931"/>
                </a:lnTo>
                <a:lnTo>
                  <a:pt x="5507298" y="1216931"/>
                </a:lnTo>
                <a:lnTo>
                  <a:pt x="4918729" y="1002695"/>
                </a:lnTo>
                <a:cubicBezTo>
                  <a:pt x="4917726" y="1002321"/>
                  <a:pt x="4916627" y="1002321"/>
                  <a:pt x="4915624" y="1002695"/>
                </a:cubicBezTo>
                <a:lnTo>
                  <a:pt x="4331583" y="1215274"/>
                </a:lnTo>
                <a:lnTo>
                  <a:pt x="4331583" y="792161"/>
                </a:lnTo>
                <a:cubicBezTo>
                  <a:pt x="4331583" y="790256"/>
                  <a:pt x="4330389" y="788541"/>
                  <a:pt x="4328586" y="787894"/>
                </a:cubicBezTo>
                <a:lnTo>
                  <a:pt x="3738448" y="573086"/>
                </a:lnTo>
                <a:cubicBezTo>
                  <a:pt x="3737445" y="572711"/>
                  <a:pt x="3736340" y="572711"/>
                  <a:pt x="3735336" y="573086"/>
                </a:cubicBezTo>
                <a:lnTo>
                  <a:pt x="3145200" y="787881"/>
                </a:lnTo>
                <a:cubicBezTo>
                  <a:pt x="3143396" y="788529"/>
                  <a:pt x="3142196" y="790243"/>
                  <a:pt x="3142196" y="792155"/>
                </a:cubicBezTo>
                <a:lnTo>
                  <a:pt x="3142196" y="1215268"/>
                </a:lnTo>
                <a:lnTo>
                  <a:pt x="3148298" y="1217490"/>
                </a:lnTo>
                <a:cubicBezTo>
                  <a:pt x="3150102" y="1218138"/>
                  <a:pt x="3151295" y="1219853"/>
                  <a:pt x="3151295" y="1221764"/>
                </a:cubicBezTo>
                <a:lnTo>
                  <a:pt x="3151295" y="1221764"/>
                </a:lnTo>
                <a:cubicBezTo>
                  <a:pt x="3151289" y="1219853"/>
                  <a:pt x="3150102" y="1218144"/>
                  <a:pt x="3148298" y="1217497"/>
                </a:cubicBezTo>
                <a:lnTo>
                  <a:pt x="2558231" y="1002721"/>
                </a:lnTo>
                <a:cubicBezTo>
                  <a:pt x="2558225" y="1002721"/>
                  <a:pt x="2558218" y="1002714"/>
                  <a:pt x="2558211" y="1002714"/>
                </a:cubicBezTo>
                <a:cubicBezTo>
                  <a:pt x="2558193" y="1002708"/>
                  <a:pt x="2558180" y="1002695"/>
                  <a:pt x="2558161" y="1002689"/>
                </a:cubicBezTo>
                <a:lnTo>
                  <a:pt x="1971008" y="788980"/>
                </a:lnTo>
                <a:lnTo>
                  <a:pt x="1971008" y="362583"/>
                </a:lnTo>
                <a:lnTo>
                  <a:pt x="1971008" y="362545"/>
                </a:lnTo>
                <a:cubicBezTo>
                  <a:pt x="1971008" y="360640"/>
                  <a:pt x="1969815" y="358926"/>
                  <a:pt x="1968017" y="358278"/>
                </a:cubicBezTo>
                <a:lnTo>
                  <a:pt x="1558233" y="209123"/>
                </a:lnTo>
                <a:lnTo>
                  <a:pt x="1377880" y="143477"/>
                </a:lnTo>
                <a:cubicBezTo>
                  <a:pt x="1377499" y="143337"/>
                  <a:pt x="1377099" y="143299"/>
                  <a:pt x="1376699" y="143267"/>
                </a:cubicBezTo>
                <a:cubicBezTo>
                  <a:pt x="1376305" y="143229"/>
                  <a:pt x="1375918" y="143267"/>
                  <a:pt x="1375518" y="143343"/>
                </a:cubicBezTo>
                <a:cubicBezTo>
                  <a:pt x="1375270" y="143388"/>
                  <a:pt x="1375010" y="143388"/>
                  <a:pt x="1374769" y="143477"/>
                </a:cubicBezTo>
                <a:lnTo>
                  <a:pt x="982891" y="286104"/>
                </a:lnTo>
                <a:lnTo>
                  <a:pt x="799471" y="219340"/>
                </a:lnTo>
                <a:lnTo>
                  <a:pt x="1376318" y="9384"/>
                </a:lnTo>
                <a:lnTo>
                  <a:pt x="1953165" y="219340"/>
                </a:lnTo>
                <a:lnTo>
                  <a:pt x="1769739" y="286104"/>
                </a:lnTo>
                <a:lnTo>
                  <a:pt x="1783035" y="290943"/>
                </a:lnTo>
                <a:lnTo>
                  <a:pt x="1968011" y="223614"/>
                </a:lnTo>
                <a:cubicBezTo>
                  <a:pt x="1969815" y="222966"/>
                  <a:pt x="1971015" y="221251"/>
                  <a:pt x="1971015" y="219340"/>
                </a:cubicBezTo>
                <a:cubicBezTo>
                  <a:pt x="1971015" y="217429"/>
                  <a:pt x="1969821" y="215721"/>
                  <a:pt x="1968011" y="215067"/>
                </a:cubicBezTo>
                <a:lnTo>
                  <a:pt x="1377874" y="271"/>
                </a:lnTo>
                <a:cubicBezTo>
                  <a:pt x="1376870" y="-90"/>
                  <a:pt x="1375766" y="-90"/>
                  <a:pt x="1374762" y="271"/>
                </a:cubicBezTo>
                <a:lnTo>
                  <a:pt x="784625" y="215067"/>
                </a:lnTo>
                <a:cubicBezTo>
                  <a:pt x="782822" y="215721"/>
                  <a:pt x="781628" y="217429"/>
                  <a:pt x="781628" y="219340"/>
                </a:cubicBezTo>
                <a:cubicBezTo>
                  <a:pt x="781628" y="221251"/>
                  <a:pt x="782822" y="222966"/>
                  <a:pt x="784625" y="223614"/>
                </a:cubicBezTo>
                <a:lnTo>
                  <a:pt x="969601" y="290943"/>
                </a:lnTo>
                <a:lnTo>
                  <a:pt x="784625" y="358265"/>
                </a:lnTo>
                <a:cubicBezTo>
                  <a:pt x="784218" y="358411"/>
                  <a:pt x="783850" y="358627"/>
                  <a:pt x="783514" y="358875"/>
                </a:cubicBezTo>
                <a:cubicBezTo>
                  <a:pt x="782523" y="359593"/>
                  <a:pt x="781895" y="360691"/>
                  <a:pt x="781723" y="361917"/>
                </a:cubicBezTo>
                <a:cubicBezTo>
                  <a:pt x="781698" y="362126"/>
                  <a:pt x="781628" y="362317"/>
                  <a:pt x="781628" y="362533"/>
                </a:cubicBezTo>
                <a:lnTo>
                  <a:pt x="781628" y="792136"/>
                </a:lnTo>
                <a:cubicBezTo>
                  <a:pt x="781628" y="792707"/>
                  <a:pt x="781761" y="793240"/>
                  <a:pt x="781964" y="793755"/>
                </a:cubicBezTo>
                <a:cubicBezTo>
                  <a:pt x="782428" y="794955"/>
                  <a:pt x="783368" y="795946"/>
                  <a:pt x="784625" y="796403"/>
                </a:cubicBezTo>
                <a:lnTo>
                  <a:pt x="1374749" y="1011211"/>
                </a:lnTo>
                <a:cubicBezTo>
                  <a:pt x="1374756" y="1011211"/>
                  <a:pt x="1374756" y="1011211"/>
                  <a:pt x="1374762" y="1011217"/>
                </a:cubicBezTo>
                <a:cubicBezTo>
                  <a:pt x="1374769" y="1011217"/>
                  <a:pt x="1374769" y="1011217"/>
                  <a:pt x="1374769" y="1011217"/>
                </a:cubicBezTo>
                <a:lnTo>
                  <a:pt x="1964887" y="1226012"/>
                </a:lnTo>
                <a:cubicBezTo>
                  <a:pt x="1964893" y="1226012"/>
                  <a:pt x="1964900" y="1226018"/>
                  <a:pt x="1964906" y="1226018"/>
                </a:cubicBezTo>
                <a:lnTo>
                  <a:pt x="2543321" y="1436553"/>
                </a:lnTo>
                <a:lnTo>
                  <a:pt x="1964906" y="1647080"/>
                </a:lnTo>
                <a:cubicBezTo>
                  <a:pt x="1964830" y="1647106"/>
                  <a:pt x="1964772" y="1647163"/>
                  <a:pt x="1964703" y="1647195"/>
                </a:cubicBezTo>
                <a:cubicBezTo>
                  <a:pt x="1964550" y="1647258"/>
                  <a:pt x="1964410" y="1647354"/>
                  <a:pt x="1964271" y="1647436"/>
                </a:cubicBezTo>
                <a:cubicBezTo>
                  <a:pt x="1963947" y="1647614"/>
                  <a:pt x="1963642" y="1647830"/>
                  <a:pt x="1963369" y="1648090"/>
                </a:cubicBezTo>
                <a:cubicBezTo>
                  <a:pt x="1963236" y="1648217"/>
                  <a:pt x="1963115" y="1648338"/>
                  <a:pt x="1963001" y="1648477"/>
                </a:cubicBezTo>
                <a:cubicBezTo>
                  <a:pt x="1962728" y="1648801"/>
                  <a:pt x="1962512" y="1649163"/>
                  <a:pt x="1962341" y="1649563"/>
                </a:cubicBezTo>
                <a:cubicBezTo>
                  <a:pt x="1962296" y="1649652"/>
                  <a:pt x="1962220" y="1649709"/>
                  <a:pt x="1962194" y="1649805"/>
                </a:cubicBezTo>
                <a:cubicBezTo>
                  <a:pt x="1962188" y="1649830"/>
                  <a:pt x="1962188" y="1649855"/>
                  <a:pt x="1962182" y="1649887"/>
                </a:cubicBezTo>
                <a:cubicBezTo>
                  <a:pt x="1962017" y="1650370"/>
                  <a:pt x="1961966" y="1650859"/>
                  <a:pt x="1961966" y="1651341"/>
                </a:cubicBezTo>
                <a:lnTo>
                  <a:pt x="1961921" y="1651341"/>
                </a:lnTo>
                <a:lnTo>
                  <a:pt x="1961921" y="2507385"/>
                </a:lnTo>
                <a:lnTo>
                  <a:pt x="1374775" y="2721075"/>
                </a:lnTo>
                <a:cubicBezTo>
                  <a:pt x="1372978" y="2721723"/>
                  <a:pt x="1371778" y="2723437"/>
                  <a:pt x="1371778" y="2725349"/>
                </a:cubicBezTo>
                <a:cubicBezTo>
                  <a:pt x="1371778" y="2727260"/>
                  <a:pt x="1372971" y="2728975"/>
                  <a:pt x="1374775" y="2729622"/>
                </a:cubicBezTo>
                <a:lnTo>
                  <a:pt x="1953210" y="2940163"/>
                </a:lnTo>
                <a:lnTo>
                  <a:pt x="1376337" y="3150113"/>
                </a:lnTo>
                <a:lnTo>
                  <a:pt x="1377880" y="3150672"/>
                </a:lnTo>
                <a:cubicBezTo>
                  <a:pt x="1377905" y="3150678"/>
                  <a:pt x="1377924" y="3150697"/>
                  <a:pt x="1377950" y="3150710"/>
                </a:cubicBezTo>
                <a:cubicBezTo>
                  <a:pt x="1378229" y="3150818"/>
                  <a:pt x="1378458" y="3150983"/>
                  <a:pt x="1378706" y="3151135"/>
                </a:cubicBezTo>
                <a:cubicBezTo>
                  <a:pt x="1378439" y="3150970"/>
                  <a:pt x="1378185" y="3150792"/>
                  <a:pt x="1377880" y="3150684"/>
                </a:cubicBezTo>
                <a:lnTo>
                  <a:pt x="787736" y="2935877"/>
                </a:lnTo>
                <a:cubicBezTo>
                  <a:pt x="787235" y="2935686"/>
                  <a:pt x="786708" y="2935597"/>
                  <a:pt x="786187" y="2935597"/>
                </a:cubicBezTo>
                <a:cubicBezTo>
                  <a:pt x="785660" y="2935597"/>
                  <a:pt x="785133" y="2935693"/>
                  <a:pt x="784631" y="2935877"/>
                </a:cubicBezTo>
                <a:lnTo>
                  <a:pt x="194494" y="3150672"/>
                </a:lnTo>
                <a:cubicBezTo>
                  <a:pt x="192691" y="3151319"/>
                  <a:pt x="191497" y="3153034"/>
                  <a:pt x="191497" y="3154945"/>
                </a:cubicBezTo>
                <a:lnTo>
                  <a:pt x="191497" y="3584548"/>
                </a:lnTo>
                <a:cubicBezTo>
                  <a:pt x="191497" y="3585024"/>
                  <a:pt x="191573" y="3585488"/>
                  <a:pt x="191713" y="3585932"/>
                </a:cubicBezTo>
                <a:cubicBezTo>
                  <a:pt x="192132" y="3587247"/>
                  <a:pt x="193141" y="3588326"/>
                  <a:pt x="194494" y="3588815"/>
                </a:cubicBezTo>
                <a:lnTo>
                  <a:pt x="784631" y="3803629"/>
                </a:lnTo>
                <a:cubicBezTo>
                  <a:pt x="785133" y="3803820"/>
                  <a:pt x="785654" y="3803909"/>
                  <a:pt x="786181" y="3803909"/>
                </a:cubicBezTo>
                <a:cubicBezTo>
                  <a:pt x="785654" y="3803909"/>
                  <a:pt x="785127" y="3803820"/>
                  <a:pt x="784625" y="3803629"/>
                </a:cubicBezTo>
                <a:lnTo>
                  <a:pt x="772865" y="3799350"/>
                </a:lnTo>
                <a:lnTo>
                  <a:pt x="593128" y="3864767"/>
                </a:lnTo>
                <a:cubicBezTo>
                  <a:pt x="593503" y="3864634"/>
                  <a:pt x="593896" y="3864602"/>
                  <a:pt x="594290" y="3864564"/>
                </a:cubicBezTo>
                <a:cubicBezTo>
                  <a:pt x="593896" y="3864602"/>
                  <a:pt x="593509" y="3864634"/>
                  <a:pt x="593134" y="3864774"/>
                </a:cubicBezTo>
                <a:lnTo>
                  <a:pt x="2997" y="4079562"/>
                </a:lnTo>
                <a:cubicBezTo>
                  <a:pt x="1194" y="4080216"/>
                  <a:pt x="6" y="4081925"/>
                  <a:pt x="0" y="4083842"/>
                </a:cubicBezTo>
                <a:lnTo>
                  <a:pt x="0" y="4513439"/>
                </a:lnTo>
                <a:cubicBezTo>
                  <a:pt x="0" y="4513439"/>
                  <a:pt x="0" y="4513439"/>
                  <a:pt x="0" y="4513445"/>
                </a:cubicBezTo>
                <a:cubicBezTo>
                  <a:pt x="0" y="4515344"/>
                  <a:pt x="1194" y="4517052"/>
                  <a:pt x="2997" y="4517706"/>
                </a:cubicBezTo>
                <a:lnTo>
                  <a:pt x="593134" y="4732520"/>
                </a:lnTo>
                <a:cubicBezTo>
                  <a:pt x="593636" y="4732711"/>
                  <a:pt x="594157" y="4732800"/>
                  <a:pt x="594684" y="4732800"/>
                </a:cubicBezTo>
                <a:cubicBezTo>
                  <a:pt x="595211" y="4732800"/>
                  <a:pt x="595738" y="4732711"/>
                  <a:pt x="596240" y="4732520"/>
                </a:cubicBezTo>
                <a:lnTo>
                  <a:pt x="1186383" y="4517719"/>
                </a:lnTo>
                <a:lnTo>
                  <a:pt x="1966455" y="4233798"/>
                </a:lnTo>
                <a:lnTo>
                  <a:pt x="1966461" y="4233791"/>
                </a:lnTo>
                <a:lnTo>
                  <a:pt x="2555050" y="4448034"/>
                </a:lnTo>
                <a:cubicBezTo>
                  <a:pt x="2555545" y="4448218"/>
                  <a:pt x="2556066" y="4448307"/>
                  <a:pt x="2556593" y="4448307"/>
                </a:cubicBezTo>
                <a:cubicBezTo>
                  <a:pt x="2557126" y="4448307"/>
                  <a:pt x="2557646" y="4448218"/>
                  <a:pt x="2558149" y="4448034"/>
                </a:cubicBezTo>
                <a:lnTo>
                  <a:pt x="3023978" y="4278483"/>
                </a:lnTo>
                <a:lnTo>
                  <a:pt x="3148292" y="4233232"/>
                </a:lnTo>
                <a:cubicBezTo>
                  <a:pt x="3148737" y="4233074"/>
                  <a:pt x="3149155" y="4232839"/>
                  <a:pt x="3149511" y="4232559"/>
                </a:cubicBezTo>
                <a:cubicBezTo>
                  <a:pt x="3150603" y="4231715"/>
                  <a:pt x="3151277" y="4230394"/>
                  <a:pt x="3151277" y="4228965"/>
                </a:cubicBezTo>
                <a:lnTo>
                  <a:pt x="3151277" y="3799375"/>
                </a:lnTo>
                <a:cubicBezTo>
                  <a:pt x="3151277" y="3799368"/>
                  <a:pt x="3151277" y="3799368"/>
                  <a:pt x="3151277" y="3799368"/>
                </a:cubicBezTo>
                <a:lnTo>
                  <a:pt x="3151277" y="3376249"/>
                </a:lnTo>
                <a:lnTo>
                  <a:pt x="3735318" y="3588834"/>
                </a:lnTo>
                <a:cubicBezTo>
                  <a:pt x="3735819" y="3589019"/>
                  <a:pt x="3736346" y="3589114"/>
                  <a:pt x="3736874" y="3589114"/>
                </a:cubicBezTo>
                <a:cubicBezTo>
                  <a:pt x="3737401" y="3589114"/>
                  <a:pt x="3737928" y="3589019"/>
                  <a:pt x="3738429" y="3588834"/>
                </a:cubicBezTo>
                <a:lnTo>
                  <a:pt x="4328566" y="3374033"/>
                </a:lnTo>
                <a:cubicBezTo>
                  <a:pt x="4330364" y="3373379"/>
                  <a:pt x="4331564" y="3371671"/>
                  <a:pt x="4331564" y="3369759"/>
                </a:cubicBezTo>
                <a:cubicBezTo>
                  <a:pt x="4331564" y="3367842"/>
                  <a:pt x="4330370" y="3366140"/>
                  <a:pt x="4328566" y="3365486"/>
                </a:cubicBezTo>
                <a:lnTo>
                  <a:pt x="4143584" y="3298150"/>
                </a:lnTo>
                <a:lnTo>
                  <a:pt x="4328566" y="3230815"/>
                </a:lnTo>
                <a:cubicBezTo>
                  <a:pt x="4330364" y="3230167"/>
                  <a:pt x="4331564" y="3228453"/>
                  <a:pt x="4331564" y="3226548"/>
                </a:cubicBezTo>
                <a:cubicBezTo>
                  <a:pt x="4331564" y="3224637"/>
                  <a:pt x="4330370" y="3222922"/>
                  <a:pt x="4328566" y="3222274"/>
                </a:cubicBezTo>
                <a:lnTo>
                  <a:pt x="4143591" y="3154952"/>
                </a:lnTo>
                <a:lnTo>
                  <a:pt x="4328566" y="3087623"/>
                </a:lnTo>
                <a:cubicBezTo>
                  <a:pt x="4330364" y="3086975"/>
                  <a:pt x="4331564" y="3085260"/>
                  <a:pt x="4331564" y="3083349"/>
                </a:cubicBezTo>
                <a:cubicBezTo>
                  <a:pt x="4331564" y="3081438"/>
                  <a:pt x="4330370" y="3079723"/>
                  <a:pt x="4328566" y="3079075"/>
                </a:cubicBezTo>
                <a:lnTo>
                  <a:pt x="4143584" y="3011746"/>
                </a:lnTo>
                <a:lnTo>
                  <a:pt x="4328566" y="2944411"/>
                </a:lnTo>
                <a:cubicBezTo>
                  <a:pt x="4330364" y="2943763"/>
                  <a:pt x="4331564" y="2942049"/>
                  <a:pt x="4331564" y="2940137"/>
                </a:cubicBezTo>
                <a:lnTo>
                  <a:pt x="4331564" y="2940137"/>
                </a:lnTo>
                <a:lnTo>
                  <a:pt x="4331564" y="2513741"/>
                </a:lnTo>
                <a:lnTo>
                  <a:pt x="4912608" y="2302254"/>
                </a:lnTo>
                <a:lnTo>
                  <a:pt x="4912608" y="2725342"/>
                </a:lnTo>
                <a:cubicBezTo>
                  <a:pt x="4912608" y="2727254"/>
                  <a:pt x="4913808" y="2728968"/>
                  <a:pt x="4915605" y="2729616"/>
                </a:cubicBezTo>
                <a:lnTo>
                  <a:pt x="5493988" y="2940156"/>
                </a:lnTo>
                <a:lnTo>
                  <a:pt x="4915605" y="3150672"/>
                </a:lnTo>
                <a:cubicBezTo>
                  <a:pt x="4913814" y="3151319"/>
                  <a:pt x="4912608" y="3153034"/>
                  <a:pt x="4912608" y="3154945"/>
                </a:cubicBezTo>
                <a:lnTo>
                  <a:pt x="4912608" y="3581373"/>
                </a:lnTo>
                <a:lnTo>
                  <a:pt x="4915605" y="3580281"/>
                </a:lnTo>
                <a:cubicBezTo>
                  <a:pt x="4916602" y="3579913"/>
                  <a:pt x="4917713" y="3579913"/>
                  <a:pt x="4918710" y="3580281"/>
                </a:cubicBezTo>
                <a:lnTo>
                  <a:pt x="4937030" y="3586949"/>
                </a:lnTo>
                <a:lnTo>
                  <a:pt x="4930457" y="3584554"/>
                </a:lnTo>
                <a:lnTo>
                  <a:pt x="5502751" y="3376256"/>
                </a:lnTo>
                <a:lnTo>
                  <a:pt x="5502751" y="3792847"/>
                </a:lnTo>
                <a:lnTo>
                  <a:pt x="5508854" y="3795070"/>
                </a:lnTo>
                <a:cubicBezTo>
                  <a:pt x="5510657" y="3795724"/>
                  <a:pt x="5511851" y="3797432"/>
                  <a:pt x="5511851" y="3799343"/>
                </a:cubicBezTo>
                <a:lnTo>
                  <a:pt x="5511851" y="3799356"/>
                </a:lnTo>
                <a:cubicBezTo>
                  <a:pt x="5511844" y="3797445"/>
                  <a:pt x="5510657" y="3795737"/>
                  <a:pt x="5508860" y="3795089"/>
                </a:cubicBezTo>
                <a:lnTo>
                  <a:pt x="4918710" y="3580287"/>
                </a:lnTo>
                <a:cubicBezTo>
                  <a:pt x="4917707" y="3579913"/>
                  <a:pt x="4916608" y="3579913"/>
                  <a:pt x="4915605" y="3580287"/>
                </a:cubicBezTo>
                <a:lnTo>
                  <a:pt x="4325461" y="3795070"/>
                </a:lnTo>
                <a:cubicBezTo>
                  <a:pt x="4325011" y="3795228"/>
                  <a:pt x="4324598" y="3795463"/>
                  <a:pt x="4324236" y="3795737"/>
                </a:cubicBezTo>
                <a:cubicBezTo>
                  <a:pt x="4323143" y="3796587"/>
                  <a:pt x="4322477" y="3797908"/>
                  <a:pt x="4322477" y="3799337"/>
                </a:cubicBezTo>
                <a:lnTo>
                  <a:pt x="4322477" y="3799375"/>
                </a:lnTo>
                <a:lnTo>
                  <a:pt x="4322477" y="4228914"/>
                </a:lnTo>
                <a:lnTo>
                  <a:pt x="4322477" y="4228946"/>
                </a:lnTo>
                <a:cubicBezTo>
                  <a:pt x="4322477" y="4230851"/>
                  <a:pt x="4323670" y="4232559"/>
                  <a:pt x="4325468" y="4233213"/>
                </a:cubicBezTo>
                <a:lnTo>
                  <a:pt x="4915611" y="4448027"/>
                </a:lnTo>
                <a:cubicBezTo>
                  <a:pt x="4916113" y="4448212"/>
                  <a:pt x="4916633" y="4448307"/>
                  <a:pt x="4917161" y="4448307"/>
                </a:cubicBezTo>
                <a:cubicBezTo>
                  <a:pt x="4917161" y="4448307"/>
                  <a:pt x="4917161" y="4448307"/>
                  <a:pt x="4917167" y="4448307"/>
                </a:cubicBezTo>
                <a:cubicBezTo>
                  <a:pt x="4917694" y="4448307"/>
                  <a:pt x="4918215" y="4448212"/>
                  <a:pt x="4918716" y="4448027"/>
                </a:cubicBezTo>
                <a:lnTo>
                  <a:pt x="5508866" y="4233226"/>
                </a:lnTo>
                <a:cubicBezTo>
                  <a:pt x="5509311" y="4233067"/>
                  <a:pt x="5509730" y="4232832"/>
                  <a:pt x="5510086" y="4232553"/>
                </a:cubicBezTo>
                <a:cubicBezTo>
                  <a:pt x="5511178" y="4231709"/>
                  <a:pt x="5511851" y="4230388"/>
                  <a:pt x="5511851" y="4228959"/>
                </a:cubicBezTo>
                <a:lnTo>
                  <a:pt x="5511851" y="3802550"/>
                </a:lnTo>
                <a:lnTo>
                  <a:pt x="6092895" y="3591051"/>
                </a:lnTo>
                <a:lnTo>
                  <a:pt x="6092895" y="4440573"/>
                </a:lnTo>
                <a:lnTo>
                  <a:pt x="5505749" y="4654295"/>
                </a:lnTo>
                <a:cubicBezTo>
                  <a:pt x="5503952" y="4654949"/>
                  <a:pt x="5502751" y="4656657"/>
                  <a:pt x="5502751" y="4658562"/>
                </a:cubicBezTo>
                <a:lnTo>
                  <a:pt x="5502751" y="5088178"/>
                </a:lnTo>
                <a:cubicBezTo>
                  <a:pt x="5502751" y="5088203"/>
                  <a:pt x="5502771" y="5088222"/>
                  <a:pt x="5502771" y="5088247"/>
                </a:cubicBezTo>
                <a:cubicBezTo>
                  <a:pt x="5502777" y="5088882"/>
                  <a:pt x="5502948" y="5089479"/>
                  <a:pt x="5503209" y="5090038"/>
                </a:cubicBezTo>
                <a:cubicBezTo>
                  <a:pt x="5503272" y="5090171"/>
                  <a:pt x="5503329" y="5090298"/>
                  <a:pt x="5503399" y="5090432"/>
                </a:cubicBezTo>
                <a:cubicBezTo>
                  <a:pt x="5503716" y="5090984"/>
                  <a:pt x="5504129" y="5091486"/>
                  <a:pt x="5504663" y="5091860"/>
                </a:cubicBezTo>
                <a:cubicBezTo>
                  <a:pt x="5504675" y="5091873"/>
                  <a:pt x="5504682" y="5091892"/>
                  <a:pt x="5504694" y="5091899"/>
                </a:cubicBezTo>
                <a:cubicBezTo>
                  <a:pt x="5504808" y="5091981"/>
                  <a:pt x="5504942" y="5092013"/>
                  <a:pt x="5505063" y="5092077"/>
                </a:cubicBezTo>
                <a:cubicBezTo>
                  <a:pt x="5505285" y="5092210"/>
                  <a:pt x="5505488" y="5092362"/>
                  <a:pt x="5505742" y="5092458"/>
                </a:cubicBezTo>
                <a:lnTo>
                  <a:pt x="5690718" y="5159786"/>
                </a:lnTo>
                <a:lnTo>
                  <a:pt x="5505742" y="5227116"/>
                </a:lnTo>
                <a:cubicBezTo>
                  <a:pt x="5503945" y="5227763"/>
                  <a:pt x="5502751" y="5229478"/>
                  <a:pt x="5502751" y="5231389"/>
                </a:cubicBezTo>
                <a:cubicBezTo>
                  <a:pt x="5502751" y="5233294"/>
                  <a:pt x="5503945" y="5235009"/>
                  <a:pt x="5505742" y="5235656"/>
                </a:cubicBezTo>
                <a:lnTo>
                  <a:pt x="5690737" y="5302992"/>
                </a:lnTo>
                <a:lnTo>
                  <a:pt x="5505742" y="5370327"/>
                </a:lnTo>
                <a:cubicBezTo>
                  <a:pt x="5503945" y="5370987"/>
                  <a:pt x="5502751" y="5372689"/>
                  <a:pt x="5502751" y="5374600"/>
                </a:cubicBezTo>
                <a:cubicBezTo>
                  <a:pt x="5502751" y="5376518"/>
                  <a:pt x="5503945" y="5378227"/>
                  <a:pt x="5505742" y="5378880"/>
                </a:cubicBezTo>
                <a:lnTo>
                  <a:pt x="5690724" y="5446210"/>
                </a:lnTo>
                <a:lnTo>
                  <a:pt x="5505742" y="5513545"/>
                </a:lnTo>
                <a:cubicBezTo>
                  <a:pt x="5503945" y="5514199"/>
                  <a:pt x="5502751" y="5515907"/>
                  <a:pt x="5502751" y="5517818"/>
                </a:cubicBezTo>
                <a:cubicBezTo>
                  <a:pt x="5502751" y="5519730"/>
                  <a:pt x="5503945" y="5521444"/>
                  <a:pt x="5505742" y="5522092"/>
                </a:cubicBezTo>
                <a:lnTo>
                  <a:pt x="5887435" y="5661024"/>
                </a:lnTo>
                <a:lnTo>
                  <a:pt x="5505742" y="5799949"/>
                </a:lnTo>
                <a:cubicBezTo>
                  <a:pt x="5503945" y="5800609"/>
                  <a:pt x="5502751" y="5802311"/>
                  <a:pt x="5502751" y="5804223"/>
                </a:cubicBezTo>
                <a:cubicBezTo>
                  <a:pt x="5502751" y="5806140"/>
                  <a:pt x="5503945" y="5807848"/>
                  <a:pt x="5505742" y="5808496"/>
                </a:cubicBezTo>
                <a:lnTo>
                  <a:pt x="5887435" y="5947428"/>
                </a:lnTo>
                <a:lnTo>
                  <a:pt x="5505742" y="6086359"/>
                </a:lnTo>
                <a:cubicBezTo>
                  <a:pt x="5503945" y="6087007"/>
                  <a:pt x="5502751" y="6088722"/>
                  <a:pt x="5502751" y="6090633"/>
                </a:cubicBezTo>
                <a:cubicBezTo>
                  <a:pt x="5502751" y="6092544"/>
                  <a:pt x="5503945" y="6094259"/>
                  <a:pt x="5505742" y="6094906"/>
                </a:cubicBezTo>
                <a:lnTo>
                  <a:pt x="5887428" y="6233838"/>
                </a:lnTo>
                <a:lnTo>
                  <a:pt x="5505742" y="6372763"/>
                </a:lnTo>
                <a:cubicBezTo>
                  <a:pt x="5503945" y="6373424"/>
                  <a:pt x="5502751" y="6375126"/>
                  <a:pt x="5502751" y="6377037"/>
                </a:cubicBezTo>
                <a:cubicBezTo>
                  <a:pt x="5502751" y="6378955"/>
                  <a:pt x="5503945" y="6380663"/>
                  <a:pt x="5505742" y="6381311"/>
                </a:cubicBezTo>
                <a:lnTo>
                  <a:pt x="6095879" y="6596112"/>
                </a:lnTo>
                <a:cubicBezTo>
                  <a:pt x="6096381" y="6596302"/>
                  <a:pt x="6096908" y="6596391"/>
                  <a:pt x="6097435" y="6596391"/>
                </a:cubicBezTo>
                <a:cubicBezTo>
                  <a:pt x="6097962" y="6596391"/>
                  <a:pt x="6098489" y="6596302"/>
                  <a:pt x="6098991" y="6596112"/>
                </a:cubicBezTo>
                <a:lnTo>
                  <a:pt x="6586391" y="6418706"/>
                </a:lnTo>
                <a:lnTo>
                  <a:pt x="6586391" y="6409035"/>
                </a:lnTo>
                <a:lnTo>
                  <a:pt x="6097435" y="6587012"/>
                </a:lnTo>
                <a:lnTo>
                  <a:pt x="5520589" y="6377043"/>
                </a:lnTo>
                <a:lnTo>
                  <a:pt x="5900725" y="6238683"/>
                </a:lnTo>
                <a:lnTo>
                  <a:pt x="6095873" y="6309720"/>
                </a:lnTo>
                <a:cubicBezTo>
                  <a:pt x="6096375" y="6309911"/>
                  <a:pt x="6096902" y="6310000"/>
                  <a:pt x="6097429" y="6310000"/>
                </a:cubicBezTo>
                <a:cubicBezTo>
                  <a:pt x="6097956" y="6310000"/>
                  <a:pt x="6098483" y="6309911"/>
                  <a:pt x="6098985" y="6309720"/>
                </a:cubicBezTo>
                <a:lnTo>
                  <a:pt x="6294133" y="6238683"/>
                </a:lnTo>
                <a:lnTo>
                  <a:pt x="6586379" y="6345052"/>
                </a:lnTo>
                <a:lnTo>
                  <a:pt x="6586379" y="6335381"/>
                </a:lnTo>
                <a:lnTo>
                  <a:pt x="6307423" y="6233851"/>
                </a:lnTo>
                <a:lnTo>
                  <a:pt x="6586379" y="6132321"/>
                </a:lnTo>
                <a:lnTo>
                  <a:pt x="6586379" y="6122643"/>
                </a:lnTo>
                <a:lnTo>
                  <a:pt x="6294139" y="6229018"/>
                </a:lnTo>
                <a:lnTo>
                  <a:pt x="6098985" y="6157981"/>
                </a:lnTo>
                <a:cubicBezTo>
                  <a:pt x="6097982" y="6157613"/>
                  <a:pt x="6096876" y="6157613"/>
                  <a:pt x="6095873" y="6157981"/>
                </a:cubicBezTo>
                <a:lnTo>
                  <a:pt x="5900718" y="6229018"/>
                </a:lnTo>
                <a:lnTo>
                  <a:pt x="5520589" y="6090652"/>
                </a:lnTo>
                <a:lnTo>
                  <a:pt x="5900732" y="5952292"/>
                </a:lnTo>
                <a:lnTo>
                  <a:pt x="6095873" y="6023323"/>
                </a:lnTo>
                <a:cubicBezTo>
                  <a:pt x="6096375" y="6023513"/>
                  <a:pt x="6096902" y="6023602"/>
                  <a:pt x="6097429" y="6023602"/>
                </a:cubicBezTo>
                <a:cubicBezTo>
                  <a:pt x="6097956" y="6023602"/>
                  <a:pt x="6098483" y="6023513"/>
                  <a:pt x="6098985" y="6023323"/>
                </a:cubicBezTo>
                <a:lnTo>
                  <a:pt x="6294133" y="5952292"/>
                </a:lnTo>
                <a:lnTo>
                  <a:pt x="6586411" y="6058629"/>
                </a:lnTo>
                <a:lnTo>
                  <a:pt x="6586411" y="6048958"/>
                </a:lnTo>
                <a:lnTo>
                  <a:pt x="6307449" y="5947421"/>
                </a:lnTo>
                <a:lnTo>
                  <a:pt x="6586411" y="5845885"/>
                </a:lnTo>
                <a:lnTo>
                  <a:pt x="6586411" y="5836207"/>
                </a:lnTo>
                <a:lnTo>
                  <a:pt x="6294165" y="5942583"/>
                </a:lnTo>
                <a:lnTo>
                  <a:pt x="6099016" y="5871551"/>
                </a:lnTo>
                <a:cubicBezTo>
                  <a:pt x="6098013" y="5871177"/>
                  <a:pt x="6096908" y="5871177"/>
                  <a:pt x="6095905" y="5871551"/>
                </a:cubicBezTo>
                <a:lnTo>
                  <a:pt x="5900756" y="5942589"/>
                </a:lnTo>
                <a:lnTo>
                  <a:pt x="5520621" y="5804216"/>
                </a:lnTo>
                <a:lnTo>
                  <a:pt x="5900763" y="5665856"/>
                </a:lnTo>
                <a:lnTo>
                  <a:pt x="6095905" y="5736887"/>
                </a:lnTo>
                <a:cubicBezTo>
                  <a:pt x="6096406" y="5737071"/>
                  <a:pt x="6096934" y="5737160"/>
                  <a:pt x="6097461" y="5737160"/>
                </a:cubicBezTo>
                <a:cubicBezTo>
                  <a:pt x="6097988" y="5737160"/>
                  <a:pt x="6098515" y="5737071"/>
                  <a:pt x="6099016" y="5736887"/>
                </a:cubicBezTo>
                <a:lnTo>
                  <a:pt x="6294158" y="5665856"/>
                </a:lnTo>
                <a:lnTo>
                  <a:pt x="6586411" y="5772231"/>
                </a:lnTo>
                <a:lnTo>
                  <a:pt x="6586411" y="5762554"/>
                </a:lnTo>
                <a:lnTo>
                  <a:pt x="6307455" y="5661024"/>
                </a:lnTo>
                <a:lnTo>
                  <a:pt x="6586411" y="5559487"/>
                </a:lnTo>
                <a:lnTo>
                  <a:pt x="6586411" y="5549816"/>
                </a:lnTo>
                <a:lnTo>
                  <a:pt x="6294158" y="5656185"/>
                </a:lnTo>
                <a:lnTo>
                  <a:pt x="6110732" y="5589421"/>
                </a:lnTo>
                <a:lnTo>
                  <a:pt x="6490875" y="5451061"/>
                </a:lnTo>
                <a:lnTo>
                  <a:pt x="6586411" y="5485834"/>
                </a:lnTo>
                <a:lnTo>
                  <a:pt x="6586411" y="5476162"/>
                </a:lnTo>
                <a:lnTo>
                  <a:pt x="6504171" y="5446222"/>
                </a:lnTo>
                <a:lnTo>
                  <a:pt x="6586411" y="5416288"/>
                </a:lnTo>
                <a:lnTo>
                  <a:pt x="6586411" y="5406611"/>
                </a:lnTo>
                <a:lnTo>
                  <a:pt x="6490868" y="5441390"/>
                </a:lnTo>
                <a:lnTo>
                  <a:pt x="6307430" y="5374620"/>
                </a:lnTo>
                <a:lnTo>
                  <a:pt x="6490862" y="5307849"/>
                </a:lnTo>
                <a:lnTo>
                  <a:pt x="6586411" y="5342628"/>
                </a:lnTo>
                <a:lnTo>
                  <a:pt x="6586411" y="5332957"/>
                </a:lnTo>
                <a:lnTo>
                  <a:pt x="6504159" y="5303017"/>
                </a:lnTo>
                <a:lnTo>
                  <a:pt x="6586411" y="5273077"/>
                </a:lnTo>
                <a:lnTo>
                  <a:pt x="6586411" y="5263406"/>
                </a:lnTo>
                <a:lnTo>
                  <a:pt x="6490868" y="5298185"/>
                </a:lnTo>
                <a:lnTo>
                  <a:pt x="6307449" y="5231421"/>
                </a:lnTo>
                <a:lnTo>
                  <a:pt x="6490882" y="5164657"/>
                </a:lnTo>
                <a:lnTo>
                  <a:pt x="6586411" y="5199423"/>
                </a:lnTo>
                <a:lnTo>
                  <a:pt x="6586411" y="5189752"/>
                </a:lnTo>
                <a:lnTo>
                  <a:pt x="6504178" y="5159818"/>
                </a:lnTo>
                <a:lnTo>
                  <a:pt x="6586411" y="5129884"/>
                </a:lnTo>
                <a:lnTo>
                  <a:pt x="6586411" y="5120213"/>
                </a:lnTo>
                <a:lnTo>
                  <a:pt x="6490882" y="5154986"/>
                </a:lnTo>
                <a:lnTo>
                  <a:pt x="6099010" y="5012359"/>
                </a:lnTo>
                <a:cubicBezTo>
                  <a:pt x="6098007" y="5011990"/>
                  <a:pt x="6096902" y="5011990"/>
                  <a:pt x="6095899" y="5012359"/>
                </a:cubicBezTo>
                <a:lnTo>
                  <a:pt x="5704027" y="5154986"/>
                </a:lnTo>
                <a:lnTo>
                  <a:pt x="5520607" y="5088222"/>
                </a:lnTo>
                <a:lnTo>
                  <a:pt x="6097454" y="4878266"/>
                </a:lnTo>
                <a:lnTo>
                  <a:pt x="6586411" y="5056205"/>
                </a:lnTo>
                <a:lnTo>
                  <a:pt x="6586411" y="5046541"/>
                </a:lnTo>
                <a:lnTo>
                  <a:pt x="6586411" y="5046534"/>
                </a:lnTo>
                <a:lnTo>
                  <a:pt x="6453499" y="4998154"/>
                </a:lnTo>
                <a:lnTo>
                  <a:pt x="6110745" y="4873395"/>
                </a:lnTo>
                <a:lnTo>
                  <a:pt x="6586411" y="4700262"/>
                </a:lnTo>
                <a:lnTo>
                  <a:pt x="6586411" y="4690585"/>
                </a:lnTo>
                <a:lnTo>
                  <a:pt x="6102001" y="4866899"/>
                </a:lnTo>
                <a:lnTo>
                  <a:pt x="6102001" y="4450275"/>
                </a:lnTo>
                <a:lnTo>
                  <a:pt x="6586411" y="4626589"/>
                </a:lnTo>
                <a:lnTo>
                  <a:pt x="6586411" y="4616925"/>
                </a:lnTo>
                <a:lnTo>
                  <a:pt x="6110770" y="4443786"/>
                </a:lnTo>
                <a:lnTo>
                  <a:pt x="6102001" y="4446980"/>
                </a:lnTo>
                <a:lnTo>
                  <a:pt x="6102001" y="4446974"/>
                </a:lnTo>
                <a:lnTo>
                  <a:pt x="6586411" y="4270653"/>
                </a:lnTo>
                <a:lnTo>
                  <a:pt x="6586411" y="4260976"/>
                </a:lnTo>
                <a:lnTo>
                  <a:pt x="6568948" y="4267332"/>
                </a:lnTo>
                <a:lnTo>
                  <a:pt x="6187186" y="4406296"/>
                </a:lnTo>
                <a:lnTo>
                  <a:pt x="6102001" y="4437303"/>
                </a:lnTo>
                <a:lnTo>
                  <a:pt x="6102001" y="4437296"/>
                </a:lnTo>
                <a:lnTo>
                  <a:pt x="6102001" y="4437290"/>
                </a:lnTo>
                <a:lnTo>
                  <a:pt x="6102001" y="3591070"/>
                </a:lnTo>
                <a:lnTo>
                  <a:pt x="6586411" y="3767396"/>
                </a:lnTo>
                <a:lnTo>
                  <a:pt x="6586411" y="3757719"/>
                </a:lnTo>
                <a:lnTo>
                  <a:pt x="6586411" y="3757713"/>
                </a:lnTo>
                <a:lnTo>
                  <a:pt x="6110751" y="3584573"/>
                </a:lnTo>
                <a:lnTo>
                  <a:pt x="6586411" y="3411447"/>
                </a:lnTo>
                <a:lnTo>
                  <a:pt x="6586411" y="3401770"/>
                </a:lnTo>
                <a:lnTo>
                  <a:pt x="6102007" y="3578084"/>
                </a:lnTo>
                <a:lnTo>
                  <a:pt x="6102007" y="3161460"/>
                </a:lnTo>
                <a:lnTo>
                  <a:pt x="6586411" y="3337775"/>
                </a:lnTo>
                <a:lnTo>
                  <a:pt x="6586411" y="3328103"/>
                </a:lnTo>
                <a:lnTo>
                  <a:pt x="6110770" y="3154971"/>
                </a:lnTo>
                <a:lnTo>
                  <a:pt x="6586411" y="2981851"/>
                </a:lnTo>
                <a:lnTo>
                  <a:pt x="6586411" y="2972173"/>
                </a:lnTo>
                <a:lnTo>
                  <a:pt x="6097473" y="3150126"/>
                </a:lnTo>
                <a:lnTo>
                  <a:pt x="6099010" y="3150684"/>
                </a:lnTo>
                <a:cubicBezTo>
                  <a:pt x="6100807" y="3151338"/>
                  <a:pt x="6102001" y="3153047"/>
                  <a:pt x="6102001" y="3154958"/>
                </a:cubicBezTo>
                <a:lnTo>
                  <a:pt x="6102001" y="3154958"/>
                </a:lnTo>
                <a:cubicBezTo>
                  <a:pt x="6102001" y="3153053"/>
                  <a:pt x="6100807" y="3151345"/>
                  <a:pt x="6099010" y="3150697"/>
                </a:cubicBezTo>
                <a:lnTo>
                  <a:pt x="5508873" y="2935889"/>
                </a:lnTo>
                <a:lnTo>
                  <a:pt x="5520633" y="2940169"/>
                </a:lnTo>
                <a:lnTo>
                  <a:pt x="6099010" y="2729648"/>
                </a:lnTo>
                <a:cubicBezTo>
                  <a:pt x="6100807" y="2729000"/>
                  <a:pt x="6102001" y="2727285"/>
                  <a:pt x="6102001" y="2725374"/>
                </a:cubicBezTo>
                <a:lnTo>
                  <a:pt x="6102001" y="2298959"/>
                </a:lnTo>
                <a:lnTo>
                  <a:pt x="6586411" y="2122638"/>
                </a:lnTo>
                <a:lnTo>
                  <a:pt x="6586411" y="2112967"/>
                </a:lnTo>
                <a:lnTo>
                  <a:pt x="6102001" y="2289288"/>
                </a:lnTo>
                <a:lnTo>
                  <a:pt x="6102001" y="1869356"/>
                </a:lnTo>
                <a:lnTo>
                  <a:pt x="6586411" y="1693029"/>
                </a:lnTo>
                <a:lnTo>
                  <a:pt x="6586411" y="1683352"/>
                </a:lnTo>
                <a:lnTo>
                  <a:pt x="6102001" y="1859672"/>
                </a:lnTo>
                <a:lnTo>
                  <a:pt x="6102001" y="1443074"/>
                </a:lnTo>
                <a:lnTo>
                  <a:pt x="6586411" y="1619382"/>
                </a:lnTo>
                <a:lnTo>
                  <a:pt x="6586411" y="1609711"/>
                </a:lnTo>
                <a:lnTo>
                  <a:pt x="6102001" y="1433390"/>
                </a:lnTo>
                <a:lnTo>
                  <a:pt x="6102001" y="1433390"/>
                </a:lnTo>
                <a:lnTo>
                  <a:pt x="6110738" y="1436565"/>
                </a:lnTo>
                <a:lnTo>
                  <a:pt x="6586411" y="1263433"/>
                </a:lnTo>
                <a:lnTo>
                  <a:pt x="6586411" y="1253755"/>
                </a:lnTo>
                <a:lnTo>
                  <a:pt x="6102001" y="1430076"/>
                </a:lnTo>
                <a:lnTo>
                  <a:pt x="6102001" y="1013465"/>
                </a:lnTo>
                <a:lnTo>
                  <a:pt x="6586411" y="1189773"/>
                </a:lnTo>
                <a:lnTo>
                  <a:pt x="6586411" y="1180108"/>
                </a:lnTo>
                <a:lnTo>
                  <a:pt x="6099010" y="1002695"/>
                </a:lnTo>
                <a:lnTo>
                  <a:pt x="6309919" y="1079460"/>
                </a:lnTo>
                <a:lnTo>
                  <a:pt x="6477420" y="1140427"/>
                </a:lnTo>
                <a:lnTo>
                  <a:pt x="6110751" y="1006962"/>
                </a:lnTo>
                <a:lnTo>
                  <a:pt x="6294184" y="940198"/>
                </a:lnTo>
                <a:lnTo>
                  <a:pt x="6586411" y="1046561"/>
                </a:lnTo>
                <a:lnTo>
                  <a:pt x="6586411" y="1036884"/>
                </a:lnTo>
                <a:lnTo>
                  <a:pt x="6307468" y="935353"/>
                </a:lnTo>
                <a:lnTo>
                  <a:pt x="6490888" y="868596"/>
                </a:lnTo>
                <a:lnTo>
                  <a:pt x="6586411" y="903362"/>
                </a:lnTo>
                <a:lnTo>
                  <a:pt x="6586411" y="893691"/>
                </a:lnTo>
                <a:lnTo>
                  <a:pt x="6504185" y="863764"/>
                </a:lnTo>
                <a:lnTo>
                  <a:pt x="6586411" y="833836"/>
                </a:lnTo>
                <a:lnTo>
                  <a:pt x="6586411" y="824159"/>
                </a:lnTo>
                <a:lnTo>
                  <a:pt x="6490888" y="858931"/>
                </a:lnTo>
                <a:lnTo>
                  <a:pt x="6307462" y="792167"/>
                </a:lnTo>
                <a:lnTo>
                  <a:pt x="6490900" y="725403"/>
                </a:lnTo>
                <a:lnTo>
                  <a:pt x="6586411" y="760170"/>
                </a:lnTo>
                <a:lnTo>
                  <a:pt x="6586411" y="750499"/>
                </a:lnTo>
                <a:lnTo>
                  <a:pt x="6504191" y="720571"/>
                </a:lnTo>
                <a:lnTo>
                  <a:pt x="6586411" y="690631"/>
                </a:lnTo>
                <a:lnTo>
                  <a:pt x="6586411" y="680953"/>
                </a:lnTo>
                <a:lnTo>
                  <a:pt x="6490894" y="715720"/>
                </a:lnTo>
                <a:lnTo>
                  <a:pt x="6307468" y="648956"/>
                </a:lnTo>
                <a:lnTo>
                  <a:pt x="6586411" y="547426"/>
                </a:lnTo>
                <a:lnTo>
                  <a:pt x="6586411" y="537748"/>
                </a:lnTo>
                <a:lnTo>
                  <a:pt x="6294177" y="644117"/>
                </a:lnTo>
                <a:lnTo>
                  <a:pt x="6110770" y="577353"/>
                </a:lnTo>
                <a:lnTo>
                  <a:pt x="6586411" y="404233"/>
                </a:lnTo>
                <a:lnTo>
                  <a:pt x="6586411" y="394562"/>
                </a:lnTo>
                <a:close/>
                <a:moveTo>
                  <a:pt x="790746" y="369029"/>
                </a:moveTo>
                <a:lnTo>
                  <a:pt x="1363053" y="577353"/>
                </a:lnTo>
                <a:lnTo>
                  <a:pt x="790746" y="785659"/>
                </a:lnTo>
                <a:lnTo>
                  <a:pt x="790746" y="369029"/>
                </a:lnTo>
                <a:close/>
                <a:moveTo>
                  <a:pt x="1371791" y="1000466"/>
                </a:moveTo>
                <a:lnTo>
                  <a:pt x="799503" y="792148"/>
                </a:lnTo>
                <a:lnTo>
                  <a:pt x="1371791" y="583849"/>
                </a:lnTo>
                <a:lnTo>
                  <a:pt x="1371791" y="1000466"/>
                </a:lnTo>
                <a:close/>
                <a:moveTo>
                  <a:pt x="1371791" y="570851"/>
                </a:moveTo>
                <a:lnTo>
                  <a:pt x="799490" y="362545"/>
                </a:lnTo>
                <a:lnTo>
                  <a:pt x="982917" y="295788"/>
                </a:lnTo>
                <a:lnTo>
                  <a:pt x="1371791" y="437336"/>
                </a:lnTo>
                <a:lnTo>
                  <a:pt x="1371791" y="570851"/>
                </a:lnTo>
                <a:close/>
                <a:moveTo>
                  <a:pt x="1371791" y="427658"/>
                </a:moveTo>
                <a:lnTo>
                  <a:pt x="996207" y="290949"/>
                </a:lnTo>
                <a:lnTo>
                  <a:pt x="1016273" y="283647"/>
                </a:lnTo>
                <a:lnTo>
                  <a:pt x="1371791" y="154246"/>
                </a:lnTo>
                <a:lnTo>
                  <a:pt x="1371791" y="427658"/>
                </a:lnTo>
                <a:close/>
                <a:moveTo>
                  <a:pt x="200603" y="3161460"/>
                </a:moveTo>
                <a:lnTo>
                  <a:pt x="772916" y="3369772"/>
                </a:lnTo>
                <a:lnTo>
                  <a:pt x="200603" y="3578084"/>
                </a:lnTo>
                <a:lnTo>
                  <a:pt x="200603" y="3161460"/>
                </a:lnTo>
                <a:close/>
                <a:moveTo>
                  <a:pt x="781647" y="3792885"/>
                </a:moveTo>
                <a:lnTo>
                  <a:pt x="781647" y="3792885"/>
                </a:lnTo>
                <a:lnTo>
                  <a:pt x="418655" y="3660761"/>
                </a:lnTo>
                <a:lnTo>
                  <a:pt x="209353" y="3584573"/>
                </a:lnTo>
                <a:lnTo>
                  <a:pt x="781653" y="3376275"/>
                </a:lnTo>
                <a:lnTo>
                  <a:pt x="781647" y="3792885"/>
                </a:lnTo>
                <a:close/>
                <a:moveTo>
                  <a:pt x="781653" y="2946665"/>
                </a:moveTo>
                <a:lnTo>
                  <a:pt x="781653" y="3363276"/>
                </a:lnTo>
                <a:lnTo>
                  <a:pt x="209353" y="3154964"/>
                </a:lnTo>
                <a:lnTo>
                  <a:pt x="520027" y="3041884"/>
                </a:lnTo>
                <a:lnTo>
                  <a:pt x="781653" y="2946665"/>
                </a:lnTo>
                <a:lnTo>
                  <a:pt x="781653" y="2946665"/>
                </a:lnTo>
                <a:close/>
                <a:moveTo>
                  <a:pt x="9112" y="4090351"/>
                </a:moveTo>
                <a:lnTo>
                  <a:pt x="581425" y="4298663"/>
                </a:lnTo>
                <a:lnTo>
                  <a:pt x="9112" y="4506975"/>
                </a:lnTo>
                <a:lnTo>
                  <a:pt x="9112" y="4090351"/>
                </a:lnTo>
                <a:close/>
                <a:moveTo>
                  <a:pt x="590156" y="4721782"/>
                </a:moveTo>
                <a:lnTo>
                  <a:pt x="17862" y="4513464"/>
                </a:lnTo>
                <a:lnTo>
                  <a:pt x="590156" y="4305165"/>
                </a:lnTo>
                <a:lnTo>
                  <a:pt x="590156" y="4721782"/>
                </a:lnTo>
                <a:close/>
                <a:moveTo>
                  <a:pt x="590156" y="4292167"/>
                </a:moveTo>
                <a:lnTo>
                  <a:pt x="17869" y="4083855"/>
                </a:lnTo>
                <a:lnTo>
                  <a:pt x="590156" y="3875550"/>
                </a:lnTo>
                <a:lnTo>
                  <a:pt x="590156" y="4292167"/>
                </a:lnTo>
                <a:close/>
                <a:moveTo>
                  <a:pt x="1380877" y="3154964"/>
                </a:moveTo>
                <a:lnTo>
                  <a:pt x="1380877" y="3154964"/>
                </a:lnTo>
                <a:cubicBezTo>
                  <a:pt x="1380877" y="3154494"/>
                  <a:pt x="1380801" y="3154031"/>
                  <a:pt x="1380662" y="3153593"/>
                </a:cubicBezTo>
                <a:cubicBezTo>
                  <a:pt x="1380807" y="3154031"/>
                  <a:pt x="1380877" y="3154488"/>
                  <a:pt x="1380877" y="3154964"/>
                </a:cubicBezTo>
                <a:close/>
                <a:moveTo>
                  <a:pt x="1953178" y="3369772"/>
                </a:moveTo>
                <a:lnTo>
                  <a:pt x="1953178" y="3369772"/>
                </a:lnTo>
                <a:lnTo>
                  <a:pt x="1555776" y="3514419"/>
                </a:lnTo>
                <a:lnTo>
                  <a:pt x="1380877" y="3578077"/>
                </a:lnTo>
                <a:lnTo>
                  <a:pt x="1380877" y="3578071"/>
                </a:lnTo>
                <a:lnTo>
                  <a:pt x="1380877" y="3161467"/>
                </a:lnTo>
                <a:lnTo>
                  <a:pt x="1380877" y="3161467"/>
                </a:lnTo>
                <a:lnTo>
                  <a:pt x="1953178" y="3369772"/>
                </a:lnTo>
                <a:close/>
                <a:moveTo>
                  <a:pt x="1380877" y="3584573"/>
                </a:moveTo>
                <a:lnTo>
                  <a:pt x="1380877" y="3584535"/>
                </a:lnTo>
                <a:cubicBezTo>
                  <a:pt x="1380877" y="3584548"/>
                  <a:pt x="1380884" y="3584561"/>
                  <a:pt x="1380877" y="3584573"/>
                </a:cubicBezTo>
                <a:cubicBezTo>
                  <a:pt x="1380884" y="3585787"/>
                  <a:pt x="1380363" y="3586891"/>
                  <a:pt x="1379544" y="3587723"/>
                </a:cubicBezTo>
                <a:cubicBezTo>
                  <a:pt x="1380357" y="3586891"/>
                  <a:pt x="1380877" y="3585787"/>
                  <a:pt x="1380877" y="3584573"/>
                </a:cubicBezTo>
                <a:close/>
                <a:moveTo>
                  <a:pt x="790746" y="2946665"/>
                </a:moveTo>
                <a:lnTo>
                  <a:pt x="1363040" y="3154971"/>
                </a:lnTo>
                <a:lnTo>
                  <a:pt x="790746" y="3363282"/>
                </a:lnTo>
                <a:lnTo>
                  <a:pt x="790746" y="2946665"/>
                </a:lnTo>
                <a:close/>
                <a:moveTo>
                  <a:pt x="1371791" y="3161460"/>
                </a:moveTo>
                <a:lnTo>
                  <a:pt x="1371791" y="3578084"/>
                </a:lnTo>
                <a:lnTo>
                  <a:pt x="799478" y="3369772"/>
                </a:lnTo>
                <a:lnTo>
                  <a:pt x="1371791" y="3161460"/>
                </a:lnTo>
                <a:close/>
                <a:moveTo>
                  <a:pt x="790740" y="3792885"/>
                </a:moveTo>
                <a:lnTo>
                  <a:pt x="790740" y="3792873"/>
                </a:lnTo>
                <a:lnTo>
                  <a:pt x="790746" y="3376281"/>
                </a:lnTo>
                <a:lnTo>
                  <a:pt x="1363034" y="3584580"/>
                </a:lnTo>
                <a:lnTo>
                  <a:pt x="1363040" y="3584580"/>
                </a:lnTo>
                <a:lnTo>
                  <a:pt x="1201128" y="3643514"/>
                </a:lnTo>
                <a:lnTo>
                  <a:pt x="790740" y="3792885"/>
                </a:lnTo>
                <a:lnTo>
                  <a:pt x="790740" y="3792885"/>
                </a:lnTo>
                <a:close/>
                <a:moveTo>
                  <a:pt x="599250" y="4721782"/>
                </a:moveTo>
                <a:lnTo>
                  <a:pt x="599250" y="4305171"/>
                </a:lnTo>
                <a:lnTo>
                  <a:pt x="1171549" y="4513471"/>
                </a:lnTo>
                <a:lnTo>
                  <a:pt x="599250" y="4721782"/>
                </a:lnTo>
                <a:close/>
                <a:moveTo>
                  <a:pt x="1180300" y="4506975"/>
                </a:moveTo>
                <a:lnTo>
                  <a:pt x="607981" y="4298663"/>
                </a:lnTo>
                <a:lnTo>
                  <a:pt x="1180300" y="4090351"/>
                </a:lnTo>
                <a:lnTo>
                  <a:pt x="1180300" y="4506975"/>
                </a:lnTo>
                <a:close/>
                <a:moveTo>
                  <a:pt x="599250" y="4292167"/>
                </a:moveTo>
                <a:lnTo>
                  <a:pt x="599250" y="3875556"/>
                </a:lnTo>
                <a:lnTo>
                  <a:pt x="1171537" y="4083861"/>
                </a:lnTo>
                <a:lnTo>
                  <a:pt x="599250" y="4292167"/>
                </a:lnTo>
                <a:close/>
                <a:moveTo>
                  <a:pt x="1961928" y="4225784"/>
                </a:moveTo>
                <a:lnTo>
                  <a:pt x="1189393" y="4506981"/>
                </a:lnTo>
                <a:lnTo>
                  <a:pt x="1189393" y="4087049"/>
                </a:lnTo>
                <a:lnTo>
                  <a:pt x="1961928" y="3805865"/>
                </a:lnTo>
                <a:lnTo>
                  <a:pt x="1961928" y="4225784"/>
                </a:lnTo>
                <a:close/>
                <a:moveTo>
                  <a:pt x="1961928" y="3376275"/>
                </a:moveTo>
                <a:lnTo>
                  <a:pt x="1961928" y="3796200"/>
                </a:lnTo>
                <a:lnTo>
                  <a:pt x="1184853" y="4079023"/>
                </a:lnTo>
                <a:lnTo>
                  <a:pt x="1186390" y="4079582"/>
                </a:lnTo>
                <a:cubicBezTo>
                  <a:pt x="1188193" y="4080235"/>
                  <a:pt x="1189393" y="4081943"/>
                  <a:pt x="1189393" y="4083855"/>
                </a:cubicBezTo>
                <a:lnTo>
                  <a:pt x="1189393" y="4083861"/>
                </a:lnTo>
                <a:cubicBezTo>
                  <a:pt x="1189393" y="4081950"/>
                  <a:pt x="1188199" y="4080248"/>
                  <a:pt x="1186396" y="4079594"/>
                </a:cubicBezTo>
                <a:lnTo>
                  <a:pt x="596252" y="3864793"/>
                </a:lnTo>
                <a:cubicBezTo>
                  <a:pt x="595935" y="3864672"/>
                  <a:pt x="595598" y="3864659"/>
                  <a:pt x="595274" y="3864615"/>
                </a:cubicBezTo>
                <a:cubicBezTo>
                  <a:pt x="595604" y="3864659"/>
                  <a:pt x="595935" y="3864672"/>
                  <a:pt x="596252" y="3864786"/>
                </a:cubicBezTo>
                <a:lnTo>
                  <a:pt x="608000" y="3869066"/>
                </a:lnTo>
                <a:lnTo>
                  <a:pt x="787705" y="3803655"/>
                </a:lnTo>
                <a:cubicBezTo>
                  <a:pt x="787717" y="3803648"/>
                  <a:pt x="787736" y="3803655"/>
                  <a:pt x="787749" y="3803648"/>
                </a:cubicBezTo>
                <a:lnTo>
                  <a:pt x="1325258" y="3607999"/>
                </a:lnTo>
                <a:lnTo>
                  <a:pt x="1377887" y="3588841"/>
                </a:lnTo>
                <a:lnTo>
                  <a:pt x="1961928" y="3376256"/>
                </a:lnTo>
                <a:lnTo>
                  <a:pt x="1961928" y="3376275"/>
                </a:lnTo>
                <a:close/>
                <a:moveTo>
                  <a:pt x="1961928" y="3363276"/>
                </a:moveTo>
                <a:lnTo>
                  <a:pt x="1397495" y="3157834"/>
                </a:lnTo>
                <a:lnTo>
                  <a:pt x="1389628" y="3154971"/>
                </a:lnTo>
                <a:lnTo>
                  <a:pt x="1961928" y="2946672"/>
                </a:lnTo>
                <a:lnTo>
                  <a:pt x="1961928" y="3363276"/>
                </a:lnTo>
                <a:close/>
                <a:moveTo>
                  <a:pt x="1961928" y="2933673"/>
                </a:moveTo>
                <a:lnTo>
                  <a:pt x="1389628" y="2725361"/>
                </a:lnTo>
                <a:lnTo>
                  <a:pt x="1961928" y="2517062"/>
                </a:lnTo>
                <a:lnTo>
                  <a:pt x="1961928" y="2933673"/>
                </a:lnTo>
                <a:close/>
                <a:moveTo>
                  <a:pt x="1961928" y="365727"/>
                </a:moveTo>
                <a:lnTo>
                  <a:pt x="1763236" y="293407"/>
                </a:lnTo>
                <a:lnTo>
                  <a:pt x="1759718" y="292124"/>
                </a:lnTo>
                <a:lnTo>
                  <a:pt x="1961928" y="365727"/>
                </a:lnTo>
                <a:close/>
                <a:moveTo>
                  <a:pt x="1380884" y="154246"/>
                </a:moveTo>
                <a:lnTo>
                  <a:pt x="1680775" y="263390"/>
                </a:lnTo>
                <a:lnTo>
                  <a:pt x="1380884" y="154246"/>
                </a:lnTo>
                <a:lnTo>
                  <a:pt x="1756461" y="290943"/>
                </a:lnTo>
                <a:lnTo>
                  <a:pt x="1380884" y="427652"/>
                </a:lnTo>
                <a:lnTo>
                  <a:pt x="1380884" y="154246"/>
                </a:lnTo>
                <a:close/>
                <a:moveTo>
                  <a:pt x="1380884" y="437323"/>
                </a:moveTo>
                <a:lnTo>
                  <a:pt x="1769751" y="295781"/>
                </a:lnTo>
                <a:lnTo>
                  <a:pt x="1953178" y="362539"/>
                </a:lnTo>
                <a:lnTo>
                  <a:pt x="1380884" y="570844"/>
                </a:lnTo>
                <a:lnTo>
                  <a:pt x="1380884" y="437323"/>
                </a:lnTo>
                <a:close/>
                <a:moveTo>
                  <a:pt x="1961928" y="369029"/>
                </a:moveTo>
                <a:lnTo>
                  <a:pt x="1961928" y="785659"/>
                </a:lnTo>
                <a:lnTo>
                  <a:pt x="1389615" y="577353"/>
                </a:lnTo>
                <a:lnTo>
                  <a:pt x="1961928" y="369029"/>
                </a:lnTo>
                <a:close/>
                <a:moveTo>
                  <a:pt x="1380884" y="583849"/>
                </a:moveTo>
                <a:lnTo>
                  <a:pt x="1953171" y="792148"/>
                </a:lnTo>
                <a:lnTo>
                  <a:pt x="1380884" y="1000466"/>
                </a:lnTo>
                <a:lnTo>
                  <a:pt x="1380884" y="583849"/>
                </a:lnTo>
                <a:close/>
                <a:moveTo>
                  <a:pt x="1966468" y="1216919"/>
                </a:moveTo>
                <a:lnTo>
                  <a:pt x="1389628" y="1006956"/>
                </a:lnTo>
                <a:lnTo>
                  <a:pt x="1966475" y="797000"/>
                </a:lnTo>
                <a:lnTo>
                  <a:pt x="2543321" y="1006956"/>
                </a:lnTo>
                <a:lnTo>
                  <a:pt x="2176653" y="1140420"/>
                </a:lnTo>
                <a:lnTo>
                  <a:pt x="2053927" y="1185093"/>
                </a:lnTo>
                <a:lnTo>
                  <a:pt x="1966468" y="1216919"/>
                </a:lnTo>
                <a:lnTo>
                  <a:pt x="1966468" y="1216919"/>
                </a:lnTo>
                <a:close/>
                <a:moveTo>
                  <a:pt x="1971021" y="2946659"/>
                </a:moveTo>
                <a:lnTo>
                  <a:pt x="2543334" y="3154977"/>
                </a:lnTo>
                <a:lnTo>
                  <a:pt x="1971021" y="3363289"/>
                </a:lnTo>
                <a:lnTo>
                  <a:pt x="1971021" y="2946659"/>
                </a:lnTo>
                <a:close/>
                <a:moveTo>
                  <a:pt x="1971021" y="3376275"/>
                </a:moveTo>
                <a:lnTo>
                  <a:pt x="1971021" y="3376275"/>
                </a:lnTo>
                <a:lnTo>
                  <a:pt x="2194827" y="3457732"/>
                </a:lnTo>
                <a:lnTo>
                  <a:pt x="2543315" y="3584580"/>
                </a:lnTo>
                <a:lnTo>
                  <a:pt x="2543334" y="3584586"/>
                </a:lnTo>
                <a:lnTo>
                  <a:pt x="1971021" y="3792892"/>
                </a:lnTo>
                <a:lnTo>
                  <a:pt x="1971021" y="3376275"/>
                </a:lnTo>
                <a:close/>
                <a:moveTo>
                  <a:pt x="1971021" y="3805871"/>
                </a:moveTo>
                <a:lnTo>
                  <a:pt x="2543340" y="4014189"/>
                </a:lnTo>
                <a:lnTo>
                  <a:pt x="1971021" y="4222488"/>
                </a:lnTo>
                <a:lnTo>
                  <a:pt x="1971021" y="3805871"/>
                </a:lnTo>
                <a:close/>
                <a:moveTo>
                  <a:pt x="2552071" y="4437290"/>
                </a:moveTo>
                <a:lnTo>
                  <a:pt x="2552071" y="4437290"/>
                </a:lnTo>
                <a:lnTo>
                  <a:pt x="2437568" y="4395615"/>
                </a:lnTo>
                <a:lnTo>
                  <a:pt x="1979784" y="4228984"/>
                </a:lnTo>
                <a:lnTo>
                  <a:pt x="2552071" y="4020691"/>
                </a:lnTo>
                <a:lnTo>
                  <a:pt x="2552071" y="4437290"/>
                </a:lnTo>
                <a:close/>
                <a:moveTo>
                  <a:pt x="2552071" y="3591076"/>
                </a:moveTo>
                <a:lnTo>
                  <a:pt x="2552071" y="4007687"/>
                </a:lnTo>
                <a:lnTo>
                  <a:pt x="1979771" y="3799375"/>
                </a:lnTo>
                <a:lnTo>
                  <a:pt x="2286959" y="3687571"/>
                </a:lnTo>
                <a:lnTo>
                  <a:pt x="2552071" y="3591076"/>
                </a:lnTo>
                <a:lnTo>
                  <a:pt x="2552071" y="3591076"/>
                </a:lnTo>
                <a:close/>
                <a:moveTo>
                  <a:pt x="2552071" y="3578077"/>
                </a:moveTo>
                <a:lnTo>
                  <a:pt x="2552071" y="3578090"/>
                </a:lnTo>
                <a:lnTo>
                  <a:pt x="2076424" y="3404951"/>
                </a:lnTo>
                <a:lnTo>
                  <a:pt x="1979771" y="3369772"/>
                </a:lnTo>
                <a:lnTo>
                  <a:pt x="2552071" y="3161473"/>
                </a:lnTo>
                <a:lnTo>
                  <a:pt x="2552071" y="3578077"/>
                </a:lnTo>
                <a:close/>
                <a:moveTo>
                  <a:pt x="2552071" y="2731876"/>
                </a:moveTo>
                <a:lnTo>
                  <a:pt x="2552071" y="3148475"/>
                </a:lnTo>
                <a:lnTo>
                  <a:pt x="1979790" y="2940176"/>
                </a:lnTo>
                <a:lnTo>
                  <a:pt x="1971021" y="2943363"/>
                </a:lnTo>
                <a:lnTo>
                  <a:pt x="1971021" y="2943351"/>
                </a:lnTo>
                <a:lnTo>
                  <a:pt x="2552071" y="2731876"/>
                </a:lnTo>
                <a:lnTo>
                  <a:pt x="2552071" y="2731876"/>
                </a:lnTo>
                <a:close/>
                <a:moveTo>
                  <a:pt x="1971027" y="2933673"/>
                </a:moveTo>
                <a:lnTo>
                  <a:pt x="1971027" y="2517075"/>
                </a:lnTo>
                <a:lnTo>
                  <a:pt x="2543315" y="2725380"/>
                </a:lnTo>
                <a:lnTo>
                  <a:pt x="2543321" y="2725380"/>
                </a:lnTo>
                <a:lnTo>
                  <a:pt x="2424602" y="2768598"/>
                </a:lnTo>
                <a:lnTo>
                  <a:pt x="2018449" y="2916414"/>
                </a:lnTo>
                <a:lnTo>
                  <a:pt x="1971027" y="2933673"/>
                </a:lnTo>
                <a:close/>
                <a:moveTo>
                  <a:pt x="2552071" y="2718884"/>
                </a:moveTo>
                <a:lnTo>
                  <a:pt x="2401995" y="2664262"/>
                </a:lnTo>
                <a:lnTo>
                  <a:pt x="1971021" y="2507398"/>
                </a:lnTo>
                <a:lnTo>
                  <a:pt x="1971021" y="2507391"/>
                </a:lnTo>
                <a:lnTo>
                  <a:pt x="1971021" y="1657863"/>
                </a:lnTo>
                <a:lnTo>
                  <a:pt x="1971021" y="1657857"/>
                </a:lnTo>
                <a:lnTo>
                  <a:pt x="2358345" y="1798839"/>
                </a:lnTo>
                <a:lnTo>
                  <a:pt x="2552071" y="1869350"/>
                </a:lnTo>
                <a:lnTo>
                  <a:pt x="2552071" y="2718884"/>
                </a:lnTo>
                <a:close/>
                <a:moveTo>
                  <a:pt x="2552071" y="1859672"/>
                </a:moveTo>
                <a:lnTo>
                  <a:pt x="1979771" y="1651367"/>
                </a:lnTo>
                <a:lnTo>
                  <a:pt x="2552071" y="1443068"/>
                </a:lnTo>
                <a:lnTo>
                  <a:pt x="2552071" y="1859672"/>
                </a:lnTo>
                <a:close/>
                <a:moveTo>
                  <a:pt x="2552071" y="1013458"/>
                </a:moveTo>
                <a:lnTo>
                  <a:pt x="2552071" y="1430069"/>
                </a:lnTo>
                <a:lnTo>
                  <a:pt x="1979771" y="1221758"/>
                </a:lnTo>
                <a:lnTo>
                  <a:pt x="2552071" y="1013458"/>
                </a:lnTo>
                <a:lnTo>
                  <a:pt x="1968030" y="1226031"/>
                </a:lnTo>
                <a:lnTo>
                  <a:pt x="2552071" y="1013446"/>
                </a:lnTo>
                <a:lnTo>
                  <a:pt x="2552071" y="1013458"/>
                </a:lnTo>
                <a:close/>
                <a:moveTo>
                  <a:pt x="2561171" y="2722205"/>
                </a:moveTo>
                <a:lnTo>
                  <a:pt x="2561171" y="2722205"/>
                </a:lnTo>
                <a:lnTo>
                  <a:pt x="2569922" y="2725380"/>
                </a:lnTo>
                <a:lnTo>
                  <a:pt x="3142208" y="2517062"/>
                </a:lnTo>
                <a:lnTo>
                  <a:pt x="3142208" y="2933673"/>
                </a:lnTo>
                <a:lnTo>
                  <a:pt x="3142208" y="2933686"/>
                </a:lnTo>
                <a:lnTo>
                  <a:pt x="2561171" y="2722205"/>
                </a:lnTo>
                <a:close/>
                <a:moveTo>
                  <a:pt x="3133458" y="2940169"/>
                </a:moveTo>
                <a:lnTo>
                  <a:pt x="2561171" y="3148475"/>
                </a:lnTo>
                <a:lnTo>
                  <a:pt x="2561171" y="2731876"/>
                </a:lnTo>
                <a:lnTo>
                  <a:pt x="3133458" y="2940169"/>
                </a:lnTo>
                <a:close/>
                <a:moveTo>
                  <a:pt x="2561171" y="2718884"/>
                </a:moveTo>
                <a:lnTo>
                  <a:pt x="2561171" y="1869350"/>
                </a:lnTo>
                <a:lnTo>
                  <a:pt x="2754890" y="1798839"/>
                </a:lnTo>
                <a:lnTo>
                  <a:pt x="3142208" y="1657857"/>
                </a:lnTo>
                <a:lnTo>
                  <a:pt x="3142208" y="1657863"/>
                </a:lnTo>
                <a:lnTo>
                  <a:pt x="3142208" y="2507385"/>
                </a:lnTo>
                <a:lnTo>
                  <a:pt x="2561171" y="2718884"/>
                </a:lnTo>
                <a:close/>
                <a:moveTo>
                  <a:pt x="2561171" y="1859672"/>
                </a:moveTo>
                <a:lnTo>
                  <a:pt x="2561171" y="1443068"/>
                </a:lnTo>
                <a:lnTo>
                  <a:pt x="3133465" y="1651367"/>
                </a:lnTo>
                <a:lnTo>
                  <a:pt x="2561171" y="1859672"/>
                </a:lnTo>
                <a:close/>
                <a:moveTo>
                  <a:pt x="2561165" y="1006962"/>
                </a:moveTo>
                <a:lnTo>
                  <a:pt x="2561165" y="1006962"/>
                </a:lnTo>
                <a:lnTo>
                  <a:pt x="2561165" y="1006962"/>
                </a:lnTo>
                <a:lnTo>
                  <a:pt x="2561165" y="1006962"/>
                </a:lnTo>
                <a:close/>
                <a:moveTo>
                  <a:pt x="3133458" y="1221764"/>
                </a:moveTo>
                <a:lnTo>
                  <a:pt x="2561171" y="1430076"/>
                </a:lnTo>
                <a:lnTo>
                  <a:pt x="2561171" y="1013465"/>
                </a:lnTo>
                <a:lnTo>
                  <a:pt x="3133458" y="1221764"/>
                </a:lnTo>
                <a:close/>
                <a:moveTo>
                  <a:pt x="3133465" y="3369778"/>
                </a:moveTo>
                <a:lnTo>
                  <a:pt x="2561171" y="3578096"/>
                </a:lnTo>
                <a:lnTo>
                  <a:pt x="2561171" y="3161479"/>
                </a:lnTo>
                <a:lnTo>
                  <a:pt x="3133465" y="3369778"/>
                </a:lnTo>
                <a:close/>
                <a:moveTo>
                  <a:pt x="3133465" y="3799381"/>
                </a:moveTo>
                <a:lnTo>
                  <a:pt x="2561171" y="4007693"/>
                </a:lnTo>
                <a:lnTo>
                  <a:pt x="2561171" y="3591082"/>
                </a:lnTo>
                <a:lnTo>
                  <a:pt x="3133465" y="3799381"/>
                </a:lnTo>
                <a:close/>
                <a:moveTo>
                  <a:pt x="2561171" y="4437284"/>
                </a:moveTo>
                <a:lnTo>
                  <a:pt x="2561171" y="4020691"/>
                </a:lnTo>
                <a:lnTo>
                  <a:pt x="3133452" y="4228984"/>
                </a:lnTo>
                <a:lnTo>
                  <a:pt x="2561171" y="4437284"/>
                </a:lnTo>
                <a:close/>
                <a:moveTo>
                  <a:pt x="3142208" y="4222488"/>
                </a:moveTo>
                <a:lnTo>
                  <a:pt x="2569890" y="4014189"/>
                </a:lnTo>
                <a:lnTo>
                  <a:pt x="3142208" y="3805871"/>
                </a:lnTo>
                <a:lnTo>
                  <a:pt x="3142208" y="4222488"/>
                </a:lnTo>
                <a:close/>
                <a:moveTo>
                  <a:pt x="3142208" y="3792892"/>
                </a:moveTo>
                <a:lnTo>
                  <a:pt x="3142208" y="3792904"/>
                </a:lnTo>
                <a:lnTo>
                  <a:pt x="2569896" y="3584586"/>
                </a:lnTo>
                <a:lnTo>
                  <a:pt x="2569896" y="3584580"/>
                </a:lnTo>
                <a:lnTo>
                  <a:pt x="3142208" y="3376268"/>
                </a:lnTo>
                <a:lnTo>
                  <a:pt x="3142208" y="3792892"/>
                </a:lnTo>
                <a:close/>
                <a:moveTo>
                  <a:pt x="3142208" y="3083324"/>
                </a:moveTo>
                <a:lnTo>
                  <a:pt x="3142208" y="3083406"/>
                </a:lnTo>
                <a:lnTo>
                  <a:pt x="3142208" y="3226529"/>
                </a:lnTo>
                <a:lnTo>
                  <a:pt x="3142208" y="3226611"/>
                </a:lnTo>
                <a:lnTo>
                  <a:pt x="3142208" y="3363289"/>
                </a:lnTo>
                <a:lnTo>
                  <a:pt x="2569896" y="3154977"/>
                </a:lnTo>
                <a:lnTo>
                  <a:pt x="3142208" y="2946659"/>
                </a:lnTo>
                <a:lnTo>
                  <a:pt x="3142208" y="3083324"/>
                </a:lnTo>
                <a:close/>
                <a:moveTo>
                  <a:pt x="3142208" y="1644877"/>
                </a:moveTo>
                <a:lnTo>
                  <a:pt x="2569896" y="1436565"/>
                </a:lnTo>
                <a:lnTo>
                  <a:pt x="3142208" y="1228254"/>
                </a:lnTo>
                <a:lnTo>
                  <a:pt x="3142208" y="1644877"/>
                </a:lnTo>
                <a:close/>
                <a:moveTo>
                  <a:pt x="3151302" y="795336"/>
                </a:moveTo>
                <a:lnTo>
                  <a:pt x="3736899" y="582192"/>
                </a:lnTo>
                <a:lnTo>
                  <a:pt x="4322490" y="795336"/>
                </a:lnTo>
                <a:lnTo>
                  <a:pt x="4322490" y="1218570"/>
                </a:lnTo>
                <a:lnTo>
                  <a:pt x="3736899" y="1431727"/>
                </a:lnTo>
                <a:lnTo>
                  <a:pt x="3151302" y="1218570"/>
                </a:lnTo>
                <a:lnTo>
                  <a:pt x="3151302" y="795336"/>
                </a:lnTo>
                <a:close/>
                <a:moveTo>
                  <a:pt x="3151302" y="2504045"/>
                </a:moveTo>
                <a:lnTo>
                  <a:pt x="3151302" y="2080976"/>
                </a:lnTo>
                <a:lnTo>
                  <a:pt x="3151302" y="1657863"/>
                </a:lnTo>
                <a:lnTo>
                  <a:pt x="3732346" y="1869350"/>
                </a:lnTo>
                <a:lnTo>
                  <a:pt x="3732352" y="1869350"/>
                </a:lnTo>
                <a:lnTo>
                  <a:pt x="3732352" y="2292584"/>
                </a:lnTo>
                <a:lnTo>
                  <a:pt x="3732346" y="2292584"/>
                </a:lnTo>
                <a:lnTo>
                  <a:pt x="3151302" y="2504083"/>
                </a:lnTo>
                <a:lnTo>
                  <a:pt x="3151302" y="2504045"/>
                </a:lnTo>
                <a:close/>
                <a:moveTo>
                  <a:pt x="3540207" y="2801790"/>
                </a:moveTo>
                <a:lnTo>
                  <a:pt x="3723633" y="2868560"/>
                </a:lnTo>
                <a:lnTo>
                  <a:pt x="3540214" y="2935318"/>
                </a:lnTo>
                <a:lnTo>
                  <a:pt x="3356781" y="2868554"/>
                </a:lnTo>
                <a:lnTo>
                  <a:pt x="3540207" y="2801790"/>
                </a:lnTo>
                <a:close/>
                <a:moveTo>
                  <a:pt x="3540201" y="2792119"/>
                </a:moveTo>
                <a:lnTo>
                  <a:pt x="3356763" y="2725349"/>
                </a:lnTo>
                <a:lnTo>
                  <a:pt x="3540201" y="2658585"/>
                </a:lnTo>
                <a:lnTo>
                  <a:pt x="3723633" y="2725349"/>
                </a:lnTo>
                <a:lnTo>
                  <a:pt x="3540201" y="2792119"/>
                </a:lnTo>
                <a:close/>
                <a:moveTo>
                  <a:pt x="3723640" y="3011759"/>
                </a:moveTo>
                <a:lnTo>
                  <a:pt x="3540195" y="3078529"/>
                </a:lnTo>
                <a:lnTo>
                  <a:pt x="3356769" y="3011765"/>
                </a:lnTo>
                <a:lnTo>
                  <a:pt x="3540214" y="2944995"/>
                </a:lnTo>
                <a:lnTo>
                  <a:pt x="3723640" y="3011759"/>
                </a:lnTo>
                <a:close/>
                <a:moveTo>
                  <a:pt x="3526904" y="3083368"/>
                </a:moveTo>
                <a:lnTo>
                  <a:pt x="3343466" y="3150132"/>
                </a:lnTo>
                <a:lnTo>
                  <a:pt x="3160046" y="3083368"/>
                </a:lnTo>
                <a:lnTo>
                  <a:pt x="3343478" y="3016604"/>
                </a:lnTo>
                <a:lnTo>
                  <a:pt x="3526904" y="3083368"/>
                </a:lnTo>
                <a:close/>
                <a:moveTo>
                  <a:pt x="3540195" y="3088207"/>
                </a:moveTo>
                <a:lnTo>
                  <a:pt x="3723615" y="3154971"/>
                </a:lnTo>
                <a:lnTo>
                  <a:pt x="3540182" y="3221734"/>
                </a:lnTo>
                <a:lnTo>
                  <a:pt x="3356763" y="3154971"/>
                </a:lnTo>
                <a:lnTo>
                  <a:pt x="3540195" y="3088207"/>
                </a:lnTo>
                <a:close/>
                <a:moveTo>
                  <a:pt x="3553492" y="3083368"/>
                </a:moveTo>
                <a:lnTo>
                  <a:pt x="3732352" y="3018268"/>
                </a:lnTo>
                <a:lnTo>
                  <a:pt x="3732352" y="3148468"/>
                </a:lnTo>
                <a:lnTo>
                  <a:pt x="3553492" y="3083368"/>
                </a:lnTo>
                <a:close/>
                <a:moveTo>
                  <a:pt x="3553511" y="2940156"/>
                </a:moveTo>
                <a:lnTo>
                  <a:pt x="3732352" y="2875063"/>
                </a:lnTo>
                <a:lnTo>
                  <a:pt x="3732352" y="3005250"/>
                </a:lnTo>
                <a:lnTo>
                  <a:pt x="3553511" y="2940156"/>
                </a:lnTo>
                <a:close/>
                <a:moveTo>
                  <a:pt x="3553492" y="2796958"/>
                </a:moveTo>
                <a:lnTo>
                  <a:pt x="3732352" y="2731864"/>
                </a:lnTo>
                <a:lnTo>
                  <a:pt x="3732352" y="2862064"/>
                </a:lnTo>
                <a:lnTo>
                  <a:pt x="3553492" y="2796958"/>
                </a:lnTo>
                <a:close/>
                <a:moveTo>
                  <a:pt x="3553492" y="2653746"/>
                </a:moveTo>
                <a:lnTo>
                  <a:pt x="3732352" y="2588652"/>
                </a:lnTo>
                <a:lnTo>
                  <a:pt x="3732352" y="2718853"/>
                </a:lnTo>
                <a:lnTo>
                  <a:pt x="3553492" y="2653746"/>
                </a:lnTo>
                <a:close/>
                <a:moveTo>
                  <a:pt x="3540195" y="2648907"/>
                </a:moveTo>
                <a:lnTo>
                  <a:pt x="3356769" y="2582144"/>
                </a:lnTo>
                <a:lnTo>
                  <a:pt x="3732346" y="2445447"/>
                </a:lnTo>
                <a:lnTo>
                  <a:pt x="3732346" y="2578975"/>
                </a:lnTo>
                <a:lnTo>
                  <a:pt x="3540195" y="2648907"/>
                </a:lnTo>
                <a:close/>
                <a:moveTo>
                  <a:pt x="3343484" y="2577305"/>
                </a:moveTo>
                <a:lnTo>
                  <a:pt x="3160096" y="2510554"/>
                </a:lnTo>
                <a:lnTo>
                  <a:pt x="3732352" y="2302261"/>
                </a:lnTo>
                <a:lnTo>
                  <a:pt x="3732352" y="2435763"/>
                </a:lnTo>
                <a:lnTo>
                  <a:pt x="3343484" y="2577305"/>
                </a:lnTo>
                <a:close/>
                <a:moveTo>
                  <a:pt x="3526904" y="2653746"/>
                </a:moveTo>
                <a:lnTo>
                  <a:pt x="3343466" y="2720510"/>
                </a:lnTo>
                <a:lnTo>
                  <a:pt x="3160046" y="2653746"/>
                </a:lnTo>
                <a:lnTo>
                  <a:pt x="3343478" y="2586982"/>
                </a:lnTo>
                <a:lnTo>
                  <a:pt x="3526904" y="2653746"/>
                </a:lnTo>
                <a:close/>
                <a:moveTo>
                  <a:pt x="3343478" y="2730187"/>
                </a:moveTo>
                <a:lnTo>
                  <a:pt x="3526917" y="2796958"/>
                </a:lnTo>
                <a:lnTo>
                  <a:pt x="3343491" y="2863715"/>
                </a:lnTo>
                <a:lnTo>
                  <a:pt x="3160052" y="2796945"/>
                </a:lnTo>
                <a:lnTo>
                  <a:pt x="3343478" y="2730187"/>
                </a:lnTo>
                <a:close/>
                <a:moveTo>
                  <a:pt x="3343498" y="2873393"/>
                </a:moveTo>
                <a:lnTo>
                  <a:pt x="3526924" y="2940156"/>
                </a:lnTo>
                <a:lnTo>
                  <a:pt x="3343478" y="3006927"/>
                </a:lnTo>
                <a:lnTo>
                  <a:pt x="3160052" y="2940163"/>
                </a:lnTo>
                <a:lnTo>
                  <a:pt x="3343498" y="2873393"/>
                </a:lnTo>
                <a:close/>
                <a:moveTo>
                  <a:pt x="3330188" y="3011765"/>
                </a:moveTo>
                <a:lnTo>
                  <a:pt x="3151302" y="3076872"/>
                </a:lnTo>
                <a:lnTo>
                  <a:pt x="3151302" y="2946653"/>
                </a:lnTo>
                <a:lnTo>
                  <a:pt x="3330188" y="3011765"/>
                </a:lnTo>
                <a:close/>
                <a:moveTo>
                  <a:pt x="3330181" y="3154971"/>
                </a:moveTo>
                <a:lnTo>
                  <a:pt x="3151302" y="3220077"/>
                </a:lnTo>
                <a:lnTo>
                  <a:pt x="3151302" y="3089864"/>
                </a:lnTo>
                <a:lnTo>
                  <a:pt x="3330181" y="3154971"/>
                </a:lnTo>
                <a:close/>
                <a:moveTo>
                  <a:pt x="3343478" y="3159803"/>
                </a:moveTo>
                <a:lnTo>
                  <a:pt x="3526898" y="3226567"/>
                </a:lnTo>
                <a:lnTo>
                  <a:pt x="3343478" y="3293325"/>
                </a:lnTo>
                <a:lnTo>
                  <a:pt x="3160052" y="3226560"/>
                </a:lnTo>
                <a:lnTo>
                  <a:pt x="3343478" y="3159803"/>
                </a:lnTo>
                <a:close/>
                <a:moveTo>
                  <a:pt x="3540189" y="3231412"/>
                </a:moveTo>
                <a:lnTo>
                  <a:pt x="3735336" y="3302443"/>
                </a:lnTo>
                <a:cubicBezTo>
                  <a:pt x="3735838" y="3302634"/>
                  <a:pt x="3736365" y="3302722"/>
                  <a:pt x="3736892" y="3302722"/>
                </a:cubicBezTo>
                <a:cubicBezTo>
                  <a:pt x="3737419" y="3302722"/>
                  <a:pt x="3737946" y="3302634"/>
                  <a:pt x="3738448" y="3302443"/>
                </a:cubicBezTo>
                <a:lnTo>
                  <a:pt x="3933596" y="3231412"/>
                </a:lnTo>
                <a:lnTo>
                  <a:pt x="4117016" y="3298170"/>
                </a:lnTo>
                <a:lnTo>
                  <a:pt x="3736892" y="3436530"/>
                </a:lnTo>
                <a:lnTo>
                  <a:pt x="3356769" y="3298170"/>
                </a:lnTo>
                <a:lnTo>
                  <a:pt x="3540189" y="3231412"/>
                </a:lnTo>
                <a:close/>
                <a:moveTo>
                  <a:pt x="3750183" y="3154971"/>
                </a:moveTo>
                <a:lnTo>
                  <a:pt x="3933603" y="3088207"/>
                </a:lnTo>
                <a:lnTo>
                  <a:pt x="4117035" y="3154971"/>
                </a:lnTo>
                <a:lnTo>
                  <a:pt x="3933616" y="3221734"/>
                </a:lnTo>
                <a:lnTo>
                  <a:pt x="3750183" y="3154971"/>
                </a:lnTo>
                <a:close/>
                <a:moveTo>
                  <a:pt x="3750157" y="3011759"/>
                </a:moveTo>
                <a:lnTo>
                  <a:pt x="3933584" y="2944995"/>
                </a:lnTo>
                <a:lnTo>
                  <a:pt x="4117029" y="3011765"/>
                </a:lnTo>
                <a:lnTo>
                  <a:pt x="3933603" y="3078529"/>
                </a:lnTo>
                <a:lnTo>
                  <a:pt x="3750157" y="3011759"/>
                </a:lnTo>
                <a:close/>
                <a:moveTo>
                  <a:pt x="3750164" y="2868560"/>
                </a:moveTo>
                <a:lnTo>
                  <a:pt x="3933590" y="2801790"/>
                </a:lnTo>
                <a:lnTo>
                  <a:pt x="4117016" y="2868554"/>
                </a:lnTo>
                <a:lnTo>
                  <a:pt x="3933584" y="2935318"/>
                </a:lnTo>
                <a:lnTo>
                  <a:pt x="3750164" y="2868560"/>
                </a:lnTo>
                <a:close/>
                <a:moveTo>
                  <a:pt x="3750164" y="2725349"/>
                </a:moveTo>
                <a:lnTo>
                  <a:pt x="3933596" y="2658585"/>
                </a:lnTo>
                <a:lnTo>
                  <a:pt x="4117035" y="2725349"/>
                </a:lnTo>
                <a:lnTo>
                  <a:pt x="3933596" y="2792119"/>
                </a:lnTo>
                <a:lnTo>
                  <a:pt x="3750164" y="2725349"/>
                </a:lnTo>
                <a:close/>
                <a:moveTo>
                  <a:pt x="3946881" y="2796958"/>
                </a:moveTo>
                <a:lnTo>
                  <a:pt x="4130319" y="2730187"/>
                </a:lnTo>
                <a:lnTo>
                  <a:pt x="4313745" y="2796945"/>
                </a:lnTo>
                <a:lnTo>
                  <a:pt x="4130307" y="2863715"/>
                </a:lnTo>
                <a:lnTo>
                  <a:pt x="3946881" y="2796958"/>
                </a:lnTo>
                <a:close/>
                <a:moveTo>
                  <a:pt x="3946887" y="2653746"/>
                </a:moveTo>
                <a:lnTo>
                  <a:pt x="4130313" y="2586982"/>
                </a:lnTo>
                <a:lnTo>
                  <a:pt x="4313745" y="2653746"/>
                </a:lnTo>
                <a:lnTo>
                  <a:pt x="4130326" y="2720510"/>
                </a:lnTo>
                <a:lnTo>
                  <a:pt x="3946887" y="2653746"/>
                </a:lnTo>
                <a:close/>
                <a:moveTo>
                  <a:pt x="3933596" y="2648907"/>
                </a:moveTo>
                <a:lnTo>
                  <a:pt x="3741439" y="2578969"/>
                </a:lnTo>
                <a:lnTo>
                  <a:pt x="3741439" y="2445441"/>
                </a:lnTo>
                <a:lnTo>
                  <a:pt x="4117016" y="2582137"/>
                </a:lnTo>
                <a:lnTo>
                  <a:pt x="3933596" y="2648907"/>
                </a:lnTo>
                <a:close/>
                <a:moveTo>
                  <a:pt x="3920306" y="2653746"/>
                </a:moveTo>
                <a:lnTo>
                  <a:pt x="3741445" y="2718846"/>
                </a:lnTo>
                <a:lnTo>
                  <a:pt x="3741445" y="2588646"/>
                </a:lnTo>
                <a:lnTo>
                  <a:pt x="3920306" y="2653746"/>
                </a:lnTo>
                <a:close/>
                <a:moveTo>
                  <a:pt x="3920306" y="2796958"/>
                </a:moveTo>
                <a:lnTo>
                  <a:pt x="3741445" y="2862058"/>
                </a:lnTo>
                <a:lnTo>
                  <a:pt x="3741445" y="2731857"/>
                </a:lnTo>
                <a:lnTo>
                  <a:pt x="3920306" y="2796958"/>
                </a:lnTo>
                <a:close/>
                <a:moveTo>
                  <a:pt x="3920286" y="2940156"/>
                </a:moveTo>
                <a:lnTo>
                  <a:pt x="3741445" y="3005250"/>
                </a:lnTo>
                <a:lnTo>
                  <a:pt x="3741445" y="2875063"/>
                </a:lnTo>
                <a:lnTo>
                  <a:pt x="3920286" y="2940156"/>
                </a:lnTo>
                <a:close/>
                <a:moveTo>
                  <a:pt x="3920306" y="3083368"/>
                </a:moveTo>
                <a:lnTo>
                  <a:pt x="3741445" y="3148468"/>
                </a:lnTo>
                <a:lnTo>
                  <a:pt x="3741445" y="3018268"/>
                </a:lnTo>
                <a:lnTo>
                  <a:pt x="3920306" y="3083368"/>
                </a:lnTo>
                <a:close/>
                <a:moveTo>
                  <a:pt x="3920318" y="3226573"/>
                </a:moveTo>
                <a:lnTo>
                  <a:pt x="3736899" y="3293337"/>
                </a:lnTo>
                <a:lnTo>
                  <a:pt x="3553479" y="3226573"/>
                </a:lnTo>
                <a:lnTo>
                  <a:pt x="3736899" y="3159809"/>
                </a:lnTo>
                <a:lnTo>
                  <a:pt x="3920318" y="3226573"/>
                </a:lnTo>
                <a:close/>
                <a:moveTo>
                  <a:pt x="3151302" y="2517030"/>
                </a:moveTo>
                <a:lnTo>
                  <a:pt x="3330188" y="2582144"/>
                </a:lnTo>
                <a:lnTo>
                  <a:pt x="3151302" y="2647250"/>
                </a:lnTo>
                <a:lnTo>
                  <a:pt x="3151302" y="2517030"/>
                </a:lnTo>
                <a:close/>
                <a:moveTo>
                  <a:pt x="3151302" y="2660236"/>
                </a:moveTo>
                <a:lnTo>
                  <a:pt x="3330181" y="2725342"/>
                </a:lnTo>
                <a:lnTo>
                  <a:pt x="3151302" y="2790442"/>
                </a:lnTo>
                <a:lnTo>
                  <a:pt x="3151302" y="2660236"/>
                </a:lnTo>
                <a:close/>
                <a:moveTo>
                  <a:pt x="3151302" y="2803435"/>
                </a:moveTo>
                <a:lnTo>
                  <a:pt x="3330207" y="2868554"/>
                </a:lnTo>
                <a:lnTo>
                  <a:pt x="3151302" y="2933667"/>
                </a:lnTo>
                <a:lnTo>
                  <a:pt x="3151302" y="2803435"/>
                </a:lnTo>
                <a:close/>
                <a:moveTo>
                  <a:pt x="3151295" y="2940156"/>
                </a:moveTo>
                <a:lnTo>
                  <a:pt x="3151295" y="2940156"/>
                </a:lnTo>
                <a:cubicBezTo>
                  <a:pt x="3151302" y="2940156"/>
                  <a:pt x="3151302" y="2940163"/>
                  <a:pt x="3151302" y="2940163"/>
                </a:cubicBezTo>
                <a:cubicBezTo>
                  <a:pt x="3151302" y="2940169"/>
                  <a:pt x="3151302" y="2940169"/>
                  <a:pt x="3151302" y="2940176"/>
                </a:cubicBezTo>
                <a:cubicBezTo>
                  <a:pt x="3151302" y="2940169"/>
                  <a:pt x="3151295" y="2940163"/>
                  <a:pt x="3151295" y="2940156"/>
                </a:cubicBezTo>
                <a:close/>
                <a:moveTo>
                  <a:pt x="3151302" y="3233050"/>
                </a:moveTo>
                <a:lnTo>
                  <a:pt x="3330188" y="3298163"/>
                </a:lnTo>
                <a:lnTo>
                  <a:pt x="3151302" y="3363276"/>
                </a:lnTo>
                <a:lnTo>
                  <a:pt x="3151302" y="3233050"/>
                </a:lnTo>
                <a:close/>
                <a:moveTo>
                  <a:pt x="4313745" y="3369772"/>
                </a:moveTo>
                <a:lnTo>
                  <a:pt x="3736899" y="3579735"/>
                </a:lnTo>
                <a:lnTo>
                  <a:pt x="3160052" y="3369772"/>
                </a:lnTo>
                <a:lnTo>
                  <a:pt x="3343484" y="3303008"/>
                </a:lnTo>
                <a:lnTo>
                  <a:pt x="3735343" y="3445642"/>
                </a:lnTo>
                <a:cubicBezTo>
                  <a:pt x="3735845" y="3445820"/>
                  <a:pt x="3736372" y="3445915"/>
                  <a:pt x="3736899" y="3445915"/>
                </a:cubicBezTo>
                <a:cubicBezTo>
                  <a:pt x="3737425" y="3445915"/>
                  <a:pt x="3737953" y="3445820"/>
                  <a:pt x="3738455" y="3445642"/>
                </a:cubicBezTo>
                <a:lnTo>
                  <a:pt x="4130313" y="3303008"/>
                </a:lnTo>
                <a:lnTo>
                  <a:pt x="4313745" y="3369772"/>
                </a:lnTo>
                <a:close/>
                <a:moveTo>
                  <a:pt x="4313745" y="3226567"/>
                </a:moveTo>
                <a:lnTo>
                  <a:pt x="4130319" y="3293331"/>
                </a:lnTo>
                <a:lnTo>
                  <a:pt x="3946900" y="3226573"/>
                </a:lnTo>
                <a:lnTo>
                  <a:pt x="4130319" y="3159809"/>
                </a:lnTo>
                <a:lnTo>
                  <a:pt x="4313745" y="3226567"/>
                </a:lnTo>
                <a:close/>
                <a:moveTo>
                  <a:pt x="4313745" y="3083368"/>
                </a:moveTo>
                <a:lnTo>
                  <a:pt x="4130326" y="3150132"/>
                </a:lnTo>
                <a:lnTo>
                  <a:pt x="3946887" y="3083368"/>
                </a:lnTo>
                <a:lnTo>
                  <a:pt x="4130313" y="3016604"/>
                </a:lnTo>
                <a:lnTo>
                  <a:pt x="4313745" y="3083368"/>
                </a:lnTo>
                <a:close/>
                <a:moveTo>
                  <a:pt x="4130319" y="3006927"/>
                </a:moveTo>
                <a:lnTo>
                  <a:pt x="3946874" y="2940156"/>
                </a:lnTo>
                <a:lnTo>
                  <a:pt x="4130301" y="2873393"/>
                </a:lnTo>
                <a:lnTo>
                  <a:pt x="4313745" y="2940163"/>
                </a:lnTo>
                <a:lnTo>
                  <a:pt x="4130319" y="3006927"/>
                </a:lnTo>
                <a:close/>
                <a:moveTo>
                  <a:pt x="4322490" y="2933667"/>
                </a:moveTo>
                <a:lnTo>
                  <a:pt x="4143591" y="2868554"/>
                </a:lnTo>
                <a:lnTo>
                  <a:pt x="4322490" y="2803435"/>
                </a:lnTo>
                <a:lnTo>
                  <a:pt x="4322490" y="2933667"/>
                </a:lnTo>
                <a:close/>
                <a:moveTo>
                  <a:pt x="4322490" y="2790449"/>
                </a:moveTo>
                <a:lnTo>
                  <a:pt x="4143616" y="2725349"/>
                </a:lnTo>
                <a:lnTo>
                  <a:pt x="4322490" y="2660242"/>
                </a:lnTo>
                <a:lnTo>
                  <a:pt x="4322490" y="2790449"/>
                </a:lnTo>
                <a:close/>
                <a:moveTo>
                  <a:pt x="4322490" y="2647250"/>
                </a:moveTo>
                <a:lnTo>
                  <a:pt x="4143610" y="2582144"/>
                </a:lnTo>
                <a:lnTo>
                  <a:pt x="4322490" y="2517030"/>
                </a:lnTo>
                <a:lnTo>
                  <a:pt x="4322490" y="2647250"/>
                </a:lnTo>
                <a:close/>
                <a:moveTo>
                  <a:pt x="4322490" y="2513767"/>
                </a:moveTo>
                <a:lnTo>
                  <a:pt x="4313688" y="2510566"/>
                </a:lnTo>
                <a:lnTo>
                  <a:pt x="4130313" y="2577311"/>
                </a:lnTo>
                <a:lnTo>
                  <a:pt x="3741445" y="2435770"/>
                </a:lnTo>
                <a:lnTo>
                  <a:pt x="3741445" y="2302280"/>
                </a:lnTo>
                <a:lnTo>
                  <a:pt x="3741445" y="2302267"/>
                </a:lnTo>
                <a:lnTo>
                  <a:pt x="4322490" y="2513767"/>
                </a:lnTo>
                <a:lnTo>
                  <a:pt x="4322490" y="2513767"/>
                </a:lnTo>
                <a:close/>
                <a:moveTo>
                  <a:pt x="4322490" y="2504045"/>
                </a:moveTo>
                <a:lnTo>
                  <a:pt x="4322490" y="2504089"/>
                </a:lnTo>
                <a:lnTo>
                  <a:pt x="4138346" y="2437059"/>
                </a:lnTo>
                <a:lnTo>
                  <a:pt x="3750196" y="2295771"/>
                </a:lnTo>
                <a:lnTo>
                  <a:pt x="3750240" y="2295759"/>
                </a:lnTo>
                <a:lnTo>
                  <a:pt x="4322490" y="2087478"/>
                </a:lnTo>
                <a:lnTo>
                  <a:pt x="4322490" y="2504045"/>
                </a:lnTo>
                <a:close/>
                <a:moveTo>
                  <a:pt x="3741445" y="2289281"/>
                </a:moveTo>
                <a:lnTo>
                  <a:pt x="3741445" y="1872658"/>
                </a:lnTo>
                <a:lnTo>
                  <a:pt x="4313745" y="2080976"/>
                </a:lnTo>
                <a:lnTo>
                  <a:pt x="3741445" y="2289281"/>
                </a:lnTo>
                <a:close/>
                <a:moveTo>
                  <a:pt x="4322496" y="1657876"/>
                </a:moveTo>
                <a:lnTo>
                  <a:pt x="4322496" y="2074480"/>
                </a:lnTo>
                <a:lnTo>
                  <a:pt x="3750196" y="1866175"/>
                </a:lnTo>
                <a:lnTo>
                  <a:pt x="4011314" y="1771134"/>
                </a:lnTo>
                <a:lnTo>
                  <a:pt x="4322496" y="1657876"/>
                </a:lnTo>
                <a:lnTo>
                  <a:pt x="4322496" y="1657876"/>
                </a:lnTo>
                <a:close/>
                <a:moveTo>
                  <a:pt x="4322496" y="1648192"/>
                </a:moveTo>
                <a:lnTo>
                  <a:pt x="4322496" y="1648192"/>
                </a:lnTo>
                <a:lnTo>
                  <a:pt x="3815632" y="1832672"/>
                </a:lnTo>
                <a:lnTo>
                  <a:pt x="3736905" y="1861330"/>
                </a:lnTo>
                <a:lnTo>
                  <a:pt x="3151308" y="1648192"/>
                </a:lnTo>
                <a:lnTo>
                  <a:pt x="3151308" y="1228241"/>
                </a:lnTo>
                <a:lnTo>
                  <a:pt x="3735350" y="1440833"/>
                </a:lnTo>
                <a:cubicBezTo>
                  <a:pt x="3735851" y="1441023"/>
                  <a:pt x="3736378" y="1441112"/>
                  <a:pt x="3736905" y="1441112"/>
                </a:cubicBezTo>
                <a:cubicBezTo>
                  <a:pt x="3737432" y="1441112"/>
                  <a:pt x="3737960" y="1441023"/>
                  <a:pt x="3738461" y="1440833"/>
                </a:cubicBezTo>
                <a:lnTo>
                  <a:pt x="4322502" y="1228254"/>
                </a:lnTo>
                <a:lnTo>
                  <a:pt x="4322502" y="1648192"/>
                </a:lnTo>
                <a:close/>
                <a:moveTo>
                  <a:pt x="4331583" y="1657876"/>
                </a:moveTo>
                <a:lnTo>
                  <a:pt x="4903883" y="1866175"/>
                </a:lnTo>
                <a:lnTo>
                  <a:pt x="4331583" y="2074480"/>
                </a:lnTo>
                <a:lnTo>
                  <a:pt x="4331583" y="1657876"/>
                </a:lnTo>
                <a:close/>
                <a:moveTo>
                  <a:pt x="4903877" y="2295771"/>
                </a:moveTo>
                <a:lnTo>
                  <a:pt x="4331583" y="2504089"/>
                </a:lnTo>
                <a:lnTo>
                  <a:pt x="4331583" y="2087472"/>
                </a:lnTo>
                <a:lnTo>
                  <a:pt x="4331583" y="2087440"/>
                </a:lnTo>
                <a:lnTo>
                  <a:pt x="4903889" y="2295765"/>
                </a:lnTo>
                <a:lnTo>
                  <a:pt x="4903877" y="2295771"/>
                </a:lnTo>
                <a:close/>
                <a:moveTo>
                  <a:pt x="4912627" y="2289269"/>
                </a:moveTo>
                <a:lnTo>
                  <a:pt x="4340345" y="2080963"/>
                </a:lnTo>
                <a:lnTo>
                  <a:pt x="4912627" y="1872652"/>
                </a:lnTo>
                <a:lnTo>
                  <a:pt x="4912627" y="2289269"/>
                </a:lnTo>
                <a:close/>
                <a:moveTo>
                  <a:pt x="4912633" y="1859678"/>
                </a:moveTo>
                <a:lnTo>
                  <a:pt x="4783062" y="1812517"/>
                </a:lnTo>
                <a:lnTo>
                  <a:pt x="4331583" y="1648185"/>
                </a:lnTo>
                <a:lnTo>
                  <a:pt x="4331583" y="1648179"/>
                </a:lnTo>
                <a:lnTo>
                  <a:pt x="4331583" y="1224958"/>
                </a:lnTo>
                <a:lnTo>
                  <a:pt x="4912633" y="1013465"/>
                </a:lnTo>
                <a:lnTo>
                  <a:pt x="4912633" y="1859678"/>
                </a:lnTo>
                <a:close/>
                <a:moveTo>
                  <a:pt x="4331583" y="3805852"/>
                </a:moveTo>
                <a:lnTo>
                  <a:pt x="4903902" y="4014176"/>
                </a:lnTo>
                <a:lnTo>
                  <a:pt x="4331583" y="4222488"/>
                </a:lnTo>
                <a:lnTo>
                  <a:pt x="4331583" y="3805852"/>
                </a:lnTo>
                <a:close/>
                <a:moveTo>
                  <a:pt x="4912633" y="4437284"/>
                </a:moveTo>
                <a:lnTo>
                  <a:pt x="4912633" y="4437284"/>
                </a:lnTo>
                <a:lnTo>
                  <a:pt x="4730985" y="4371167"/>
                </a:lnTo>
                <a:lnTo>
                  <a:pt x="4340333" y="4228971"/>
                </a:lnTo>
                <a:lnTo>
                  <a:pt x="4912633" y="4020666"/>
                </a:lnTo>
                <a:lnTo>
                  <a:pt x="4912633" y="4437284"/>
                </a:lnTo>
                <a:close/>
                <a:moveTo>
                  <a:pt x="4912633" y="3591070"/>
                </a:moveTo>
                <a:lnTo>
                  <a:pt x="4912633" y="4007668"/>
                </a:lnTo>
                <a:lnTo>
                  <a:pt x="4340333" y="3799356"/>
                </a:lnTo>
                <a:lnTo>
                  <a:pt x="4552499" y="3722134"/>
                </a:lnTo>
                <a:lnTo>
                  <a:pt x="4912633" y="3591051"/>
                </a:lnTo>
                <a:lnTo>
                  <a:pt x="4912633" y="3591070"/>
                </a:lnTo>
                <a:close/>
                <a:moveTo>
                  <a:pt x="4921726" y="3591070"/>
                </a:moveTo>
                <a:lnTo>
                  <a:pt x="4921726" y="3591070"/>
                </a:lnTo>
                <a:lnTo>
                  <a:pt x="5257997" y="3713453"/>
                </a:lnTo>
                <a:lnTo>
                  <a:pt x="5494020" y="3799356"/>
                </a:lnTo>
                <a:lnTo>
                  <a:pt x="5494008" y="3799362"/>
                </a:lnTo>
                <a:lnTo>
                  <a:pt x="4921726" y="4007668"/>
                </a:lnTo>
                <a:lnTo>
                  <a:pt x="4921726" y="3591070"/>
                </a:lnTo>
                <a:close/>
                <a:moveTo>
                  <a:pt x="4921726" y="4437284"/>
                </a:moveTo>
                <a:lnTo>
                  <a:pt x="4921726" y="4020672"/>
                </a:lnTo>
                <a:lnTo>
                  <a:pt x="5494026" y="4228978"/>
                </a:lnTo>
                <a:lnTo>
                  <a:pt x="4921726" y="4437284"/>
                </a:lnTo>
                <a:close/>
                <a:moveTo>
                  <a:pt x="5502777" y="4222482"/>
                </a:moveTo>
                <a:lnTo>
                  <a:pt x="4930451" y="4014170"/>
                </a:lnTo>
                <a:lnTo>
                  <a:pt x="5502777" y="3805846"/>
                </a:lnTo>
                <a:lnTo>
                  <a:pt x="5502777" y="4222482"/>
                </a:lnTo>
                <a:close/>
                <a:moveTo>
                  <a:pt x="6097454" y="6167068"/>
                </a:moveTo>
                <a:lnTo>
                  <a:pt x="6280868" y="6233825"/>
                </a:lnTo>
                <a:lnTo>
                  <a:pt x="6097454" y="6300589"/>
                </a:lnTo>
                <a:lnTo>
                  <a:pt x="5914041" y="6233825"/>
                </a:lnTo>
                <a:lnTo>
                  <a:pt x="6097454" y="6167068"/>
                </a:lnTo>
                <a:close/>
                <a:moveTo>
                  <a:pt x="6097454" y="5880664"/>
                </a:moveTo>
                <a:lnTo>
                  <a:pt x="6280874" y="5947428"/>
                </a:lnTo>
                <a:lnTo>
                  <a:pt x="6097454" y="6014192"/>
                </a:lnTo>
                <a:lnTo>
                  <a:pt x="5914035" y="5947428"/>
                </a:lnTo>
                <a:lnTo>
                  <a:pt x="6097454" y="5880664"/>
                </a:lnTo>
                <a:close/>
                <a:moveTo>
                  <a:pt x="5520607" y="5374600"/>
                </a:moveTo>
                <a:lnTo>
                  <a:pt x="5704053" y="5307830"/>
                </a:lnTo>
                <a:lnTo>
                  <a:pt x="5887479" y="5374600"/>
                </a:lnTo>
                <a:lnTo>
                  <a:pt x="5704040" y="5441371"/>
                </a:lnTo>
                <a:lnTo>
                  <a:pt x="5520607" y="5374600"/>
                </a:lnTo>
                <a:close/>
                <a:moveTo>
                  <a:pt x="5914047" y="5231408"/>
                </a:moveTo>
                <a:lnTo>
                  <a:pt x="6097454" y="5164650"/>
                </a:lnTo>
                <a:lnTo>
                  <a:pt x="6280861" y="5231408"/>
                </a:lnTo>
                <a:lnTo>
                  <a:pt x="6097454" y="5298166"/>
                </a:lnTo>
                <a:lnTo>
                  <a:pt x="5914047" y="5231408"/>
                </a:lnTo>
                <a:close/>
                <a:moveTo>
                  <a:pt x="6280849" y="5374600"/>
                </a:moveTo>
                <a:lnTo>
                  <a:pt x="6097454" y="5441358"/>
                </a:lnTo>
                <a:lnTo>
                  <a:pt x="5914060" y="5374600"/>
                </a:lnTo>
                <a:lnTo>
                  <a:pt x="6097454" y="5307849"/>
                </a:lnTo>
                <a:lnTo>
                  <a:pt x="6280849" y="5374600"/>
                </a:lnTo>
                <a:close/>
                <a:moveTo>
                  <a:pt x="6084183" y="5303011"/>
                </a:moveTo>
                <a:lnTo>
                  <a:pt x="5900770" y="5369768"/>
                </a:lnTo>
                <a:lnTo>
                  <a:pt x="5717337" y="5302998"/>
                </a:lnTo>
                <a:lnTo>
                  <a:pt x="5900756" y="5236240"/>
                </a:lnTo>
                <a:lnTo>
                  <a:pt x="6084183" y="5303011"/>
                </a:lnTo>
                <a:close/>
                <a:moveTo>
                  <a:pt x="5520607" y="5517812"/>
                </a:moveTo>
                <a:lnTo>
                  <a:pt x="5704033" y="5451048"/>
                </a:lnTo>
                <a:lnTo>
                  <a:pt x="6084176" y="5589408"/>
                </a:lnTo>
                <a:lnTo>
                  <a:pt x="5900750" y="5656172"/>
                </a:lnTo>
                <a:lnTo>
                  <a:pt x="5520607" y="5517812"/>
                </a:lnTo>
                <a:close/>
                <a:moveTo>
                  <a:pt x="6280855" y="5661017"/>
                </a:moveTo>
                <a:lnTo>
                  <a:pt x="6097454" y="5727768"/>
                </a:lnTo>
                <a:lnTo>
                  <a:pt x="5914053" y="5661017"/>
                </a:lnTo>
                <a:lnTo>
                  <a:pt x="6097454" y="5594260"/>
                </a:lnTo>
                <a:lnTo>
                  <a:pt x="6280855" y="5661017"/>
                </a:lnTo>
                <a:close/>
                <a:moveTo>
                  <a:pt x="6477578" y="5446210"/>
                </a:moveTo>
                <a:lnTo>
                  <a:pt x="6097454" y="5584576"/>
                </a:lnTo>
                <a:lnTo>
                  <a:pt x="5717330" y="5446210"/>
                </a:lnTo>
                <a:lnTo>
                  <a:pt x="5900776" y="5379439"/>
                </a:lnTo>
                <a:lnTo>
                  <a:pt x="6095905" y="5450471"/>
                </a:lnTo>
                <a:cubicBezTo>
                  <a:pt x="6096406" y="5450655"/>
                  <a:pt x="6096934" y="5450743"/>
                  <a:pt x="6097461" y="5450743"/>
                </a:cubicBezTo>
                <a:cubicBezTo>
                  <a:pt x="6097988" y="5450743"/>
                  <a:pt x="6098515" y="5450655"/>
                  <a:pt x="6099016" y="5450471"/>
                </a:cubicBezTo>
                <a:lnTo>
                  <a:pt x="6294146" y="5379439"/>
                </a:lnTo>
                <a:lnTo>
                  <a:pt x="6477578" y="5446210"/>
                </a:lnTo>
                <a:close/>
                <a:moveTo>
                  <a:pt x="6477565" y="5302998"/>
                </a:moveTo>
                <a:lnTo>
                  <a:pt x="6294139" y="5369768"/>
                </a:lnTo>
                <a:lnTo>
                  <a:pt x="6110720" y="5303011"/>
                </a:lnTo>
                <a:lnTo>
                  <a:pt x="6294146" y="5236240"/>
                </a:lnTo>
                <a:lnTo>
                  <a:pt x="6477565" y="5302998"/>
                </a:lnTo>
                <a:close/>
                <a:moveTo>
                  <a:pt x="6097454" y="5021439"/>
                </a:moveTo>
                <a:lnTo>
                  <a:pt x="6477585" y="5159793"/>
                </a:lnTo>
                <a:lnTo>
                  <a:pt x="6294158" y="5226563"/>
                </a:lnTo>
                <a:lnTo>
                  <a:pt x="6099010" y="5155532"/>
                </a:lnTo>
                <a:cubicBezTo>
                  <a:pt x="6098007" y="5155164"/>
                  <a:pt x="6096902" y="5155164"/>
                  <a:pt x="6095899" y="5155532"/>
                </a:cubicBezTo>
                <a:lnTo>
                  <a:pt x="5900756" y="5226563"/>
                </a:lnTo>
                <a:lnTo>
                  <a:pt x="5717324" y="5159793"/>
                </a:lnTo>
                <a:lnTo>
                  <a:pt x="6097454" y="5021439"/>
                </a:lnTo>
                <a:close/>
                <a:moveTo>
                  <a:pt x="5887459" y="5231402"/>
                </a:moveTo>
                <a:lnTo>
                  <a:pt x="5704047" y="5298166"/>
                </a:lnTo>
                <a:lnTo>
                  <a:pt x="5520607" y="5231396"/>
                </a:lnTo>
                <a:lnTo>
                  <a:pt x="5704027" y="5164638"/>
                </a:lnTo>
                <a:lnTo>
                  <a:pt x="5887459" y="5231402"/>
                </a:lnTo>
                <a:close/>
                <a:moveTo>
                  <a:pt x="6092907" y="4870201"/>
                </a:moveTo>
                <a:lnTo>
                  <a:pt x="5697753" y="5014035"/>
                </a:lnTo>
                <a:lnTo>
                  <a:pt x="5511864" y="5081700"/>
                </a:lnTo>
                <a:lnTo>
                  <a:pt x="5511864" y="5081694"/>
                </a:lnTo>
                <a:lnTo>
                  <a:pt x="5511864" y="4661762"/>
                </a:lnTo>
                <a:lnTo>
                  <a:pt x="6092907" y="4450263"/>
                </a:lnTo>
                <a:lnTo>
                  <a:pt x="6092907" y="4870201"/>
                </a:lnTo>
                <a:close/>
                <a:moveTo>
                  <a:pt x="6097467" y="4878221"/>
                </a:moveTo>
                <a:lnTo>
                  <a:pt x="6390977" y="4985060"/>
                </a:lnTo>
                <a:lnTo>
                  <a:pt x="6097467" y="4878221"/>
                </a:lnTo>
                <a:lnTo>
                  <a:pt x="6097467" y="4878221"/>
                </a:lnTo>
                <a:close/>
                <a:moveTo>
                  <a:pt x="6092907" y="3578077"/>
                </a:moveTo>
                <a:lnTo>
                  <a:pt x="5520595" y="3369766"/>
                </a:lnTo>
                <a:lnTo>
                  <a:pt x="6092907" y="3161454"/>
                </a:lnTo>
                <a:lnTo>
                  <a:pt x="6092907" y="3578077"/>
                </a:lnTo>
                <a:close/>
                <a:moveTo>
                  <a:pt x="5511864" y="2946665"/>
                </a:moveTo>
                <a:lnTo>
                  <a:pt x="6084158" y="3154971"/>
                </a:lnTo>
                <a:lnTo>
                  <a:pt x="5511864" y="3363282"/>
                </a:lnTo>
                <a:lnTo>
                  <a:pt x="5511864" y="2946665"/>
                </a:lnTo>
                <a:close/>
                <a:moveTo>
                  <a:pt x="5511864" y="3792885"/>
                </a:moveTo>
                <a:lnTo>
                  <a:pt x="5511864" y="3376281"/>
                </a:lnTo>
                <a:lnTo>
                  <a:pt x="6084158" y="3584580"/>
                </a:lnTo>
                <a:lnTo>
                  <a:pt x="5837174" y="3674477"/>
                </a:lnTo>
                <a:lnTo>
                  <a:pt x="5511864" y="3792885"/>
                </a:lnTo>
                <a:lnTo>
                  <a:pt x="5511864" y="3792885"/>
                </a:lnTo>
                <a:close/>
                <a:moveTo>
                  <a:pt x="4921726" y="1013458"/>
                </a:moveTo>
                <a:lnTo>
                  <a:pt x="5502771" y="1224945"/>
                </a:lnTo>
                <a:lnTo>
                  <a:pt x="5502777" y="1224945"/>
                </a:lnTo>
                <a:lnTo>
                  <a:pt x="5502777" y="1648179"/>
                </a:lnTo>
                <a:lnTo>
                  <a:pt x="5502771" y="1648179"/>
                </a:lnTo>
                <a:lnTo>
                  <a:pt x="4921726" y="1859666"/>
                </a:lnTo>
                <a:lnTo>
                  <a:pt x="4921726" y="1013458"/>
                </a:lnTo>
                <a:close/>
                <a:moveTo>
                  <a:pt x="4921726" y="1869350"/>
                </a:moveTo>
                <a:lnTo>
                  <a:pt x="5502771" y="1657869"/>
                </a:lnTo>
                <a:lnTo>
                  <a:pt x="5502777" y="1657869"/>
                </a:lnTo>
                <a:lnTo>
                  <a:pt x="5502777" y="2077782"/>
                </a:lnTo>
                <a:lnTo>
                  <a:pt x="5502771" y="2077782"/>
                </a:lnTo>
                <a:lnTo>
                  <a:pt x="4921726" y="2289275"/>
                </a:lnTo>
                <a:lnTo>
                  <a:pt x="4921726" y="1869350"/>
                </a:lnTo>
                <a:close/>
                <a:moveTo>
                  <a:pt x="4921720" y="3578077"/>
                </a:moveTo>
                <a:lnTo>
                  <a:pt x="4921720" y="3161454"/>
                </a:lnTo>
                <a:lnTo>
                  <a:pt x="5494046" y="3369766"/>
                </a:lnTo>
                <a:lnTo>
                  <a:pt x="4921720" y="3578077"/>
                </a:lnTo>
                <a:close/>
                <a:moveTo>
                  <a:pt x="5502771" y="3363276"/>
                </a:moveTo>
                <a:lnTo>
                  <a:pt x="4930477" y="3154964"/>
                </a:lnTo>
                <a:lnTo>
                  <a:pt x="5502771" y="2946665"/>
                </a:lnTo>
                <a:lnTo>
                  <a:pt x="5502771" y="3363276"/>
                </a:lnTo>
                <a:close/>
                <a:moveTo>
                  <a:pt x="6092907" y="2722193"/>
                </a:moveTo>
                <a:lnTo>
                  <a:pt x="5507317" y="2935350"/>
                </a:lnTo>
                <a:lnTo>
                  <a:pt x="4921714" y="2722193"/>
                </a:lnTo>
                <a:lnTo>
                  <a:pt x="4921714" y="2298959"/>
                </a:lnTo>
                <a:lnTo>
                  <a:pt x="5507317" y="2085815"/>
                </a:lnTo>
                <a:lnTo>
                  <a:pt x="6052884" y="2284386"/>
                </a:lnTo>
                <a:lnTo>
                  <a:pt x="6092907" y="2298953"/>
                </a:lnTo>
                <a:lnTo>
                  <a:pt x="6092907" y="2722193"/>
                </a:lnTo>
                <a:close/>
                <a:moveTo>
                  <a:pt x="6092907" y="1869350"/>
                </a:moveTo>
                <a:lnTo>
                  <a:pt x="6092907" y="2289281"/>
                </a:lnTo>
                <a:lnTo>
                  <a:pt x="6092907" y="2289288"/>
                </a:lnTo>
                <a:lnTo>
                  <a:pt x="5511864" y="2077788"/>
                </a:lnTo>
                <a:lnTo>
                  <a:pt x="5511864" y="2077788"/>
                </a:lnTo>
                <a:lnTo>
                  <a:pt x="5511864" y="1657863"/>
                </a:lnTo>
                <a:lnTo>
                  <a:pt x="5511864" y="1657844"/>
                </a:lnTo>
                <a:lnTo>
                  <a:pt x="6092907" y="1869350"/>
                </a:lnTo>
                <a:lnTo>
                  <a:pt x="6092907" y="1869350"/>
                </a:lnTo>
                <a:close/>
                <a:moveTo>
                  <a:pt x="6092907" y="1859672"/>
                </a:moveTo>
                <a:lnTo>
                  <a:pt x="5520633" y="1651367"/>
                </a:lnTo>
                <a:lnTo>
                  <a:pt x="6092907" y="1443068"/>
                </a:lnTo>
                <a:lnTo>
                  <a:pt x="6092907" y="1859672"/>
                </a:lnTo>
                <a:close/>
                <a:moveTo>
                  <a:pt x="6092907" y="1433397"/>
                </a:moveTo>
                <a:lnTo>
                  <a:pt x="5511864" y="1644877"/>
                </a:lnTo>
                <a:lnTo>
                  <a:pt x="5511864" y="1228254"/>
                </a:lnTo>
                <a:lnTo>
                  <a:pt x="6084170" y="1436565"/>
                </a:lnTo>
                <a:lnTo>
                  <a:pt x="6092907" y="1433397"/>
                </a:lnTo>
                <a:lnTo>
                  <a:pt x="6092907" y="1433397"/>
                </a:lnTo>
                <a:close/>
                <a:moveTo>
                  <a:pt x="6092907" y="1430076"/>
                </a:moveTo>
                <a:lnTo>
                  <a:pt x="5520614" y="1221764"/>
                </a:lnTo>
                <a:lnTo>
                  <a:pt x="6092907" y="1013458"/>
                </a:lnTo>
                <a:lnTo>
                  <a:pt x="6092907" y="1430076"/>
                </a:lnTo>
                <a:close/>
                <a:moveTo>
                  <a:pt x="6102007" y="727042"/>
                </a:moveTo>
                <a:lnTo>
                  <a:pt x="6280880" y="792148"/>
                </a:lnTo>
                <a:lnTo>
                  <a:pt x="6102007" y="857248"/>
                </a:lnTo>
                <a:lnTo>
                  <a:pt x="6102007" y="727042"/>
                </a:lnTo>
                <a:close/>
                <a:moveTo>
                  <a:pt x="6102007" y="1000466"/>
                </a:moveTo>
                <a:lnTo>
                  <a:pt x="6102007" y="870241"/>
                </a:lnTo>
                <a:lnTo>
                  <a:pt x="6280893" y="935353"/>
                </a:lnTo>
                <a:lnTo>
                  <a:pt x="6102007" y="1000466"/>
                </a:lnTo>
                <a:close/>
                <a:moveTo>
                  <a:pt x="6477591" y="863757"/>
                </a:moveTo>
                <a:lnTo>
                  <a:pt x="6294171" y="930521"/>
                </a:lnTo>
                <a:lnTo>
                  <a:pt x="6110745" y="863757"/>
                </a:lnTo>
                <a:lnTo>
                  <a:pt x="6294171" y="797000"/>
                </a:lnTo>
                <a:lnTo>
                  <a:pt x="6477591" y="863757"/>
                </a:lnTo>
                <a:close/>
                <a:moveTo>
                  <a:pt x="6294177" y="653788"/>
                </a:moveTo>
                <a:lnTo>
                  <a:pt x="6477603" y="720552"/>
                </a:lnTo>
                <a:lnTo>
                  <a:pt x="6294165" y="787316"/>
                </a:lnTo>
                <a:lnTo>
                  <a:pt x="6110745" y="720552"/>
                </a:lnTo>
                <a:lnTo>
                  <a:pt x="6294177" y="653788"/>
                </a:lnTo>
                <a:close/>
                <a:moveTo>
                  <a:pt x="6280887" y="648949"/>
                </a:moveTo>
                <a:lnTo>
                  <a:pt x="6102007" y="714056"/>
                </a:lnTo>
                <a:lnTo>
                  <a:pt x="6102007" y="583836"/>
                </a:lnTo>
                <a:lnTo>
                  <a:pt x="6280887" y="648949"/>
                </a:lnTo>
                <a:close/>
              </a:path>
            </a:pathLst>
          </a:custGeom>
          <a:solidFill>
            <a:srgbClr val="2F3541"/>
          </a:solidFill>
          <a:ln w="6350" cap="flat">
            <a:no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red_logo">
            <a:extLst>
              <a:ext uri="{FF2B5EF4-FFF2-40B4-BE49-F238E27FC236}">
                <a16:creationId xmlns:a16="http://schemas.microsoft.com/office/drawing/2014/main" id="{EF6FC110-77D6-74BC-DFCA-FA1879D2FA41}"/>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9" name="Text Placeholder 2">
            <a:extLst>
              <a:ext uri="{FF2B5EF4-FFF2-40B4-BE49-F238E27FC236}">
                <a16:creationId xmlns:a16="http://schemas.microsoft.com/office/drawing/2014/main" id="{FD205A68-6EB7-B158-D7FA-191BD8E7CB3F}"/>
              </a:ext>
            </a:extLst>
          </p:cNvPr>
          <p:cNvSpPr>
            <a:spLocks noGrp="1"/>
          </p:cNvSpPr>
          <p:nvPr>
            <p:ph type="body" idx="1"/>
          </p:nvPr>
        </p:nvSpPr>
        <p:spPr>
          <a:xfrm>
            <a:off x="552450" y="630936"/>
            <a:ext cx="6368100" cy="298450"/>
          </a:xfrm>
        </p:spPr>
        <p:txBody>
          <a:bodyPr/>
          <a:lstStyle>
            <a:lvl1pPr>
              <a:defRPr>
                <a:solidFill>
                  <a:schemeClr val="bg1"/>
                </a:solidFill>
              </a:defRPr>
            </a:lvl1pPr>
          </a:lstStyle>
          <a:p>
            <a:pPr lvl="0"/>
            <a:r>
              <a:rPr lang="en-US">
                <a:solidFill>
                  <a:schemeClr val="bg1"/>
                </a:solidFill>
              </a:rPr>
              <a:t>Click to edit Master text styles</a:t>
            </a:r>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4800">
                <a:solidFill>
                  <a:schemeClr val="bg1"/>
                </a:solidFill>
              </a:defRPr>
            </a:lvl1pPr>
          </a:lstStyle>
          <a:p>
            <a:r>
              <a:rPr lang="en-US"/>
              <a:t>Statement, 48pt</a:t>
            </a:r>
          </a:p>
        </p:txBody>
      </p:sp>
      <p:sp>
        <p:nvSpPr>
          <p:cNvPr id="3" name="Date Placeholder 2">
            <a:extLst>
              <a:ext uri="{FF2B5EF4-FFF2-40B4-BE49-F238E27FC236}">
                <a16:creationId xmlns:a16="http://schemas.microsoft.com/office/drawing/2014/main" id="{1EBB7021-B113-89C1-0611-7B58A649B687}"/>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115710471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Quote 1">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365760" indent="-457200">
              <a:spcBef>
                <a:spcPts val="0"/>
              </a:spcBef>
              <a:spcAft>
                <a:spcPts val="1800"/>
              </a:spcAft>
              <a:buNone/>
              <a:defRPr sz="4800" b="1"/>
            </a:lvl1pPr>
            <a:lvl2pPr marL="365760" indent="0">
              <a:buNone/>
              <a:defRPr sz="1800" b="1"/>
            </a:lvl2pPr>
            <a:lvl3pPr marL="365760" indent="0">
              <a:buNone/>
              <a:defRPr sz="1400"/>
            </a:lvl3pPr>
            <a:lvl4pPr marL="548640" indent="0">
              <a:buNone/>
              <a:defRPr sz="1400"/>
            </a:lvl4pPr>
            <a:lvl5pPr marL="731520" indent="0">
              <a:buNone/>
              <a:defRPr/>
            </a:lvl5pPr>
          </a:lstStyle>
          <a:p>
            <a:pPr lvl="0"/>
            <a:r>
              <a:rPr lang="en-US" sz="4800" b="1">
                <a:latin typeface="Arial" panose="020B0604020202020204" pitchFamily="34" charset="0"/>
                <a:cs typeface="Arial" panose="020B0604020202020204" pitchFamily="34" charset="0"/>
              </a:rPr>
              <a:t>“</a:t>
            </a:r>
            <a:r>
              <a:rPr lang="en-US"/>
              <a:t>Quote text, 48pt”</a:t>
            </a:r>
          </a:p>
          <a:p>
            <a:pPr lvl="1"/>
            <a:r>
              <a:rPr lang="en-US"/>
              <a:t>Level 2 - Name and Last Name, Bold 18pt</a:t>
            </a:r>
          </a:p>
          <a:p>
            <a:pPr lvl="2"/>
            <a:r>
              <a:rPr lang="en-US"/>
              <a:t>Level 3 - Title and Company, Reg 14pt</a:t>
            </a:r>
          </a:p>
        </p:txBody>
      </p:sp>
      <p:sp>
        <p:nvSpPr>
          <p:cNvPr id="2" name="Date Placeholder 1">
            <a:extLst>
              <a:ext uri="{FF2B5EF4-FFF2-40B4-BE49-F238E27FC236}">
                <a16:creationId xmlns:a16="http://schemas.microsoft.com/office/drawing/2014/main" id="{B86D15EB-0A28-9535-70F9-54D46A077317}"/>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306768167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3" name="Text Placeholder 7">
            <a:extLst>
              <a:ext uri="{FF2B5EF4-FFF2-40B4-BE49-F238E27FC236}">
                <a16:creationId xmlns:a16="http://schemas.microsoft.com/office/drawing/2014/main" id="{8E62A23C-EC1D-86ED-87A8-78F92A4E0708}"/>
              </a:ext>
            </a:extLst>
          </p:cNvPr>
          <p:cNvSpPr>
            <a:spLocks noGrp="1"/>
          </p:cNvSpPr>
          <p:nvPr>
            <p:ph type="body" sz="quarter" idx="13" hasCustomPrompt="1"/>
          </p:nvPr>
        </p:nvSpPr>
        <p:spPr>
          <a:xfrm>
            <a:off x="552449" y="1276350"/>
            <a:ext cx="11088689" cy="4895850"/>
          </a:xfrm>
        </p:spPr>
        <p:txBody>
          <a:bodyPr lIns="914400" tIns="731520" rIns="914400"/>
          <a:lstStyle>
            <a:lvl1pPr marL="0" indent="0">
              <a:spcBef>
                <a:spcPts val="0"/>
              </a:spcBef>
              <a:spcAft>
                <a:spcPts val="1800"/>
              </a:spcAft>
              <a:buNone/>
              <a:defRPr sz="2400" b="0"/>
            </a:lvl1pPr>
            <a:lvl2pPr marL="0" indent="0">
              <a:buNone/>
              <a:defRPr sz="2000" b="1"/>
            </a:lvl2pPr>
            <a:lvl3pPr marL="0" indent="0">
              <a:buNone/>
              <a:defRPr sz="1600"/>
            </a:lvl3pPr>
            <a:lvl4pPr marL="548640" indent="0">
              <a:buNone/>
              <a:defRPr sz="1400"/>
            </a:lvl4pPr>
            <a:lvl5pPr marL="731520" indent="0">
              <a:buNone/>
              <a:defRPr/>
            </a:lvl5pPr>
          </a:lstStyle>
          <a:p>
            <a:pPr lvl="0"/>
            <a:r>
              <a:rPr lang="en-US"/>
              <a:t>Quote text, 24pt</a:t>
            </a:r>
          </a:p>
          <a:p>
            <a:pPr lvl="1"/>
            <a:r>
              <a:rPr lang="en-US"/>
              <a:t>Level 2 - Name and Last Name, 20pt</a:t>
            </a:r>
          </a:p>
          <a:p>
            <a:pPr lvl="2"/>
            <a:r>
              <a:rPr lang="en-US"/>
              <a:t>Level 3 - Title and Company, 16pt</a:t>
            </a:r>
          </a:p>
        </p:txBody>
      </p:sp>
      <p:sp>
        <p:nvSpPr>
          <p:cNvPr id="2" name="Date Placeholder 1">
            <a:extLst>
              <a:ext uri="{FF2B5EF4-FFF2-40B4-BE49-F238E27FC236}">
                <a16:creationId xmlns:a16="http://schemas.microsoft.com/office/drawing/2014/main" id="{B86D15EB-0A28-9535-70F9-54D46A077317}"/>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grpSp>
        <p:nvGrpSpPr>
          <p:cNvPr id="4" name="Group 3">
            <a:extLst>
              <a:ext uri="{FF2B5EF4-FFF2-40B4-BE49-F238E27FC236}">
                <a16:creationId xmlns:a16="http://schemas.microsoft.com/office/drawing/2014/main" id="{FD464633-6796-E079-CD48-944449E59E32}"/>
              </a:ext>
              <a:ext uri="{C183D7F6-B498-43B3-948B-1728B52AA6E4}">
                <adec:decorative xmlns:adec="http://schemas.microsoft.com/office/drawing/2017/decorative" val="1"/>
              </a:ext>
            </a:extLst>
          </p:cNvPr>
          <p:cNvGrpSpPr>
            <a:grpSpLocks noChangeAspect="1"/>
          </p:cNvGrpSpPr>
          <p:nvPr userDrawn="1"/>
        </p:nvGrpSpPr>
        <p:grpSpPr>
          <a:xfrm>
            <a:off x="1463040" y="1402837"/>
            <a:ext cx="499723" cy="393055"/>
            <a:chOff x="4869933" y="259128"/>
            <a:chExt cx="499723" cy="393055"/>
          </a:xfrm>
          <a:solidFill>
            <a:schemeClr val="tx1"/>
          </a:solidFill>
        </p:grpSpPr>
        <p:sp>
          <p:nvSpPr>
            <p:cNvPr id="7" name="Freeform: Shape 12">
              <a:extLst>
                <a:ext uri="{FF2B5EF4-FFF2-40B4-BE49-F238E27FC236}">
                  <a16:creationId xmlns:a16="http://schemas.microsoft.com/office/drawing/2014/main" id="{1ED2A23C-6F22-E5A2-36A7-213EC7D32815}"/>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11">
              <a:extLst>
                <a:ext uri="{FF2B5EF4-FFF2-40B4-BE49-F238E27FC236}">
                  <a16:creationId xmlns:a16="http://schemas.microsoft.com/office/drawing/2014/main" id="{8B9FD319-0C88-4E9F-173C-EC299A68ADF3}"/>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3647087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Quote 3">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grpSp>
        <p:nvGrpSpPr>
          <p:cNvPr id="15" name="Group 14">
            <a:extLst>
              <a:ext uri="{FF2B5EF4-FFF2-40B4-BE49-F238E27FC236}">
                <a16:creationId xmlns:a16="http://schemas.microsoft.com/office/drawing/2014/main" id="{F67FC08C-81CF-4332-9157-BE443FDE59C9}"/>
              </a:ext>
              <a:ext uri="{C183D7F6-B498-43B3-948B-1728B52AA6E4}">
                <adec:decorative xmlns:adec="http://schemas.microsoft.com/office/drawing/2017/decorative" val="1"/>
              </a:ext>
            </a:extLst>
          </p:cNvPr>
          <p:cNvGrpSpPr>
            <a:grpSpLocks noChangeAspect="1"/>
          </p:cNvGrpSpPr>
          <p:nvPr userDrawn="1"/>
        </p:nvGrpSpPr>
        <p:grpSpPr>
          <a:xfrm>
            <a:off x="1463040" y="1402837"/>
            <a:ext cx="499723" cy="393055"/>
            <a:chOff x="4869933" y="259128"/>
            <a:chExt cx="499723" cy="393055"/>
          </a:xfrm>
          <a:solidFill>
            <a:schemeClr val="tx1"/>
          </a:solidFill>
        </p:grpSpPr>
        <p:sp>
          <p:nvSpPr>
            <p:cNvPr id="13" name="Freeform: Shape 12">
              <a:extLst>
                <a:ext uri="{FF2B5EF4-FFF2-40B4-BE49-F238E27FC236}">
                  <a16:creationId xmlns:a16="http://schemas.microsoft.com/office/drawing/2014/main" id="{EE41FF9F-A28F-BDCF-72FC-4F6C88D41960}"/>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4C87ACF-12C6-529F-8F48-F0FECDE2BFB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49" y="1276350"/>
            <a:ext cx="11088689" cy="4895850"/>
          </a:xfrm>
        </p:spPr>
        <p:txBody>
          <a:bodyPr lIns="914400" tIns="731520" rIns="914400"/>
          <a:lstStyle>
            <a:lvl1pPr marL="0" indent="0">
              <a:spcBef>
                <a:spcPts val="0"/>
              </a:spcBef>
              <a:spcAft>
                <a:spcPts val="1800"/>
              </a:spcAft>
              <a:buNone/>
              <a:defRPr sz="2400" b="0"/>
            </a:lvl1pPr>
            <a:lvl2pPr marL="0" indent="0">
              <a:buNone/>
              <a:defRPr sz="2000" b="1"/>
            </a:lvl2pPr>
            <a:lvl3pPr marL="0" indent="0">
              <a:buNone/>
              <a:defRPr sz="1600"/>
            </a:lvl3pPr>
            <a:lvl4pPr marL="548640" indent="0">
              <a:buNone/>
              <a:defRPr sz="1400"/>
            </a:lvl4pPr>
            <a:lvl5pPr marL="731520" indent="0">
              <a:buNone/>
              <a:defRPr/>
            </a:lvl5pPr>
          </a:lstStyle>
          <a:p>
            <a:pPr lvl="0"/>
            <a:r>
              <a:rPr lang="en-US"/>
              <a:t>Quote text, 24pt</a:t>
            </a:r>
          </a:p>
          <a:p>
            <a:pPr lvl="1"/>
            <a:r>
              <a:rPr lang="en-US"/>
              <a:t>Level 2 - Name and Last Name, 20pt</a:t>
            </a:r>
          </a:p>
          <a:p>
            <a:pPr lvl="2"/>
            <a:r>
              <a:rPr lang="en-US"/>
              <a:t>Level 3 - Title and Company, 16pt</a:t>
            </a:r>
          </a:p>
        </p:txBody>
      </p:sp>
      <p:sp>
        <p:nvSpPr>
          <p:cNvPr id="2" name="Date Placeholder 1">
            <a:extLst>
              <a:ext uri="{FF2B5EF4-FFF2-40B4-BE49-F238E27FC236}">
                <a16:creationId xmlns:a16="http://schemas.microsoft.com/office/drawing/2014/main" id="{62DFBA4D-94A0-DE2E-FA45-EF73DBFA7A2F}"/>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226291101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fortress_red_logo">
            <a:extLst>
              <a:ext uri="{FF2B5EF4-FFF2-40B4-BE49-F238E27FC236}">
                <a16:creationId xmlns:a16="http://schemas.microsoft.com/office/drawing/2014/main" id="{F41402B2-668C-3281-1FC5-652C945AC124}"/>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2" name="Date Placeholder 1">
            <a:extLst>
              <a:ext uri="{FF2B5EF4-FFF2-40B4-BE49-F238E27FC236}">
                <a16:creationId xmlns:a16="http://schemas.microsoft.com/office/drawing/2014/main" id="{36D49AD6-9909-7F99-2A7F-6D008A71AC62}"/>
              </a:ext>
            </a:extLst>
          </p:cNvPr>
          <p:cNvSpPr>
            <a:spLocks noGrp="1"/>
          </p:cNvSpPr>
          <p:nvPr>
            <p:ph type="dt" sz="half" idx="15"/>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34705900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0"/>
              </a:ext>
            </a:extLst>
          </p:cNvPr>
          <p:cNvSpPr>
            <a:spLocks noGrp="1"/>
          </p:cNvSpPr>
          <p:nvPr>
            <p:ph type="dt" sz="half" idx="15"/>
          </p:nvPr>
        </p:nvSpPr>
        <p:spPr/>
        <p:txBody>
          <a:bodyPr/>
          <a:lstStyle/>
          <a:p>
            <a:r>
              <a:rPr lang="en-US"/>
              <a:t>Source(s) / Citation(s) / Trademark(s)</a:t>
            </a:r>
          </a:p>
        </p:txBody>
      </p:sp>
      <p:sp>
        <p:nvSpPr>
          <p:cNvPr id="3" name="fortress_red_logo">
            <a:extLst>
              <a:ext uri="{FF2B5EF4-FFF2-40B4-BE49-F238E27FC236}">
                <a16:creationId xmlns:a16="http://schemas.microsoft.com/office/drawing/2014/main" id="{7F6B0315-EEB6-27EA-50B0-B8818277DF10}"/>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43739609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ull width image free layout1">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red_logo">
            <a:extLst>
              <a:ext uri="{FF2B5EF4-FFF2-40B4-BE49-F238E27FC236}">
                <a16:creationId xmlns:a16="http://schemas.microsoft.com/office/drawing/2014/main" id="{0511CCC0-E87E-F76B-D8D0-B4555257DAA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2" name="Date Placeholder 1">
            <a:extLst>
              <a:ext uri="{FF2B5EF4-FFF2-40B4-BE49-F238E27FC236}">
                <a16:creationId xmlns:a16="http://schemas.microsoft.com/office/drawing/2014/main" id="{2FA1870D-8142-341E-8B6C-8FC6118D3086}"/>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414447778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ull width image free layout2">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red_logo">
            <a:extLst>
              <a:ext uri="{FF2B5EF4-FFF2-40B4-BE49-F238E27FC236}">
                <a16:creationId xmlns:a16="http://schemas.microsoft.com/office/drawing/2014/main" id="{0511CCC0-E87E-F76B-D8D0-B4555257DAA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2" name="Date Placeholder 1">
            <a:extLst>
              <a:ext uri="{FF2B5EF4-FFF2-40B4-BE49-F238E27FC236}">
                <a16:creationId xmlns:a16="http://schemas.microsoft.com/office/drawing/2014/main" id="{2FA1870D-8142-341E-8B6C-8FC6118D3086}"/>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41366612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38" y="519110"/>
            <a:ext cx="5359401" cy="274320"/>
          </a:xfrm>
        </p:spPr>
        <p:txBody>
          <a:bodyPr/>
          <a:lstStyle>
            <a:lvl1pPr marL="0" indent="0" algn="r">
              <a:buNone/>
              <a:defRPr sz="12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gn="r">
              <a:lnSpc>
                <a:spcPct val="100000"/>
              </a:lnSpc>
              <a:spcBef>
                <a:spcPts val="0"/>
              </a:spcBef>
              <a:spcAft>
                <a:spcPts val="600"/>
              </a:spcAft>
            </a:pPr>
            <a:r>
              <a:rPr lang="en-US" sz="1200" b="1">
                <a:latin typeface="Arial" panose="020B0604020202020204" pitchFamily="34" charset="0"/>
                <a:cs typeface="Arial" panose="020B0604020202020204" pitchFamily="34" charset="0"/>
              </a:rPr>
              <a:t>Industry</a:t>
            </a:r>
            <a:r>
              <a:rPr lang="en-US" sz="1200">
                <a:latin typeface="Arial" panose="020B0604020202020204" pitchFamily="34" charset="0"/>
                <a:cs typeface="Arial" panose="020B0604020202020204" pitchFamily="34" charset="0"/>
              </a:rPr>
              <a:t>: Lorem ipsum dolor sit </a:t>
            </a:r>
            <a:r>
              <a:rPr lang="en-US" sz="1200" err="1">
                <a:latin typeface="Arial" panose="020B0604020202020204" pitchFamily="34" charset="0"/>
                <a:cs typeface="Arial" panose="020B0604020202020204" pitchFamily="34" charset="0"/>
              </a:rPr>
              <a:t>amet</a:t>
            </a:r>
            <a:r>
              <a:rPr lang="en-US" sz="1200">
                <a:latin typeface="Arial" panose="020B0604020202020204" pitchFamily="34" charset="0"/>
                <a:cs typeface="Arial" panose="020B0604020202020204" pitchFamily="34" charset="0"/>
              </a:rPr>
              <a:t>, 12pt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1200"/>
            </a:lvl1pPr>
          </a:lstStyle>
          <a:p>
            <a:r>
              <a:rPr lang="en-US"/>
              <a:t>Strategic Partner logo</a:t>
            </a:r>
          </a:p>
        </p:txBody>
      </p:sp>
      <p:sp>
        <p:nvSpPr>
          <p:cNvPr id="19" name="Content Placeholder 18">
            <a:extLst>
              <a:ext uri="{FF2B5EF4-FFF2-40B4-BE49-F238E27FC236}">
                <a16:creationId xmlns:a16="http://schemas.microsoft.com/office/drawing/2014/main" id="{251BA1AC-24B5-EE9F-E5FB-9A1465ECE335}"/>
              </a:ext>
            </a:extLst>
          </p:cNvPr>
          <p:cNvSpPr>
            <a:spLocks noGrp="1"/>
          </p:cNvSpPr>
          <p:nvPr>
            <p:ph sz="quarter" idx="13" hasCustomPrompt="1"/>
          </p:nvPr>
        </p:nvSpPr>
        <p:spPr>
          <a:xfrm>
            <a:off x="549275" y="1554480"/>
            <a:ext cx="11091863" cy="4617720"/>
          </a:xfrm>
        </p:spPr>
        <p:txBody>
          <a:bodyPr/>
          <a:lstStyle>
            <a:lvl1pPr marL="0" indent="0">
              <a:buNone/>
              <a:defRPr sz="1600" b="0"/>
            </a:lvl1pPr>
            <a:lvl2pPr marL="182880" indent="-182880">
              <a:spcBef>
                <a:spcPts val="600"/>
              </a:spcBef>
              <a:buFont typeface="Arial" panose="020B0604020202020204" pitchFamily="34" charset="0"/>
              <a:buChar char="•"/>
              <a:defRPr sz="1600"/>
            </a:lvl2pPr>
            <a:lvl3pPr marL="365760" indent="-182880">
              <a:spcBef>
                <a:spcPts val="600"/>
              </a:spcBef>
              <a:buFont typeface="Arial" panose="020B0604020202020204" pitchFamily="34" charset="0"/>
              <a:buChar char="–"/>
              <a:defRPr sz="1400"/>
            </a:lvl3pPr>
            <a:lvl4pPr marL="548640" indent="-182880">
              <a:spcBef>
                <a:spcPts val="600"/>
              </a:spcBef>
              <a:buFont typeface="Arial" panose="020B0604020202020204" pitchFamily="34" charset="0"/>
              <a:buChar char="–"/>
              <a:defRPr sz="1200"/>
            </a:lvl4pPr>
            <a:lvl5pPr marL="731520" indent="-182880">
              <a:spcBef>
                <a:spcPts val="600"/>
              </a:spcBef>
              <a:buFont typeface="Arial" panose="020B0604020202020204" pitchFamily="34" charset="0"/>
              <a:buChar char="–"/>
              <a:defRPr sz="1200"/>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2" name="Date Placeholder 1">
            <a:extLst>
              <a:ext uri="{FF2B5EF4-FFF2-40B4-BE49-F238E27FC236}">
                <a16:creationId xmlns:a16="http://schemas.microsoft.com/office/drawing/2014/main" id="{32A9B8A9-125E-717F-8693-B0CF4422F2CB}"/>
              </a:ext>
              <a:ext uri="{C183D7F6-B498-43B3-948B-1728B52AA6E4}">
                <adec:decorative xmlns:adec="http://schemas.microsoft.com/office/drawing/2017/decorative" val="0"/>
              </a:ext>
            </a:extLst>
          </p:cNvPr>
          <p:cNvSpPr>
            <a:spLocks noGrp="1"/>
          </p:cNvSpPr>
          <p:nvPr>
            <p:ph type="dt" sz="half" idx="14"/>
          </p:nvPr>
        </p:nvSpPr>
        <p:spPr/>
        <p:txBody>
          <a:bodyPr/>
          <a:lstStyle/>
          <a:p>
            <a:r>
              <a:rPr lang="en-US"/>
              <a:t>Source(s) / Citation(s) / Trademark(s)</a:t>
            </a:r>
          </a:p>
        </p:txBody>
      </p:sp>
    </p:spTree>
    <p:extLst>
      <p:ext uri="{BB962C8B-B14F-4D97-AF65-F5344CB8AC3E}">
        <p14:creationId xmlns:p14="http://schemas.microsoft.com/office/powerpoint/2010/main" val="186298618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hasCustomPrompt="1"/>
          </p:nvPr>
        </p:nvSpPr>
        <p:spPr>
          <a:xfrm>
            <a:off x="548640" y="457200"/>
            <a:ext cx="11091672" cy="548640"/>
          </a:xfrm>
        </p:spPr>
        <p:txBody>
          <a:bodyPr anchor="t"/>
          <a:lstStyle/>
          <a:p>
            <a:r>
              <a:rPr lang="en-US"/>
              <a:t>Title text, 30pt</a:t>
            </a:r>
          </a:p>
        </p:txBody>
      </p:sp>
      <p:sp>
        <p:nvSpPr>
          <p:cNvPr id="2" name="Text Placeholder 2">
            <a:extLst>
              <a:ext uri="{FF2B5EF4-FFF2-40B4-BE49-F238E27FC236}">
                <a16:creationId xmlns:a16="http://schemas.microsoft.com/office/drawing/2014/main" id="{1E6AB38C-0FCD-C60C-2D19-FF00ED6DCF1D}"/>
              </a:ext>
            </a:extLst>
          </p:cNvPr>
          <p:cNvSpPr>
            <a:spLocks noGrp="1"/>
          </p:cNvSpPr>
          <p:nvPr>
            <p:ph type="body" sz="quarter" idx="16" hasCustomPrompt="1"/>
          </p:nvPr>
        </p:nvSpPr>
        <p:spPr>
          <a:xfrm>
            <a:off x="548639" y="1051560"/>
            <a:ext cx="11088687" cy="365761"/>
          </a:xfrm>
        </p:spPr>
        <p:txBody>
          <a:bodyPr/>
          <a:lstStyle>
            <a:lvl1pPr>
              <a:spcBef>
                <a:spcPts val="0"/>
              </a:spcBef>
              <a:defRPr sz="1600" b="1"/>
            </a:lvl1pPr>
          </a:lstStyle>
          <a:p>
            <a:pPr lvl="0"/>
            <a:r>
              <a:rPr lang="en-US"/>
              <a:t>Optional subtitle, single line only, 16pt bold</a:t>
            </a:r>
          </a:p>
        </p:txBody>
      </p:sp>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0"/>
              </a:ext>
            </a:extLst>
          </p:cNvPr>
          <p:cNvSpPr>
            <a:spLocks noGrp="1"/>
          </p:cNvSpPr>
          <p:nvPr>
            <p:ph type="dt" sz="half" idx="10"/>
          </p:nvPr>
        </p:nvSpPr>
        <p:spPr/>
        <p:txBody>
          <a:bodyPr/>
          <a:lstStyle/>
          <a:p>
            <a:r>
              <a:rPr lang="en-US"/>
              <a:t>Source(s) / Citation(s) / Trademark(s)</a:t>
            </a:r>
          </a:p>
        </p:txBody>
      </p:sp>
    </p:spTree>
    <p:extLst>
      <p:ext uri="{BB962C8B-B14F-4D97-AF65-F5344CB8AC3E}">
        <p14:creationId xmlns:p14="http://schemas.microsoft.com/office/powerpoint/2010/main" val="339689211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2BD677-8C98-8A35-16B5-D479428CE3EC}"/>
              </a:ext>
              <a:ext uri="{C183D7F6-B498-43B3-948B-1728B52AA6E4}">
                <adec:decorative xmlns:adec="http://schemas.microsoft.com/office/drawing/2017/decorative" val="1"/>
              </a:ext>
            </a:extLst>
          </p:cNvPr>
          <p:cNvSpPr>
            <a:spLocks noGrp="1"/>
          </p:cNvSpPr>
          <p:nvPr>
            <p:ph type="dt" sz="half" idx="10"/>
          </p:nvPr>
        </p:nvSpPr>
        <p:spPr/>
        <p:txBody>
          <a:bodyPr/>
          <a:lstStyle/>
          <a:p>
            <a:r>
              <a:rPr lang="en-US"/>
              <a:t>Source(s) / Citation(s) / Trademark(s)</a:t>
            </a:r>
          </a:p>
        </p:txBody>
      </p:sp>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Tree>
    <p:extLst>
      <p:ext uri="{BB962C8B-B14F-4D97-AF65-F5344CB8AC3E}">
        <p14:creationId xmlns:p14="http://schemas.microsoft.com/office/powerpoint/2010/main" val="178325062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3" y="857"/>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a:p>
        </p:txBody>
      </p:sp>
      <p:grpSp>
        <p:nvGrpSpPr>
          <p:cNvPr id="5" name="vert_logo_grp" descr="That is the end of the presentation.">
            <a:extLst>
              <a:ext uri="{FF2B5EF4-FFF2-40B4-BE49-F238E27FC236}">
                <a16:creationId xmlns:a16="http://schemas.microsoft.com/office/drawing/2014/main" id="{0CB43144-7496-E12F-FA93-E8BF4C9E5BF3}"/>
              </a:ext>
            </a:extLst>
          </p:cNvPr>
          <p:cNvGrpSpPr>
            <a:grpSpLocks noChangeAspect="1"/>
          </p:cNvGrpSpPr>
          <p:nvPr userDrawn="1"/>
        </p:nvGrpSpPr>
        <p:grpSpPr bwMode="black">
          <a:xfrm>
            <a:off x="4404360" y="2557715"/>
            <a:ext cx="3383280" cy="1634994"/>
            <a:chOff x="5513695" y="815830"/>
            <a:chExt cx="4571796" cy="2209353"/>
          </a:xfrm>
        </p:grpSpPr>
        <p:sp>
          <p:nvSpPr>
            <p:cNvPr id="6" name="Equinix_black">
              <a:extLst>
                <a:ext uri="{FF2B5EF4-FFF2-40B4-BE49-F238E27FC236}">
                  <a16:creationId xmlns:a16="http://schemas.microsoft.com/office/drawing/2014/main" id="{1554168B-740A-C755-1882-5ED8D3782F0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a:p>
          </p:txBody>
        </p:sp>
        <p:sp>
          <p:nvSpPr>
            <p:cNvPr id="7" name="fortress_red">
              <a:extLst>
                <a:ext uri="{FF2B5EF4-FFF2-40B4-BE49-F238E27FC236}">
                  <a16:creationId xmlns:a16="http://schemas.microsoft.com/office/drawing/2014/main" id="{9F4008A2-6840-D732-4950-C75253F101A5}"/>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a:p>
          </p:txBody>
        </p:sp>
      </p:grpSp>
    </p:spTree>
    <p:extLst>
      <p:ext uri="{BB962C8B-B14F-4D97-AF65-F5344CB8AC3E}">
        <p14:creationId xmlns:p14="http://schemas.microsoft.com/office/powerpoint/2010/main" val="86010911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1_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4970998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wo column graphics right">
  <p:cSld name="Two column graphics right">
    <p:spTree>
      <p:nvGrpSpPr>
        <p:cNvPr id="1" name="Shape 25"/>
        <p:cNvGrpSpPr/>
        <p:nvPr/>
      </p:nvGrpSpPr>
      <p:grpSpPr>
        <a:xfrm>
          <a:off x="0" y="0"/>
          <a:ext cx="0" cy="0"/>
          <a:chOff x="0" y="0"/>
          <a:chExt cx="0" cy="0"/>
        </a:xfrm>
      </p:grpSpPr>
      <p:sp>
        <p:nvSpPr>
          <p:cNvPr id="26" name="Google Shape;26;p35"/>
          <p:cNvSpPr txBox="1">
            <a:spLocks noGrp="1"/>
          </p:cNvSpPr>
          <p:nvPr>
            <p:ph type="title"/>
          </p:nvPr>
        </p:nvSpPr>
        <p:spPr>
          <a:xfrm>
            <a:off x="457200" y="366713"/>
            <a:ext cx="11276013" cy="44319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1800"/>
              <a:buNone/>
              <a:defRPr/>
            </a:lvl1pPr>
            <a:lvl2pPr lvl="1">
              <a:spcBef>
                <a:spcPts val="12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5"/>
          <p:cNvSpPr txBox="1">
            <a:spLocks noGrp="1"/>
          </p:cNvSpPr>
          <p:nvPr>
            <p:ph type="body" idx="1"/>
          </p:nvPr>
        </p:nvSpPr>
        <p:spPr>
          <a:xfrm>
            <a:off x="457201" y="1527174"/>
            <a:ext cx="5499100" cy="4460875"/>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sz="2000"/>
            </a:lvl1pPr>
            <a:lvl2pPr marL="914400" lvl="1" indent="-342900" algn="l">
              <a:lnSpc>
                <a:spcPct val="100000"/>
              </a:lnSpc>
              <a:spcBef>
                <a:spcPts val="1200"/>
              </a:spcBef>
              <a:spcAft>
                <a:spcPts val="0"/>
              </a:spcAft>
              <a:buClr>
                <a:schemeClr val="dk1"/>
              </a:buClr>
              <a:buSzPts val="1800"/>
              <a:buChar char="–"/>
              <a:defRPr sz="2000"/>
            </a:lvl2pPr>
            <a:lvl3pPr marL="1371600" lvl="2" indent="-342900" algn="l">
              <a:lnSpc>
                <a:spcPct val="100000"/>
              </a:lnSpc>
              <a:spcBef>
                <a:spcPts val="1200"/>
              </a:spcBef>
              <a:spcAft>
                <a:spcPts val="0"/>
              </a:spcAft>
              <a:buClr>
                <a:schemeClr val="dk1"/>
              </a:buClr>
              <a:buSzPts val="1800"/>
              <a:buChar char="▪"/>
              <a:defRPr sz="2000"/>
            </a:lvl3pPr>
            <a:lvl4pPr marL="1828800" lvl="3" indent="-342900" algn="l">
              <a:lnSpc>
                <a:spcPct val="100000"/>
              </a:lnSpc>
              <a:spcBef>
                <a:spcPts val="1200"/>
              </a:spcBef>
              <a:spcAft>
                <a:spcPts val="0"/>
              </a:spcAft>
              <a:buClr>
                <a:schemeClr val="dk1"/>
              </a:buClr>
              <a:buSzPts val="1800"/>
              <a:buChar char="–"/>
              <a:defRPr sz="2000"/>
            </a:lvl4pPr>
            <a:lvl5pPr marL="2286000" lvl="4" indent="-342900" algn="l">
              <a:lnSpc>
                <a:spcPct val="100000"/>
              </a:lnSpc>
              <a:spcBef>
                <a:spcPts val="1200"/>
              </a:spcBef>
              <a:spcAft>
                <a:spcPts val="0"/>
              </a:spcAft>
              <a:buClr>
                <a:schemeClr val="dk1"/>
              </a:buClr>
              <a:buSzPts val="18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06406303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008275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Lst>
          </p:cNvPr>
          <p:cNvPicPr>
            <a:picLocks noChangeAspect="1"/>
          </p:cNvPicPr>
          <p:nvPr userDrawn="1"/>
        </p:nvPicPr>
        <p:blipFill>
          <a:blip r:embed="rId2"/>
          <a:stretch>
            <a:fillRect/>
          </a:stretch>
        </p:blipFill>
        <p:spPr>
          <a:xfrm>
            <a:off x="-3048" y="-3502"/>
            <a:ext cx="12198096" cy="6865004"/>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3" y="1359181"/>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grpSp>
        <p:nvGrpSpPr>
          <p:cNvPr id="9" name="horz_logo_grp">
            <a:extLst>
              <a:ext uri="{FF2B5EF4-FFF2-40B4-BE49-F238E27FC236}">
                <a16:creationId xmlns:a16="http://schemas.microsoft.com/office/drawing/2014/main" id="{B081CF4E-0306-7B47-8910-2D2FD275886E}"/>
              </a:ext>
              <a:ext uri="{C183D7F6-B498-43B3-948B-1728B52AA6E4}">
                <adec:decorative xmlns:adec="http://schemas.microsoft.com/office/drawing/2017/decorative" val="1"/>
              </a:ext>
            </a:extLst>
          </p:cNvPr>
          <p:cNvGrpSpPr>
            <a:grpSpLocks noChangeAspect="1"/>
          </p:cNvGrpSpPr>
          <p:nvPr userDrawn="1"/>
        </p:nvGrpSpPr>
        <p:grpSpPr>
          <a:xfrm>
            <a:off x="548640" y="640080"/>
            <a:ext cx="2286000" cy="334244"/>
            <a:chOff x="345440" y="2627692"/>
            <a:chExt cx="10971255" cy="1604143"/>
          </a:xfrm>
        </p:grpSpPr>
        <p:sp>
          <p:nvSpPr>
            <p:cNvPr id="10" name="Equinix_black">
              <a:extLst>
                <a:ext uri="{FF2B5EF4-FFF2-40B4-BE49-F238E27FC236}">
                  <a16:creationId xmlns:a16="http://schemas.microsoft.com/office/drawing/2014/main" id="{27CBFAAD-0187-3A4B-4166-28ECB2813DD5}"/>
                </a:ext>
                <a:ext uri="{C183D7F6-B498-43B3-948B-1728B52AA6E4}">
                  <adec:decorative xmlns:adec="http://schemas.microsoft.com/office/drawing/2017/decorative" val="1"/>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solidFill>
              <a:schemeClr val="tx1"/>
            </a:solidFill>
            <a:ln w="3410" cap="flat">
              <a:noFill/>
              <a:prstDash val="solid"/>
              <a:miter/>
            </a:ln>
          </p:spPr>
          <p:txBody>
            <a:bodyPr rtlCol="0" anchor="ctr"/>
            <a:lstStyle/>
            <a:p>
              <a:endParaRPr lang="en-US"/>
            </a:p>
          </p:txBody>
        </p:sp>
        <p:sp>
          <p:nvSpPr>
            <p:cNvPr id="11" name="fortress_black">
              <a:extLst>
                <a:ext uri="{FF2B5EF4-FFF2-40B4-BE49-F238E27FC236}">
                  <a16:creationId xmlns:a16="http://schemas.microsoft.com/office/drawing/2014/main" id="{B58209EC-2843-70D9-ACCF-6A285590AAEE}"/>
                </a:ext>
                <a:ext uri="{C183D7F6-B498-43B3-948B-1728B52AA6E4}">
                  <adec:decorative xmlns:adec="http://schemas.microsoft.com/office/drawing/2017/decorative" val="1"/>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solidFill>
              <a:schemeClr val="tx1"/>
            </a:solidFill>
            <a:ln w="341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lvl1pPr>
          </a:lstStyle>
          <a:p>
            <a:pPr lvl="0"/>
            <a:r>
              <a:rPr lang="en-US"/>
              <a:t>Optional Presenter Name, Reg 14pt</a:t>
            </a:r>
          </a:p>
        </p:txBody>
      </p:sp>
    </p:spTree>
    <p:extLst>
      <p:ext uri="{BB962C8B-B14F-4D97-AF65-F5344CB8AC3E}">
        <p14:creationId xmlns:p14="http://schemas.microsoft.com/office/powerpoint/2010/main" val="3465555450"/>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secHead" preserve="1">
  <p:cSld name="Divider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308B61-F878-C9AF-8422-FBDD35F26ED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400"/>
            <a:ext cx="12192000" cy="6857200"/>
          </a:xfrm>
          <a:prstGeom prst="rect">
            <a:avLst/>
          </a:prstGeom>
        </p:spPr>
      </p:pic>
      <p:sp>
        <p:nvSpPr>
          <p:cNvPr id="9" name="Slide Number Placeholder 8">
            <a:extLst>
              <a:ext uri="{FF2B5EF4-FFF2-40B4-BE49-F238E27FC236}">
                <a16:creationId xmlns:a16="http://schemas.microsoft.com/office/drawing/2014/main" id="{BF56BB23-1A82-4374-D1F6-E83A3FF45F9E}"/>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1463039" y="730250"/>
            <a:ext cx="7687311" cy="2909887"/>
          </a:xfrm>
        </p:spPr>
        <p:txBody>
          <a:bodyPr anchor="b" anchorCtr="0"/>
          <a:lstStyle>
            <a:lvl1pPr>
              <a:defRPr sz="4800"/>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1463038" y="3749040"/>
            <a:ext cx="6368100" cy="1554480"/>
          </a:xfrm>
        </p:spPr>
        <p:txBody>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7" name="Date Placeholder 6">
            <a:extLst>
              <a:ext uri="{FF2B5EF4-FFF2-40B4-BE49-F238E27FC236}">
                <a16:creationId xmlns:a16="http://schemas.microsoft.com/office/drawing/2014/main" id="{C1391EEB-F245-D311-DDBC-CE3454516D73}"/>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0045CDE4-61F3-186D-CB6A-813065F33D4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4" name="fortress_black_logo">
            <a:extLst>
              <a:ext uri="{FF2B5EF4-FFF2-40B4-BE49-F238E27FC236}">
                <a16:creationId xmlns:a16="http://schemas.microsoft.com/office/drawing/2014/main" id="{B1836C45-0520-FDA8-0380-04C6396C2CBD}"/>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5203076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624CBB4-46F3-C7FA-0821-607C7F4B50FE}"/>
              </a:ext>
              <a:ext uri="{C183D7F6-B498-43B3-948B-1728B52AA6E4}">
                <adec:decorative xmlns:adec="http://schemas.microsoft.com/office/drawing/2017/decorative" val="1"/>
              </a:ext>
            </a:extLst>
          </p:cNvPr>
          <p:cNvPicPr>
            <a:picLocks/>
          </p:cNvPicPr>
          <p:nvPr userDrawn="1"/>
        </p:nvPicPr>
        <p:blipFill>
          <a:blip r:embed="rId2"/>
          <a:stretch>
            <a:fillRect/>
          </a:stretch>
        </p:blipFill>
        <p:spPr>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1463039" y="730250"/>
            <a:ext cx="7687312" cy="2909887"/>
          </a:xfrm>
        </p:spPr>
        <p:txBody>
          <a:bodyPr anchor="b" anchorCtr="0"/>
          <a:lstStyle>
            <a:lvl1pPr>
              <a:defRPr sz="4800"/>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1463038" y="3749040"/>
            <a:ext cx="6368100" cy="1554480"/>
          </a:xfrm>
        </p:spPr>
        <p:txBody>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4" name="Date Placeholder 3">
            <a:extLst>
              <a:ext uri="{FF2B5EF4-FFF2-40B4-BE49-F238E27FC236}">
                <a16:creationId xmlns:a16="http://schemas.microsoft.com/office/drawing/2014/main" id="{EE12A28C-CD42-F413-8FC9-10AEC46CFDB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8" name="fortress_black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79925754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70C4B45-B23A-0359-D80A-6D453E999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7999"/>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1463039" y="730250"/>
            <a:ext cx="7687312" cy="2909887"/>
          </a:xfrm>
        </p:spPr>
        <p:txBody>
          <a:bodyPr anchor="b" anchorCtr="0"/>
          <a:lstStyle>
            <a:lvl1pPr>
              <a:defRPr sz="4800">
                <a:solidFill>
                  <a:schemeClr val="bg1"/>
                </a:solidFill>
              </a:defRPr>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1463038" y="3749040"/>
            <a:ext cx="6368100" cy="1554480"/>
          </a:xfrm>
        </p:spPr>
        <p:txBody>
          <a:bodyPr/>
          <a:lstStyle>
            <a:lvl1pPr marL="0" indent="0">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4" name="Date Placeholder 3">
            <a:extLst>
              <a:ext uri="{FF2B5EF4-FFF2-40B4-BE49-F238E27FC236}">
                <a16:creationId xmlns:a16="http://schemas.microsoft.com/office/drawing/2014/main" id="{EE12A28C-CD42-F413-8FC9-10AEC46CFDB6}"/>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8" name="fortress_white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98780334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p:txBody>
          <a:bodyPr/>
          <a:lstStyle>
            <a:lvl1pPr>
              <a:defRPr>
                <a:solidFill>
                  <a:schemeClr val="bg1"/>
                </a:solidFill>
              </a:defRPr>
            </a:lvl1pPr>
          </a:lstStyle>
          <a:p>
            <a:r>
              <a:rPr lang="en-US"/>
              <a:t>Agenda, </a:t>
            </a:r>
            <a:br>
              <a:rPr lang="en-US"/>
            </a:br>
            <a:r>
              <a:rPr lang="en-US"/>
              <a:t>Bold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40" y="1466850"/>
            <a:ext cx="5360035" cy="589915"/>
          </a:xfr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16pt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4" name="Date Placeholder 3">
            <a:extLst>
              <a:ext uri="{FF2B5EF4-FFF2-40B4-BE49-F238E27FC236}">
                <a16:creationId xmlns:a16="http://schemas.microsoft.com/office/drawing/2014/main" id="{A9FC1734-7417-FD72-6EE6-BE088ED3A05E}"/>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2" name="fortress_white_logo">
            <a:extLst>
              <a:ext uri="{FF2B5EF4-FFF2-40B4-BE49-F238E27FC236}">
                <a16:creationId xmlns:a16="http://schemas.microsoft.com/office/drawing/2014/main" id="{F1533B5D-7581-A9A5-BB30-D1FCA20697C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42516833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22012163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4976141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19748815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88898960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466850"/>
            <a:ext cx="5356225" cy="4705350"/>
          </a:xfrm>
        </p:spPr>
        <p:txBody>
          <a:bodyPr/>
          <a:lstStyle>
            <a:lvl2pPr>
              <a:defRPr/>
            </a:lvl2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466850"/>
            <a:ext cx="5357812" cy="470535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80519534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9" name="Date Placeholder 8">
            <a:extLst>
              <a:ext uri="{FF2B5EF4-FFF2-40B4-BE49-F238E27FC236}">
                <a16:creationId xmlns:a16="http://schemas.microsoft.com/office/drawing/2014/main" id="{6F2A5ECE-5627-397C-EC44-C80147A05E9E}"/>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3448685" cy="4705349"/>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466850"/>
            <a:ext cx="3447288" cy="4705349"/>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0" y="1466850"/>
            <a:ext cx="3443288" cy="4705349"/>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77718570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10" name="Date Placeholder 9">
            <a:extLst>
              <a:ext uri="{FF2B5EF4-FFF2-40B4-BE49-F238E27FC236}">
                <a16:creationId xmlns:a16="http://schemas.microsoft.com/office/drawing/2014/main" id="{426D8142-71DC-53DA-7ACE-734A3C3C6EEE}"/>
              </a:ext>
              <a:ext uri="{C183D7F6-B498-43B3-948B-1728B52AA6E4}">
                <adec:decorative xmlns:adec="http://schemas.microsoft.com/office/drawing/2017/decorative" val="1"/>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1537"/>
            <a:ext cx="8601710" cy="924831"/>
          </a:xfrm>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0"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8"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6"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Tree>
    <p:extLst>
      <p:ext uri="{BB962C8B-B14F-4D97-AF65-F5344CB8AC3E}">
        <p14:creationId xmlns:p14="http://schemas.microsoft.com/office/powerpoint/2010/main" val="404573839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5EF3BEC4-A8CA-6129-DA3D-09C02CF6B7B1}"/>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2" name="fortress_white_logo">
            <a:extLst>
              <a:ext uri="{FF2B5EF4-FFF2-40B4-BE49-F238E27FC236}">
                <a16:creationId xmlns:a16="http://schemas.microsoft.com/office/drawing/2014/main" id="{D2DD75F0-A73C-898D-490D-9E6A83A58004}"/>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0" y="1466850"/>
            <a:ext cx="110886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69145666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2" name="fortress_white_logo">
            <a:extLst>
              <a:ext uri="{FF2B5EF4-FFF2-40B4-BE49-F238E27FC236}">
                <a16:creationId xmlns:a16="http://schemas.microsoft.com/office/drawing/2014/main" id="{D208D63C-B689-E785-1C29-AFF14BDC671C}"/>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DF7DC1F2-3E8E-01D0-ED31-624AFFD06FB5}"/>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466850"/>
            <a:ext cx="5356225"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466850"/>
            <a:ext cx="5357811"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63594993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2" name="fortress_white_logo">
            <a:extLst>
              <a:ext uri="{FF2B5EF4-FFF2-40B4-BE49-F238E27FC236}">
                <a16:creationId xmlns:a16="http://schemas.microsoft.com/office/drawing/2014/main" id="{38CF6369-1802-5921-B6B2-B6A8455BEC5B}"/>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Date Placeholder 9">
            <a:extLst>
              <a:ext uri="{FF2B5EF4-FFF2-40B4-BE49-F238E27FC236}">
                <a16:creationId xmlns:a16="http://schemas.microsoft.com/office/drawing/2014/main" id="{7574CD04-9D84-4B66-E3E5-8E35DE5903C4}"/>
              </a:ext>
              <a:ext uri="{C183D7F6-B498-43B3-948B-1728B52AA6E4}">
                <adec:decorative xmlns:adec="http://schemas.microsoft.com/office/drawing/2017/decorative" val="1"/>
              </a:ext>
            </a:extLst>
          </p:cNvPr>
          <p:cNvSpPr>
            <a:spLocks noGrp="1"/>
          </p:cNvSpPr>
          <p:nvPr>
            <p:ph type="dt" sz="half" idx="14"/>
          </p:nvPr>
        </p:nvSpPr>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1537"/>
            <a:ext cx="8601710" cy="924831"/>
          </a:xfrm>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34472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466850"/>
            <a:ext cx="34472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4" y="1466850"/>
            <a:ext cx="34472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1242260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2" name="fortress_white_logo">
            <a:extLst>
              <a:ext uri="{FF2B5EF4-FFF2-40B4-BE49-F238E27FC236}">
                <a16:creationId xmlns:a16="http://schemas.microsoft.com/office/drawing/2014/main" id="{FC468DE0-1E0F-07E9-4215-1D1B4AF9C99E}"/>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C7BEEE7-B0DA-86C3-03EA-0897A1C2FCBB}"/>
              </a:ext>
              <a:ext uri="{C183D7F6-B498-43B3-948B-1728B52AA6E4}">
                <adec:decorative xmlns:adec="http://schemas.microsoft.com/office/drawing/2017/decorative" val="1"/>
              </a:ext>
            </a:extLst>
          </p:cNvPr>
          <p:cNvSpPr>
            <a:spLocks noGrp="1"/>
          </p:cNvSpPr>
          <p:nvPr>
            <p:ph type="dt" sz="half" idx="15"/>
          </p:nvPr>
        </p:nvSpPr>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1537"/>
            <a:ext cx="8601710" cy="924831"/>
          </a:xfrm>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2487168"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25825" y="1466850"/>
            <a:ext cx="2482849"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9674" y="1466850"/>
            <a:ext cx="2490788"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0350" y="1466850"/>
            <a:ext cx="2490788"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Tree>
    <p:extLst>
      <p:ext uri="{BB962C8B-B14F-4D97-AF65-F5344CB8AC3E}">
        <p14:creationId xmlns:p14="http://schemas.microsoft.com/office/powerpoint/2010/main" val="43680077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547688"/>
            <a:ext cx="5545138" cy="5624512"/>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4" name="Date Placeholder 3">
            <a:extLst>
              <a:ext uri="{FF2B5EF4-FFF2-40B4-BE49-F238E27FC236}">
                <a16:creationId xmlns:a16="http://schemas.microsoft.com/office/drawing/2014/main" id="{2B3FBA5B-398F-E02C-F121-1E39E6B271B5}"/>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1537"/>
            <a:ext cx="4892040" cy="924831"/>
          </a:xfrm>
        </p:spPr>
        <p:txBody>
          <a:bodyPr/>
          <a:lstStyle/>
          <a:p>
            <a:r>
              <a:rPr lang="en-US"/>
              <a:t>Title text, 30pt</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0" y="1466850"/>
            <a:ext cx="4892040" cy="4705350"/>
          </a:xfrm>
        </p:spPr>
        <p:txBody>
          <a:bodyPr/>
          <a:lstStyle>
            <a:lvl5pPr>
              <a:spcBef>
                <a:spcPts val="800"/>
              </a:spcBef>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6011090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547688"/>
            <a:ext cx="5543550" cy="5624512"/>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4" name="Date Placeholder 3">
            <a:extLst>
              <a:ext uri="{FF2B5EF4-FFF2-40B4-BE49-F238E27FC236}">
                <a16:creationId xmlns:a16="http://schemas.microsoft.com/office/drawing/2014/main" id="{11C10A5D-9DB8-EE15-8E40-3BF0B1E415EF}"/>
              </a:ext>
              <a:ext uri="{C183D7F6-B498-43B3-948B-1728B52AA6E4}">
                <adec:decorative xmlns:adec="http://schemas.microsoft.com/office/drawing/2017/decorative" val="1"/>
              </a:ext>
            </a:extLst>
          </p:cNvPr>
          <p:cNvSpPr>
            <a:spLocks noGrp="1"/>
          </p:cNvSpPr>
          <p:nvPr>
            <p:ph type="dt" sz="half" idx="14"/>
          </p:nvPr>
        </p:nvSpPr>
        <p:spPr>
          <a:xfrm>
            <a:off x="6281738" y="6492875"/>
            <a:ext cx="4636008" cy="365125"/>
          </a:xfrm>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1537"/>
            <a:ext cx="4892040" cy="924831"/>
          </a:xfrm>
        </p:spPr>
        <p:txBody>
          <a:bodyPr/>
          <a:lstStyle/>
          <a:p>
            <a:r>
              <a:rPr lang="en-US"/>
              <a:t>Title text, 30pt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466850"/>
            <a:ext cx="4892040" cy="470535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36930741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4" name="Date Placeholder 3">
            <a:extLst>
              <a:ext uri="{FF2B5EF4-FFF2-40B4-BE49-F238E27FC236}">
                <a16:creationId xmlns:a16="http://schemas.microsoft.com/office/drawing/2014/main" id="{5C189770-8D69-D846-86FA-9FDE970AD194}"/>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48"/>
            <a:ext cx="5547360" cy="5241851"/>
          </a:xfrm>
        </p:spPr>
        <p:txBody>
          <a:bodyPr/>
          <a:lstStyle>
            <a:lvl1pPr>
              <a:defRPr sz="4800">
                <a:solidFill>
                  <a:schemeClr val="tx1"/>
                </a:solidFill>
              </a:defRPr>
            </a:lvl1pPr>
          </a:lstStyle>
          <a:p>
            <a:r>
              <a:rPr lang="en-US"/>
              <a:t>Title text, 48pt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1200"/>
              </a:spcBef>
              <a:buNone/>
              <a:defRPr sz="1800" b="1"/>
            </a:lvl1pPr>
            <a:lvl2pPr marL="0" indent="0">
              <a:spcBef>
                <a:spcPts val="1200"/>
              </a:spcBef>
              <a:buFont typeface="Arial" panose="020B0604020202020204" pitchFamily="34" charset="0"/>
              <a:buNone/>
              <a:defRPr sz="1400"/>
            </a:lvl2pPr>
            <a:lvl3pPr marL="182880" indent="-182563">
              <a:spcBef>
                <a:spcPts val="900"/>
              </a:spcBef>
              <a:defRPr sz="1400"/>
            </a:lvl3pPr>
            <a:lvl4pPr marL="365760" indent="-182880">
              <a:spcBef>
                <a:spcPts val="900"/>
              </a:spcBef>
              <a:buFont typeface="Arial" panose="020B0604020202020204" pitchFamily="34" charset="0"/>
              <a:buChar char="–"/>
              <a:defRPr sz="1100"/>
            </a:lvl4pPr>
            <a:lvl5pPr marL="548640">
              <a:spcBef>
                <a:spcPts val="800"/>
              </a:spcBef>
              <a:defRPr sz="1000"/>
            </a:lvl5pPr>
          </a:lstStyle>
          <a:p>
            <a:pPr lvl="0"/>
            <a:r>
              <a:rPr lang="en-US"/>
              <a:t>First level, bold 18pt no bullet</a:t>
            </a:r>
          </a:p>
          <a:p>
            <a:pPr lvl="1"/>
            <a:r>
              <a:rPr lang="en-US"/>
              <a:t>Second level, reg 14pt no bullet</a:t>
            </a:r>
          </a:p>
          <a:p>
            <a:pPr lvl="2"/>
            <a:r>
              <a:rPr lang="en-US"/>
              <a:t>Third level, reg 14pt first bullet</a:t>
            </a:r>
          </a:p>
          <a:p>
            <a:pPr lvl="3"/>
            <a:r>
              <a:rPr lang="en-US"/>
              <a:t>Fourth level, reg 11pt second bullet</a:t>
            </a:r>
          </a:p>
          <a:p>
            <a:pPr lvl="4"/>
            <a:r>
              <a:rPr lang="en-US"/>
              <a:t>Fifth level, reg 10pt third bullet</a:t>
            </a:r>
          </a:p>
        </p:txBody>
      </p:sp>
    </p:spTree>
    <p:extLst>
      <p:ext uri="{BB962C8B-B14F-4D97-AF65-F5344CB8AC3E}">
        <p14:creationId xmlns:p14="http://schemas.microsoft.com/office/powerpoint/2010/main" val="276730027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0" y="0"/>
            <a:ext cx="6092951" cy="6858000"/>
          </a:xfrm>
        </p:spPr>
        <p:txBody>
          <a:bodyPr lIns="182880" tIns="182880" rIns="0"/>
          <a:lstStyle>
            <a:lvl1pPr>
              <a:defRPr>
                <a:solidFill>
                  <a:schemeClr val="bg1"/>
                </a:solidFill>
              </a:defRPr>
            </a:lvl1pPr>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9" name="fortress_white_logo">
            <a:extLst>
              <a:ext uri="{FF2B5EF4-FFF2-40B4-BE49-F238E27FC236}">
                <a16:creationId xmlns:a16="http://schemas.microsoft.com/office/drawing/2014/main" id="{E0E41B51-33D8-A036-7003-78F2C51D84A2}"/>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0348"/>
            <a:ext cx="4892040" cy="5241852"/>
          </a:xfrm>
        </p:spPr>
        <p:txBody>
          <a:bodyPr/>
          <a:lstStyle>
            <a:lvl1pPr>
              <a:defRPr sz="4800">
                <a:solidFill>
                  <a:schemeClr val="bg1"/>
                </a:solidFill>
              </a:defRPr>
            </a:lvl1pPr>
          </a:lstStyle>
          <a:p>
            <a:r>
              <a:rPr lang="en-US"/>
              <a:t>Title text, 48pt</a:t>
            </a:r>
          </a:p>
        </p:txBody>
      </p:sp>
      <p:sp>
        <p:nvSpPr>
          <p:cNvPr id="4" name="Date Placeholder 3">
            <a:extLst>
              <a:ext uri="{FF2B5EF4-FFF2-40B4-BE49-F238E27FC236}">
                <a16:creationId xmlns:a16="http://schemas.microsoft.com/office/drawing/2014/main" id="{2E21DCE9-2B04-C865-DDE2-8ECB3F1EDEFF}"/>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20904912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4" y="0"/>
            <a:ext cx="6099047" cy="6858000"/>
          </a:xfrm>
        </p:spPr>
        <p:txBody>
          <a:bodyPr lIns="182880" tIns="182880" rIns="0"/>
          <a:lstStyle>
            <a:lvl1pPr>
              <a:defRPr>
                <a:solidFill>
                  <a:schemeClr val="tx1"/>
                </a:solidFill>
              </a:defRPr>
            </a:lvl1pPr>
          </a:lstStyle>
          <a:p>
            <a:r>
              <a:rPr lang="en-US"/>
              <a:t>Click icon to add picture</a:t>
            </a:r>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lstStyle>
            <a:lvl1pPr>
              <a:defRPr sz="4800">
                <a:solidFill>
                  <a:schemeClr val="tx1"/>
                </a:solidFill>
              </a:defRPr>
            </a:lvl1pPr>
          </a:lstStyle>
          <a:p>
            <a:r>
              <a:rPr lang="en-US"/>
              <a:t>Title text, 48pt</a:t>
            </a:r>
          </a:p>
        </p:txBody>
      </p:sp>
      <p:sp>
        <p:nvSpPr>
          <p:cNvPr id="8" name="Date Placeholder 7">
            <a:extLst>
              <a:ext uri="{FF2B5EF4-FFF2-40B4-BE49-F238E27FC236}">
                <a16:creationId xmlns:a16="http://schemas.microsoft.com/office/drawing/2014/main" id="{700A1857-3B9B-8A03-D707-10B073A87687}"/>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8214317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B01837F3-4A39-D3DA-B124-70B68CD23189}"/>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5" name="fortress_black_logo">
            <a:extLst>
              <a:ext uri="{FF2B5EF4-FFF2-40B4-BE49-F238E27FC236}">
                <a16:creationId xmlns:a16="http://schemas.microsoft.com/office/drawing/2014/main" id="{BF167CAF-B544-94B7-7A81-C8803748D04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2024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2688"/>
            <a:ext cx="5356225" cy="5239512"/>
          </a:xfrm>
        </p:spPr>
        <p:txBody>
          <a:bodyPr/>
          <a:lstStyle>
            <a:lvl1pPr>
              <a:defRPr sz="4800">
                <a:solidFill>
                  <a:schemeClr val="bg1"/>
                </a:solidFill>
              </a:defRPr>
            </a:lvl1pPr>
          </a:lstStyle>
          <a:p>
            <a:r>
              <a:rPr lang="en-US"/>
              <a:t>Title text, 48pt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8" y="1033272"/>
            <a:ext cx="4892040" cy="5138928"/>
          </a:xfrm>
        </p:spPr>
        <p:txBody>
          <a:bodyPr/>
          <a:lstStyle>
            <a:lvl1pPr marL="0" indent="0">
              <a:spcBef>
                <a:spcPts val="1200"/>
              </a:spcBef>
              <a:buNone/>
              <a:defRPr sz="1800" b="1"/>
            </a:lvl1pPr>
            <a:lvl2pPr marL="0" indent="0">
              <a:spcBef>
                <a:spcPts val="1200"/>
              </a:spcBef>
              <a:buNone/>
              <a:defRPr sz="1400" b="1"/>
            </a:lvl2pPr>
            <a:lvl3pPr marL="182880" indent="-182880">
              <a:spcBef>
                <a:spcPts val="900"/>
              </a:spcBef>
              <a:buFont typeface="Arial" panose="020B0604020202020204" pitchFamily="34" charset="0"/>
              <a:buChar char="•"/>
              <a:defRPr sz="1200"/>
            </a:lvl3pPr>
            <a:lvl4pPr marL="365760" indent="-182563">
              <a:spcBef>
                <a:spcPts val="900"/>
              </a:spcBef>
              <a:buFont typeface="Arial" panose="020B0604020202020204" pitchFamily="34" charset="0"/>
              <a:buChar char="–"/>
              <a:defRPr sz="1100"/>
            </a:lvl4pPr>
            <a:lvl5pPr marL="548640" indent="-182880">
              <a:spcBef>
                <a:spcPts val="800"/>
              </a:spcBef>
              <a:buFont typeface="Arial" panose="020B0604020202020204" pitchFamily="34" charset="0"/>
              <a:buChar char="•"/>
              <a:defRPr sz="1000"/>
            </a:lvl5pPr>
          </a:lstStyle>
          <a:p>
            <a:pPr lvl="0"/>
            <a:r>
              <a:rPr lang="en-US"/>
              <a:t>First level, bold 18pt no bullet</a:t>
            </a:r>
          </a:p>
          <a:p>
            <a:pPr lvl="1"/>
            <a:r>
              <a:rPr lang="en-US"/>
              <a:t>Second level, bold 14pt no bullet</a:t>
            </a:r>
          </a:p>
          <a:p>
            <a:pPr lvl="2"/>
            <a:r>
              <a:rPr lang="en-US"/>
              <a:t>Third level, reg 12pt first bullet</a:t>
            </a:r>
          </a:p>
          <a:p>
            <a:pPr lvl="3"/>
            <a:r>
              <a:rPr lang="en-US"/>
              <a:t>Fourth level, reg 11pt second bullet</a:t>
            </a:r>
          </a:p>
          <a:p>
            <a:pPr lvl="4"/>
            <a:r>
              <a:rPr lang="en-GB"/>
              <a:t>Fifth level, reg 10pt third bullet</a:t>
            </a:r>
          </a:p>
        </p:txBody>
      </p:sp>
    </p:spTree>
    <p:extLst>
      <p:ext uri="{BB962C8B-B14F-4D97-AF65-F5344CB8AC3E}">
        <p14:creationId xmlns:p14="http://schemas.microsoft.com/office/powerpoint/2010/main" val="39657624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0" y="0"/>
            <a:ext cx="6092951" cy="6858000"/>
          </a:xfrm>
        </p:spPr>
        <p:txBody>
          <a:bodyPr lIns="182880" tIns="182880" rIns="0"/>
          <a:lstStyle>
            <a:lvl1pPr>
              <a:defRPr>
                <a:solidFill>
                  <a:schemeClr val="bg1"/>
                </a:solidFill>
              </a:defRPr>
            </a:lvl1pPr>
          </a:lstStyle>
          <a:p>
            <a:r>
              <a:rPr lang="en-US"/>
              <a:t>Click icon to add picture</a:t>
            </a:r>
          </a:p>
        </p:txBody>
      </p:sp>
      <p:sp>
        <p:nvSpPr>
          <p:cNvPr id="4" name="Date Placeholder 3">
            <a:extLst>
              <a:ext uri="{FF2B5EF4-FFF2-40B4-BE49-F238E27FC236}">
                <a16:creationId xmlns:a16="http://schemas.microsoft.com/office/drawing/2014/main" id="{E486566B-4871-0702-57F9-C5ABF71DB93F}"/>
              </a:ext>
              <a:ext uri="{C183D7F6-B498-43B3-948B-1728B52AA6E4}">
                <adec:decorative xmlns:adec="http://schemas.microsoft.com/office/drawing/2017/decorative" val="1"/>
              </a:ext>
            </a:extLst>
          </p:cNvPr>
          <p:cNvSpPr>
            <a:spLocks noGrp="1"/>
          </p:cNvSpPr>
          <p:nvPr>
            <p:ph type="dt" sz="half" idx="14"/>
          </p:nvPr>
        </p:nvSpPr>
        <p:spPr/>
        <p:txBody>
          <a:bodyPr/>
          <a:lstStyle>
            <a:lvl1pPr>
              <a:defRPr>
                <a:solidFill>
                  <a:schemeClr val="bg1"/>
                </a:solidFill>
              </a:defRPr>
            </a:lvl1pPr>
          </a:lstStyle>
          <a:p>
            <a:endParaRPr lang="en-US"/>
          </a:p>
        </p:txBody>
      </p:sp>
      <p:sp>
        <p:nvSpPr>
          <p:cNvPr id="15" name="fortress_white_logo">
            <a:extLst>
              <a:ext uri="{FF2B5EF4-FFF2-40B4-BE49-F238E27FC236}">
                <a16:creationId xmlns:a16="http://schemas.microsoft.com/office/drawing/2014/main" id="{4F6B2DBF-FC20-CEA6-0407-E53BB6634E90}"/>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8" y="1004434"/>
            <a:ext cx="4892040" cy="924831"/>
          </a:xfrm>
        </p:spPr>
        <p:txBody>
          <a:bodyPr/>
          <a:lstStyle>
            <a:lvl1pPr>
              <a:defRPr>
                <a:solidFill>
                  <a:schemeClr val="bg1"/>
                </a:solidFill>
              </a:defRPr>
            </a:lvl1pPr>
          </a:lstStyle>
          <a:p>
            <a:r>
              <a:rPr lang="en-US"/>
              <a:t>Title text, 30pt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3" y="2032000"/>
            <a:ext cx="4892675" cy="4140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Tree>
    <p:extLst>
      <p:ext uri="{BB962C8B-B14F-4D97-AF65-F5344CB8AC3E}">
        <p14:creationId xmlns:p14="http://schemas.microsoft.com/office/powerpoint/2010/main" val="249824270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0" y="0"/>
            <a:ext cx="6092951" cy="6858000"/>
          </a:xfrm>
        </p:spPr>
        <p:txBody>
          <a:bodyPr lIns="182880" tIns="182880" rIns="0"/>
          <a:lstStyle>
            <a:lvl1pPr>
              <a:defRPr>
                <a:solidFill>
                  <a:schemeClr val="tx1"/>
                </a:solidFill>
              </a:defRPr>
            </a:lvl1pPr>
          </a:lstStyle>
          <a:p>
            <a:r>
              <a:rPr lang="en-US"/>
              <a:t>Click icon to add picture</a:t>
            </a:r>
          </a:p>
        </p:txBody>
      </p:sp>
      <p:sp>
        <p:nvSpPr>
          <p:cNvPr id="9" name="Date Placeholder 8">
            <a:extLst>
              <a:ext uri="{FF2B5EF4-FFF2-40B4-BE49-F238E27FC236}">
                <a16:creationId xmlns:a16="http://schemas.microsoft.com/office/drawing/2014/main" id="{776661A4-CEEB-FD35-9B16-C027F7583E14}"/>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16" name="fortress_black_logo">
            <a:extLst>
              <a:ext uri="{FF2B5EF4-FFF2-40B4-BE49-F238E27FC236}">
                <a16:creationId xmlns:a16="http://schemas.microsoft.com/office/drawing/2014/main" id="{B851A469-0A2B-910E-1A1C-CC6A0E8B879A}"/>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6" y="1011761"/>
            <a:ext cx="4892041" cy="924831"/>
          </a:xfrm>
        </p:spPr>
        <p:txBody>
          <a:bodyPr/>
          <a:lstStyle/>
          <a:p>
            <a:r>
              <a:rPr lang="en-US"/>
              <a:t>Title text, 30pt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2032000"/>
            <a:ext cx="4892042" cy="414020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2024 Equinix, Inc.</a:t>
            </a:r>
          </a:p>
        </p:txBody>
      </p:sp>
    </p:spTree>
    <p:extLst>
      <p:ext uri="{BB962C8B-B14F-4D97-AF65-F5344CB8AC3E}">
        <p14:creationId xmlns:p14="http://schemas.microsoft.com/office/powerpoint/2010/main" val="83163615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rtress_black_logo">
            <a:extLst>
              <a:ext uri="{FF2B5EF4-FFF2-40B4-BE49-F238E27FC236}">
                <a16:creationId xmlns:a16="http://schemas.microsoft.com/office/drawing/2014/main" id="{3A5FC4C6-4957-F530-76AD-4197BFB1990B}"/>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0" y="1010188"/>
            <a:ext cx="5360035" cy="924831"/>
          </a:xfrm>
        </p:spPr>
        <p:txBody>
          <a:bodyPr/>
          <a:lstStyle>
            <a:lvl1pPr>
              <a:defRPr>
                <a:solidFill>
                  <a:schemeClr val="bg1"/>
                </a:solidFill>
              </a:defRPr>
            </a:lvl1pPr>
          </a:lstStyle>
          <a:p>
            <a:r>
              <a:rPr lang="en-US"/>
              <a:t>Title text, 30pt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49" y="2032002"/>
            <a:ext cx="5356225" cy="4140198"/>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3899"/>
            <a:ext cx="4892040" cy="4618301"/>
          </a:xfrm>
        </p:spPr>
        <p:txBody>
          <a:bodyPr/>
          <a:lstStyle>
            <a:lvl1pPr>
              <a:defRPr sz="1400"/>
            </a:lvl1pPr>
            <a:lvl2pPr>
              <a:defRPr sz="1400"/>
            </a:lvl2pPr>
            <a:lvl3pPr>
              <a:defRPr sz="1400"/>
            </a:lvl3pPr>
            <a:lvl4pPr>
              <a:defRPr sz="1200"/>
            </a:lvl4pPr>
            <a:lvl5pPr>
              <a:defRPr sz="1100"/>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95905857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0" y="1004434"/>
            <a:ext cx="4892040" cy="924831"/>
          </a:xfrm>
        </p:spPr>
        <p:txBody>
          <a:bodyPr/>
          <a:lstStyle>
            <a:lvl1pPr>
              <a:defRPr>
                <a:solidFill>
                  <a:schemeClr val="bg1"/>
                </a:solidFill>
              </a:defRPr>
            </a:lvl1pPr>
          </a:lstStyle>
          <a:p>
            <a:r>
              <a:rPr lang="en-US"/>
              <a:t>Title text, 30pt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0" y="2029968"/>
            <a:ext cx="4892040" cy="414223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42337890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tx1"/>
        </a:solidFill>
        <a:effectLst/>
      </p:bgPr>
    </p:bg>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EAB88109-4E1E-4AFB-A9D0-1CF6B24F2910}"/>
              </a:ext>
              <a:ext uri="{C183D7F6-B498-43B3-948B-1728B52AA6E4}">
                <adec:decorative xmlns:adec="http://schemas.microsoft.com/office/drawing/2017/decorative" val="1"/>
              </a:ext>
            </a:extLst>
          </p:cNvPr>
          <p:cNvSpPr/>
          <p:nvPr/>
        </p:nvSpPr>
        <p:spPr bwMode="invGray">
          <a:xfrm>
            <a:off x="1524" y="1230512"/>
            <a:ext cx="12188952" cy="5633264"/>
          </a:xfrm>
          <a:custGeom>
            <a:avLst/>
            <a:gdLst>
              <a:gd name="connsiteX0" fmla="*/ 2447694 w 12188952"/>
              <a:gd name="connsiteY0" fmla="*/ 2067551 h 5633264"/>
              <a:gd name="connsiteX1" fmla="*/ 1028824 w 12188952"/>
              <a:gd name="connsiteY1" fmla="*/ 1551298 h 5633264"/>
              <a:gd name="connsiteX2" fmla="*/ 1026157 w 12188952"/>
              <a:gd name="connsiteY2" fmla="*/ 517142 h 5633264"/>
              <a:gd name="connsiteX3" fmla="*/ 2447694 w 12188952"/>
              <a:gd name="connsiteY3" fmla="*/ 0 h 5633264"/>
              <a:gd name="connsiteX4" fmla="*/ 3868342 w 12188952"/>
              <a:gd name="connsiteY4" fmla="*/ 517142 h 5633264"/>
              <a:gd name="connsiteX5" fmla="*/ 3869230 w 12188952"/>
              <a:gd name="connsiteY5" fmla="*/ 1550409 h 5633264"/>
              <a:gd name="connsiteX6" fmla="*/ 3869230 w 12188952"/>
              <a:gd name="connsiteY6" fmla="*/ 1550409 h 5633264"/>
              <a:gd name="connsiteX7" fmla="*/ 0 w 12188952"/>
              <a:gd name="connsiteY7" fmla="*/ 1925118 h 5633264"/>
              <a:gd name="connsiteX8" fmla="*/ 1029205 w 12188952"/>
              <a:gd name="connsiteY8" fmla="*/ 1551171 h 5633264"/>
              <a:gd name="connsiteX9" fmla="*/ 1028316 w 12188952"/>
              <a:gd name="connsiteY9" fmla="*/ 516380 h 5633264"/>
              <a:gd name="connsiteX10" fmla="*/ 0 w 12188952"/>
              <a:gd name="connsiteY10" fmla="*/ 142522 h 5633264"/>
              <a:gd name="connsiteX11" fmla="*/ 2447694 w 12188952"/>
              <a:gd name="connsiteY11" fmla="*/ 0 h 5633264"/>
              <a:gd name="connsiteX12" fmla="*/ 2447694 w 12188952"/>
              <a:gd name="connsiteY12" fmla="*/ 0 h 5633264"/>
              <a:gd name="connsiteX13" fmla="*/ 2447694 w 12188952"/>
              <a:gd name="connsiteY13" fmla="*/ 2064504 h 5633264"/>
              <a:gd name="connsiteX14" fmla="*/ 0 w 12188952"/>
              <a:gd name="connsiteY14" fmla="*/ 1176336 h 5633264"/>
              <a:gd name="connsiteX15" fmla="*/ 1029205 w 12188952"/>
              <a:gd name="connsiteY15" fmla="*/ 1551044 h 5633264"/>
              <a:gd name="connsiteX16" fmla="*/ 1027681 w 12188952"/>
              <a:gd name="connsiteY16" fmla="*/ 516507 h 5633264"/>
              <a:gd name="connsiteX17" fmla="*/ 1027681 w 12188952"/>
              <a:gd name="connsiteY17" fmla="*/ 516507 h 5633264"/>
              <a:gd name="connsiteX18" fmla="*/ 0 w 12188952"/>
              <a:gd name="connsiteY18" fmla="*/ 891609 h 5633264"/>
              <a:gd name="connsiteX19" fmla="*/ 8123175 w 12188952"/>
              <a:gd name="connsiteY19" fmla="*/ 2069075 h 5633264"/>
              <a:gd name="connsiteX20" fmla="*/ 8123175 w 12188952"/>
              <a:gd name="connsiteY20" fmla="*/ 2069075 h 5633264"/>
              <a:gd name="connsiteX21" fmla="*/ 9546235 w 12188952"/>
              <a:gd name="connsiteY21" fmla="*/ 1552568 h 5633264"/>
              <a:gd name="connsiteX22" fmla="*/ 9544711 w 12188952"/>
              <a:gd name="connsiteY22" fmla="*/ 518031 h 5633264"/>
              <a:gd name="connsiteX23" fmla="*/ 9544711 w 12188952"/>
              <a:gd name="connsiteY23" fmla="*/ 518031 h 5633264"/>
              <a:gd name="connsiteX24" fmla="*/ 6706209 w 12188952"/>
              <a:gd name="connsiteY24" fmla="*/ 1552568 h 5633264"/>
              <a:gd name="connsiteX25" fmla="*/ 5297623 w 12188952"/>
              <a:gd name="connsiteY25" fmla="*/ 4485535 h 5633264"/>
              <a:gd name="connsiteX26" fmla="*/ 6709256 w 12188952"/>
              <a:gd name="connsiteY26" fmla="*/ 3963314 h 5633264"/>
              <a:gd name="connsiteX27" fmla="*/ 5289624 w 12188952"/>
              <a:gd name="connsiteY27" fmla="*/ 3446427 h 5633264"/>
              <a:gd name="connsiteX28" fmla="*/ 3869230 w 12188952"/>
              <a:gd name="connsiteY28" fmla="*/ 3963314 h 5633264"/>
              <a:gd name="connsiteX29" fmla="*/ 3869230 w 12188952"/>
              <a:gd name="connsiteY29" fmla="*/ 3963314 h 5633264"/>
              <a:gd name="connsiteX30" fmla="*/ 5297623 w 12188952"/>
              <a:gd name="connsiteY30" fmla="*/ 4485535 h 5633264"/>
              <a:gd name="connsiteX31" fmla="*/ 5297623 w 12188952"/>
              <a:gd name="connsiteY31" fmla="*/ 5521596 h 5633264"/>
              <a:gd name="connsiteX32" fmla="*/ 6709256 w 12188952"/>
              <a:gd name="connsiteY32" fmla="*/ 4999375 h 5633264"/>
              <a:gd name="connsiteX33" fmla="*/ 5289624 w 12188952"/>
              <a:gd name="connsiteY33" fmla="*/ 4482488 h 5633264"/>
              <a:gd name="connsiteX34" fmla="*/ 3869230 w 12188952"/>
              <a:gd name="connsiteY34" fmla="*/ 4999375 h 5633264"/>
              <a:gd name="connsiteX35" fmla="*/ 3869230 w 12188952"/>
              <a:gd name="connsiteY35" fmla="*/ 4999375 h 5633264"/>
              <a:gd name="connsiteX36" fmla="*/ 5297623 w 12188952"/>
              <a:gd name="connsiteY36" fmla="*/ 5521596 h 5633264"/>
              <a:gd name="connsiteX37" fmla="*/ 5297623 w 12188952"/>
              <a:gd name="connsiteY37" fmla="*/ 4828349 h 5633264"/>
              <a:gd name="connsiteX38" fmla="*/ 6709256 w 12188952"/>
              <a:gd name="connsiteY38" fmla="*/ 4306129 h 5633264"/>
              <a:gd name="connsiteX39" fmla="*/ 5289624 w 12188952"/>
              <a:gd name="connsiteY39" fmla="*/ 3789241 h 5633264"/>
              <a:gd name="connsiteX40" fmla="*/ 3869230 w 12188952"/>
              <a:gd name="connsiteY40" fmla="*/ 4306129 h 5633264"/>
              <a:gd name="connsiteX41" fmla="*/ 3869230 w 12188952"/>
              <a:gd name="connsiteY41" fmla="*/ 4306129 h 5633264"/>
              <a:gd name="connsiteX42" fmla="*/ 5297623 w 12188952"/>
              <a:gd name="connsiteY42" fmla="*/ 4828349 h 5633264"/>
              <a:gd name="connsiteX43" fmla="*/ 5283276 w 12188952"/>
              <a:gd name="connsiteY43" fmla="*/ 5180305 h 5633264"/>
              <a:gd name="connsiteX44" fmla="*/ 6695544 w 12188952"/>
              <a:gd name="connsiteY44" fmla="*/ 4658085 h 5633264"/>
              <a:gd name="connsiteX45" fmla="*/ 5275150 w 12188952"/>
              <a:gd name="connsiteY45" fmla="*/ 4141197 h 5633264"/>
              <a:gd name="connsiteX46" fmla="*/ 3853994 w 12188952"/>
              <a:gd name="connsiteY46" fmla="*/ 4658085 h 5633264"/>
              <a:gd name="connsiteX47" fmla="*/ 3853994 w 12188952"/>
              <a:gd name="connsiteY47" fmla="*/ 4658085 h 5633264"/>
              <a:gd name="connsiteX48" fmla="*/ 5283276 w 12188952"/>
              <a:gd name="connsiteY48" fmla="*/ 5180305 h 5633264"/>
              <a:gd name="connsiteX49" fmla="*/ 2444647 w 12188952"/>
              <a:gd name="connsiteY49" fmla="*/ 5171163 h 5633264"/>
              <a:gd name="connsiteX50" fmla="*/ 2444647 w 12188952"/>
              <a:gd name="connsiteY50" fmla="*/ 5171163 h 5633264"/>
              <a:gd name="connsiteX51" fmla="*/ 3707702 w 12188952"/>
              <a:gd name="connsiteY51" fmla="*/ 5631017 h 5633264"/>
              <a:gd name="connsiteX52" fmla="*/ 5286196 w 12188952"/>
              <a:gd name="connsiteY52" fmla="*/ 3097518 h 5633264"/>
              <a:gd name="connsiteX53" fmla="*/ 5286196 w 12188952"/>
              <a:gd name="connsiteY53" fmla="*/ 3097518 h 5633264"/>
              <a:gd name="connsiteX54" fmla="*/ 5286196 w 12188952"/>
              <a:gd name="connsiteY54" fmla="*/ 5627487 h 5633264"/>
              <a:gd name="connsiteX55" fmla="*/ 5283149 w 12188952"/>
              <a:gd name="connsiteY55" fmla="*/ 5171163 h 5633264"/>
              <a:gd name="connsiteX56" fmla="*/ 5283149 w 12188952"/>
              <a:gd name="connsiteY56" fmla="*/ 5171163 h 5633264"/>
              <a:gd name="connsiteX57" fmla="*/ 6533050 w 12188952"/>
              <a:gd name="connsiteY57" fmla="*/ 5625799 h 5633264"/>
              <a:gd name="connsiteX58" fmla="*/ 8121651 w 12188952"/>
              <a:gd name="connsiteY58" fmla="*/ 5171163 h 5633264"/>
              <a:gd name="connsiteX59" fmla="*/ 8121651 w 12188952"/>
              <a:gd name="connsiteY59" fmla="*/ 5171163 h 5633264"/>
              <a:gd name="connsiteX60" fmla="*/ 6854482 w 12188952"/>
              <a:gd name="connsiteY60" fmla="*/ 5633265 h 5633264"/>
              <a:gd name="connsiteX61" fmla="*/ 6703162 w 12188952"/>
              <a:gd name="connsiteY61" fmla="*/ 3622278 h 5633264"/>
              <a:gd name="connsiteX62" fmla="*/ 6703162 w 12188952"/>
              <a:gd name="connsiteY62" fmla="*/ 3622278 h 5633264"/>
              <a:gd name="connsiteX63" fmla="*/ 6705829 w 12188952"/>
              <a:gd name="connsiteY63" fmla="*/ 4656472 h 5633264"/>
              <a:gd name="connsiteX64" fmla="*/ 8123048 w 12188952"/>
              <a:gd name="connsiteY64" fmla="*/ 5172687 h 5633264"/>
              <a:gd name="connsiteX65" fmla="*/ 9544724 w 12188952"/>
              <a:gd name="connsiteY65" fmla="*/ 4655571 h 5633264"/>
              <a:gd name="connsiteX66" fmla="*/ 9543835 w 12188952"/>
              <a:gd name="connsiteY66" fmla="*/ 3622278 h 5633264"/>
              <a:gd name="connsiteX67" fmla="*/ 8123061 w 12188952"/>
              <a:gd name="connsiteY67" fmla="*/ 3105136 h 5633264"/>
              <a:gd name="connsiteX68" fmla="*/ 6703162 w 12188952"/>
              <a:gd name="connsiteY68" fmla="*/ 3622278 h 5633264"/>
              <a:gd name="connsiteX69" fmla="*/ 6703162 w 12188952"/>
              <a:gd name="connsiteY69" fmla="*/ 3621643 h 5633264"/>
              <a:gd name="connsiteX70" fmla="*/ 6703162 w 12188952"/>
              <a:gd name="connsiteY70" fmla="*/ 3621643 h 5633264"/>
              <a:gd name="connsiteX71" fmla="*/ 9544711 w 12188952"/>
              <a:gd name="connsiteY71" fmla="*/ 4654657 h 5633264"/>
              <a:gd name="connsiteX72" fmla="*/ 12188952 w 12188952"/>
              <a:gd name="connsiteY72" fmla="*/ 2666740 h 5633264"/>
              <a:gd name="connsiteX73" fmla="*/ 12188952 w 12188952"/>
              <a:gd name="connsiteY73" fmla="*/ 2666740 h 5633264"/>
              <a:gd name="connsiteX74" fmla="*/ 6704686 w 12188952"/>
              <a:gd name="connsiteY74" fmla="*/ 4657704 h 5633264"/>
              <a:gd name="connsiteX75" fmla="*/ 2446170 w 12188952"/>
              <a:gd name="connsiteY75" fmla="*/ 5172687 h 5633264"/>
              <a:gd name="connsiteX76" fmla="*/ 2446170 w 12188952"/>
              <a:gd name="connsiteY76" fmla="*/ 5172687 h 5633264"/>
              <a:gd name="connsiteX77" fmla="*/ 1026919 w 12188952"/>
              <a:gd name="connsiteY77" fmla="*/ 4654657 h 5633264"/>
              <a:gd name="connsiteX78" fmla="*/ 0 w 12188952"/>
              <a:gd name="connsiteY78" fmla="*/ 5029480 h 5633264"/>
              <a:gd name="connsiteX79" fmla="*/ 1026157 w 12188952"/>
              <a:gd name="connsiteY79" fmla="*/ 4654657 h 5633264"/>
              <a:gd name="connsiteX80" fmla="*/ 1026157 w 12188952"/>
              <a:gd name="connsiteY80" fmla="*/ 4654657 h 5633264"/>
              <a:gd name="connsiteX81" fmla="*/ 1024634 w 12188952"/>
              <a:gd name="connsiteY81" fmla="*/ 5627487 h 5633264"/>
              <a:gd name="connsiteX82" fmla="*/ 5283784 w 12188952"/>
              <a:gd name="connsiteY82" fmla="*/ 2070091 h 5633264"/>
              <a:gd name="connsiteX83" fmla="*/ 5283784 w 12188952"/>
              <a:gd name="connsiteY83" fmla="*/ 2070091 h 5633264"/>
              <a:gd name="connsiteX84" fmla="*/ 3863898 w 12188952"/>
              <a:gd name="connsiteY84" fmla="*/ 1554091 h 5633264"/>
              <a:gd name="connsiteX85" fmla="*/ 2443123 w 12188952"/>
              <a:gd name="connsiteY85" fmla="*/ 2070091 h 5633264"/>
              <a:gd name="connsiteX86" fmla="*/ 2445790 w 12188952"/>
              <a:gd name="connsiteY86" fmla="*/ 3105009 h 5633264"/>
              <a:gd name="connsiteX87" fmla="*/ 3863898 w 12188952"/>
              <a:gd name="connsiteY87" fmla="*/ 3620119 h 5633264"/>
              <a:gd name="connsiteX88" fmla="*/ 5284673 w 12188952"/>
              <a:gd name="connsiteY88" fmla="*/ 3104107 h 5633264"/>
              <a:gd name="connsiteX89" fmla="*/ 2443123 w 12188952"/>
              <a:gd name="connsiteY89" fmla="*/ 2070598 h 5633264"/>
              <a:gd name="connsiteX90" fmla="*/ 2443123 w 12188952"/>
              <a:gd name="connsiteY90" fmla="*/ 2070598 h 5633264"/>
              <a:gd name="connsiteX91" fmla="*/ 5284673 w 12188952"/>
              <a:gd name="connsiteY91" fmla="*/ 3105136 h 5633264"/>
              <a:gd name="connsiteX92" fmla="*/ 3863136 w 12188952"/>
              <a:gd name="connsiteY92" fmla="*/ 1554091 h 5633264"/>
              <a:gd name="connsiteX93" fmla="*/ 3863136 w 12188952"/>
              <a:gd name="connsiteY93" fmla="*/ 1554091 h 5633264"/>
              <a:gd name="connsiteX94" fmla="*/ 3861613 w 12188952"/>
              <a:gd name="connsiteY94" fmla="*/ 5631004 h 5633264"/>
              <a:gd name="connsiteX95" fmla="*/ 8114033 w 12188952"/>
              <a:gd name="connsiteY95" fmla="*/ 2078216 h 5633264"/>
              <a:gd name="connsiteX96" fmla="*/ 8114033 w 12188952"/>
              <a:gd name="connsiteY96" fmla="*/ 2078216 h 5633264"/>
              <a:gd name="connsiteX97" fmla="*/ 5277055 w 12188952"/>
              <a:gd name="connsiteY97" fmla="*/ 3112754 h 5633264"/>
              <a:gd name="connsiteX98" fmla="*/ 6703162 w 12188952"/>
              <a:gd name="connsiteY98" fmla="*/ 518031 h 5633264"/>
              <a:gd name="connsiteX99" fmla="*/ 6703162 w 12188952"/>
              <a:gd name="connsiteY99" fmla="*/ 518031 h 5633264"/>
              <a:gd name="connsiteX100" fmla="*/ 6701639 w 12188952"/>
              <a:gd name="connsiteY100" fmla="*/ 5625786 h 5633264"/>
              <a:gd name="connsiteX101" fmla="*/ 10973866 w 12188952"/>
              <a:gd name="connsiteY101" fmla="*/ 3105136 h 5633264"/>
              <a:gd name="connsiteX102" fmla="*/ 8133840 w 12188952"/>
              <a:gd name="connsiteY102" fmla="*/ 2070598 h 5633264"/>
              <a:gd name="connsiteX103" fmla="*/ 8133840 w 12188952"/>
              <a:gd name="connsiteY103" fmla="*/ 2070598 h 5633264"/>
              <a:gd name="connsiteX104" fmla="*/ 10966248 w 12188952"/>
              <a:gd name="connsiteY104" fmla="*/ 5627487 h 5633264"/>
              <a:gd name="connsiteX105" fmla="*/ 10966248 w 12188952"/>
              <a:gd name="connsiteY105" fmla="*/ 5627487 h 5633264"/>
              <a:gd name="connsiteX106" fmla="*/ 10965359 w 12188952"/>
              <a:gd name="connsiteY106" fmla="*/ 5168840 h 5633264"/>
              <a:gd name="connsiteX107" fmla="*/ 9544965 w 12188952"/>
              <a:gd name="connsiteY107" fmla="*/ 4651610 h 5633264"/>
              <a:gd name="connsiteX108" fmla="*/ 8124699 w 12188952"/>
              <a:gd name="connsiteY108" fmla="*/ 5169640 h 5633264"/>
              <a:gd name="connsiteX109" fmla="*/ 8124699 w 12188952"/>
              <a:gd name="connsiteY109" fmla="*/ 5169640 h 5633264"/>
              <a:gd name="connsiteX110" fmla="*/ 9401046 w 12188952"/>
              <a:gd name="connsiteY110" fmla="*/ 5633252 h 5633264"/>
              <a:gd name="connsiteX111" fmla="*/ 10964724 w 12188952"/>
              <a:gd name="connsiteY111" fmla="*/ 5169640 h 5633264"/>
              <a:gd name="connsiteX112" fmla="*/ 10964724 w 12188952"/>
              <a:gd name="connsiteY112" fmla="*/ 5169640 h 5633264"/>
              <a:gd name="connsiteX113" fmla="*/ 9698851 w 12188952"/>
              <a:gd name="connsiteY113" fmla="*/ 5631004 h 5633264"/>
              <a:gd name="connsiteX114" fmla="*/ 9544711 w 12188952"/>
              <a:gd name="connsiteY114" fmla="*/ 4651610 h 5633264"/>
              <a:gd name="connsiteX115" fmla="*/ 9544711 w 12188952"/>
              <a:gd name="connsiteY115" fmla="*/ 4651610 h 5633264"/>
              <a:gd name="connsiteX116" fmla="*/ 9543188 w 12188952"/>
              <a:gd name="connsiteY116" fmla="*/ 5625799 h 5633264"/>
              <a:gd name="connsiteX117" fmla="*/ 0 w 12188952"/>
              <a:gd name="connsiteY117" fmla="*/ 2957281 h 5633264"/>
              <a:gd name="connsiteX118" fmla="*/ 1019492 w 12188952"/>
              <a:gd name="connsiteY118" fmla="*/ 2576681 h 5633264"/>
              <a:gd name="connsiteX119" fmla="*/ 2445916 w 12188952"/>
              <a:gd name="connsiteY119" fmla="*/ 3105123 h 5633264"/>
              <a:gd name="connsiteX120" fmla="*/ 5284673 w 12188952"/>
              <a:gd name="connsiteY120" fmla="*/ 2070586 h 5633264"/>
              <a:gd name="connsiteX121" fmla="*/ 5284673 w 12188952"/>
              <a:gd name="connsiteY121" fmla="*/ 2070586 h 5633264"/>
              <a:gd name="connsiteX122" fmla="*/ 0 w 12188952"/>
              <a:gd name="connsiteY122" fmla="*/ 4269943 h 5633264"/>
              <a:gd name="connsiteX123" fmla="*/ 1027237 w 12188952"/>
              <a:gd name="connsiteY123" fmla="*/ 4643991 h 5633264"/>
              <a:gd name="connsiteX124" fmla="*/ 2447694 w 12188952"/>
              <a:gd name="connsiteY124" fmla="*/ 4126849 h 5633264"/>
              <a:gd name="connsiteX125" fmla="*/ 2446805 w 12188952"/>
              <a:gd name="connsiteY125" fmla="*/ 3105022 h 5633264"/>
              <a:gd name="connsiteX126" fmla="*/ 2446170 w 12188952"/>
              <a:gd name="connsiteY126" fmla="*/ 5172687 h 5633264"/>
              <a:gd name="connsiteX127" fmla="*/ 2446170 w 12188952"/>
              <a:gd name="connsiteY127" fmla="*/ 5172687 h 5633264"/>
              <a:gd name="connsiteX128" fmla="*/ 1197146 w 12188952"/>
              <a:gd name="connsiteY128" fmla="*/ 5627487 h 5633264"/>
              <a:gd name="connsiteX129" fmla="*/ 0 w 12188952"/>
              <a:gd name="connsiteY129" fmla="*/ 5315387 h 5633264"/>
              <a:gd name="connsiteX130" fmla="*/ 867701 w 12188952"/>
              <a:gd name="connsiteY130" fmla="*/ 5631004 h 5633264"/>
              <a:gd name="connsiteX131" fmla="*/ 3865422 w 12188952"/>
              <a:gd name="connsiteY131" fmla="*/ 4654657 h 5633264"/>
              <a:gd name="connsiteX132" fmla="*/ 3865422 w 12188952"/>
              <a:gd name="connsiteY132" fmla="*/ 4654657 h 5633264"/>
              <a:gd name="connsiteX133" fmla="*/ 2444647 w 12188952"/>
              <a:gd name="connsiteY133" fmla="*/ 5172154 h 5633264"/>
              <a:gd name="connsiteX134" fmla="*/ 2447313 w 12188952"/>
              <a:gd name="connsiteY134" fmla="*/ 5631017 h 5633264"/>
              <a:gd name="connsiteX135" fmla="*/ 5286196 w 12188952"/>
              <a:gd name="connsiteY135" fmla="*/ 5171163 h 5633264"/>
              <a:gd name="connsiteX136" fmla="*/ 5286196 w 12188952"/>
              <a:gd name="connsiteY136" fmla="*/ 5171163 h 5633264"/>
              <a:gd name="connsiteX137" fmla="*/ 4024487 w 12188952"/>
              <a:gd name="connsiteY137" fmla="*/ 5631017 h 5633264"/>
              <a:gd name="connsiteX138" fmla="*/ 3866437 w 12188952"/>
              <a:gd name="connsiteY138" fmla="*/ 5325023 h 5633264"/>
              <a:gd name="connsiteX139" fmla="*/ 4706345 w 12188952"/>
              <a:gd name="connsiteY139" fmla="*/ 5631017 h 5633264"/>
              <a:gd name="connsiteX140" fmla="*/ 6704686 w 12188952"/>
              <a:gd name="connsiteY140" fmla="*/ 5324135 h 5633264"/>
              <a:gd name="connsiteX141" fmla="*/ 5862290 w 12188952"/>
              <a:gd name="connsiteY141" fmla="*/ 5631004 h 5633264"/>
              <a:gd name="connsiteX142" fmla="*/ 9544711 w 12188952"/>
              <a:gd name="connsiteY142" fmla="*/ 518031 h 5633264"/>
              <a:gd name="connsiteX143" fmla="*/ 9544711 w 12188952"/>
              <a:gd name="connsiteY143" fmla="*/ 518031 h 5633264"/>
              <a:gd name="connsiteX144" fmla="*/ 8123429 w 12188952"/>
              <a:gd name="connsiteY144" fmla="*/ 0 h 5633264"/>
              <a:gd name="connsiteX145" fmla="*/ 6703174 w 12188952"/>
              <a:gd name="connsiteY145" fmla="*/ 518031 h 5633264"/>
              <a:gd name="connsiteX146" fmla="*/ 6703162 w 12188952"/>
              <a:gd name="connsiteY146" fmla="*/ 518031 h 5633264"/>
              <a:gd name="connsiteX147" fmla="*/ 6703162 w 12188952"/>
              <a:gd name="connsiteY147" fmla="*/ 518031 h 5633264"/>
              <a:gd name="connsiteX148" fmla="*/ 9546235 w 12188952"/>
              <a:gd name="connsiteY148" fmla="*/ 1552568 h 5633264"/>
              <a:gd name="connsiteX149" fmla="*/ 5280102 w 12188952"/>
              <a:gd name="connsiteY149" fmla="*/ 2070091 h 5633264"/>
              <a:gd name="connsiteX150" fmla="*/ 5280102 w 12188952"/>
              <a:gd name="connsiteY150" fmla="*/ 2070091 h 5633264"/>
              <a:gd name="connsiteX151" fmla="*/ 5282768 w 12188952"/>
              <a:gd name="connsiteY151" fmla="*/ 3105009 h 5633264"/>
              <a:gd name="connsiteX152" fmla="*/ 6699607 w 12188952"/>
              <a:gd name="connsiteY152" fmla="*/ 3620119 h 5633264"/>
              <a:gd name="connsiteX153" fmla="*/ 8120127 w 12188952"/>
              <a:gd name="connsiteY153" fmla="*/ 3104107 h 5633264"/>
              <a:gd name="connsiteX154" fmla="*/ 8120127 w 12188952"/>
              <a:gd name="connsiteY154" fmla="*/ 2070078 h 5633264"/>
              <a:gd name="connsiteX155" fmla="*/ 6699607 w 12188952"/>
              <a:gd name="connsiteY155" fmla="*/ 1554079 h 5633264"/>
              <a:gd name="connsiteX156" fmla="*/ 5280102 w 12188952"/>
              <a:gd name="connsiteY156" fmla="*/ 2070091 h 5633264"/>
              <a:gd name="connsiteX157" fmla="*/ 8123175 w 12188952"/>
              <a:gd name="connsiteY157" fmla="*/ 0 h 5633264"/>
              <a:gd name="connsiteX158" fmla="*/ 8123175 w 12188952"/>
              <a:gd name="connsiteY158" fmla="*/ 0 h 5633264"/>
              <a:gd name="connsiteX159" fmla="*/ 8121651 w 12188952"/>
              <a:gd name="connsiteY159" fmla="*/ 5627487 h 5633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2188952" h="5633264">
                <a:moveTo>
                  <a:pt x="2447694" y="2067551"/>
                </a:moveTo>
                <a:lnTo>
                  <a:pt x="1028824" y="1551298"/>
                </a:lnTo>
                <a:lnTo>
                  <a:pt x="1026157" y="517142"/>
                </a:lnTo>
                <a:lnTo>
                  <a:pt x="2447694" y="0"/>
                </a:lnTo>
                <a:lnTo>
                  <a:pt x="3868342" y="517142"/>
                </a:lnTo>
                <a:lnTo>
                  <a:pt x="3869230" y="1550409"/>
                </a:lnTo>
                <a:lnTo>
                  <a:pt x="3869230" y="1550409"/>
                </a:lnTo>
                <a:moveTo>
                  <a:pt x="0" y="1925118"/>
                </a:moveTo>
                <a:lnTo>
                  <a:pt x="1029205" y="1551171"/>
                </a:lnTo>
                <a:lnTo>
                  <a:pt x="1028316" y="516380"/>
                </a:lnTo>
                <a:lnTo>
                  <a:pt x="0" y="142522"/>
                </a:lnTo>
                <a:moveTo>
                  <a:pt x="2447694" y="0"/>
                </a:moveTo>
                <a:lnTo>
                  <a:pt x="2447694" y="0"/>
                </a:lnTo>
                <a:lnTo>
                  <a:pt x="2447694" y="2064504"/>
                </a:lnTo>
                <a:moveTo>
                  <a:pt x="0" y="1176336"/>
                </a:moveTo>
                <a:lnTo>
                  <a:pt x="1029205" y="1551044"/>
                </a:lnTo>
                <a:moveTo>
                  <a:pt x="1027681" y="516507"/>
                </a:moveTo>
                <a:lnTo>
                  <a:pt x="1027681" y="516507"/>
                </a:lnTo>
                <a:lnTo>
                  <a:pt x="0" y="891609"/>
                </a:lnTo>
                <a:moveTo>
                  <a:pt x="8123175" y="2069075"/>
                </a:moveTo>
                <a:lnTo>
                  <a:pt x="8123175" y="2069075"/>
                </a:lnTo>
                <a:lnTo>
                  <a:pt x="9546235" y="1552568"/>
                </a:lnTo>
                <a:moveTo>
                  <a:pt x="9544711" y="518031"/>
                </a:moveTo>
                <a:lnTo>
                  <a:pt x="9544711" y="518031"/>
                </a:lnTo>
                <a:lnTo>
                  <a:pt x="6706209" y="1552568"/>
                </a:lnTo>
                <a:moveTo>
                  <a:pt x="5297623" y="4485535"/>
                </a:moveTo>
                <a:lnTo>
                  <a:pt x="6709256" y="3963314"/>
                </a:lnTo>
                <a:lnTo>
                  <a:pt x="5289624" y="3446427"/>
                </a:lnTo>
                <a:lnTo>
                  <a:pt x="3869230" y="3963314"/>
                </a:lnTo>
                <a:lnTo>
                  <a:pt x="3869230" y="3963314"/>
                </a:lnTo>
                <a:lnTo>
                  <a:pt x="5297623" y="4485535"/>
                </a:lnTo>
                <a:close/>
                <a:moveTo>
                  <a:pt x="5297623" y="5521596"/>
                </a:moveTo>
                <a:lnTo>
                  <a:pt x="6709256" y="4999375"/>
                </a:lnTo>
                <a:lnTo>
                  <a:pt x="5289624" y="4482488"/>
                </a:lnTo>
                <a:lnTo>
                  <a:pt x="3869230" y="4999375"/>
                </a:lnTo>
                <a:lnTo>
                  <a:pt x="3869230" y="4999375"/>
                </a:lnTo>
                <a:lnTo>
                  <a:pt x="5297623" y="5521596"/>
                </a:lnTo>
                <a:close/>
                <a:moveTo>
                  <a:pt x="5297623" y="4828349"/>
                </a:moveTo>
                <a:lnTo>
                  <a:pt x="6709256" y="4306129"/>
                </a:lnTo>
                <a:lnTo>
                  <a:pt x="5289624" y="3789241"/>
                </a:lnTo>
                <a:lnTo>
                  <a:pt x="3869230" y="4306129"/>
                </a:lnTo>
                <a:lnTo>
                  <a:pt x="3869230" y="4306129"/>
                </a:lnTo>
                <a:lnTo>
                  <a:pt x="5297623" y="4828349"/>
                </a:lnTo>
                <a:close/>
                <a:moveTo>
                  <a:pt x="5283276" y="5180305"/>
                </a:moveTo>
                <a:lnTo>
                  <a:pt x="6695544" y="4658085"/>
                </a:lnTo>
                <a:lnTo>
                  <a:pt x="5275150" y="4141197"/>
                </a:lnTo>
                <a:lnTo>
                  <a:pt x="3853994" y="4658085"/>
                </a:lnTo>
                <a:lnTo>
                  <a:pt x="3853994" y="4658085"/>
                </a:lnTo>
                <a:lnTo>
                  <a:pt x="5283276" y="5180305"/>
                </a:lnTo>
                <a:close/>
                <a:moveTo>
                  <a:pt x="2444647" y="5171163"/>
                </a:moveTo>
                <a:lnTo>
                  <a:pt x="2444647" y="5171163"/>
                </a:lnTo>
                <a:lnTo>
                  <a:pt x="3707702" y="5631017"/>
                </a:lnTo>
                <a:moveTo>
                  <a:pt x="5286196" y="3097518"/>
                </a:moveTo>
                <a:lnTo>
                  <a:pt x="5286196" y="3097518"/>
                </a:lnTo>
                <a:lnTo>
                  <a:pt x="5286196" y="5627487"/>
                </a:lnTo>
                <a:moveTo>
                  <a:pt x="5283149" y="5171163"/>
                </a:moveTo>
                <a:lnTo>
                  <a:pt x="5283149" y="5171163"/>
                </a:lnTo>
                <a:lnTo>
                  <a:pt x="6533050" y="5625799"/>
                </a:lnTo>
                <a:moveTo>
                  <a:pt x="8121651" y="5171163"/>
                </a:moveTo>
                <a:lnTo>
                  <a:pt x="8121651" y="5171163"/>
                </a:lnTo>
                <a:lnTo>
                  <a:pt x="6854482" y="5633265"/>
                </a:lnTo>
                <a:moveTo>
                  <a:pt x="6703162" y="3622278"/>
                </a:moveTo>
                <a:lnTo>
                  <a:pt x="6703162" y="3622278"/>
                </a:lnTo>
                <a:lnTo>
                  <a:pt x="6705829" y="4656472"/>
                </a:lnTo>
                <a:lnTo>
                  <a:pt x="8123048" y="5172687"/>
                </a:lnTo>
                <a:lnTo>
                  <a:pt x="9544724" y="4655571"/>
                </a:lnTo>
                <a:lnTo>
                  <a:pt x="9543835" y="3622278"/>
                </a:lnTo>
                <a:lnTo>
                  <a:pt x="8123061" y="3105136"/>
                </a:lnTo>
                <a:lnTo>
                  <a:pt x="6703162" y="3622278"/>
                </a:lnTo>
                <a:close/>
                <a:moveTo>
                  <a:pt x="6703162" y="3621643"/>
                </a:moveTo>
                <a:lnTo>
                  <a:pt x="6703162" y="3621643"/>
                </a:lnTo>
                <a:lnTo>
                  <a:pt x="9544711" y="4654657"/>
                </a:lnTo>
                <a:moveTo>
                  <a:pt x="12188952" y="2666740"/>
                </a:moveTo>
                <a:lnTo>
                  <a:pt x="12188952" y="2666740"/>
                </a:lnTo>
                <a:lnTo>
                  <a:pt x="6704686" y="4657704"/>
                </a:lnTo>
                <a:moveTo>
                  <a:pt x="2446170" y="5172687"/>
                </a:moveTo>
                <a:lnTo>
                  <a:pt x="2446170" y="5172687"/>
                </a:lnTo>
                <a:lnTo>
                  <a:pt x="1026919" y="4654657"/>
                </a:lnTo>
                <a:lnTo>
                  <a:pt x="0" y="5029480"/>
                </a:lnTo>
                <a:moveTo>
                  <a:pt x="1026157" y="4654657"/>
                </a:moveTo>
                <a:lnTo>
                  <a:pt x="1026157" y="4654657"/>
                </a:lnTo>
                <a:lnTo>
                  <a:pt x="1024634" y="5627487"/>
                </a:lnTo>
                <a:moveTo>
                  <a:pt x="5283784" y="2070091"/>
                </a:moveTo>
                <a:lnTo>
                  <a:pt x="5283784" y="2070091"/>
                </a:lnTo>
                <a:lnTo>
                  <a:pt x="3863898" y="1554091"/>
                </a:lnTo>
                <a:lnTo>
                  <a:pt x="2443123" y="2070091"/>
                </a:lnTo>
                <a:lnTo>
                  <a:pt x="2445790" y="3105009"/>
                </a:lnTo>
                <a:lnTo>
                  <a:pt x="3863898" y="3620119"/>
                </a:lnTo>
                <a:lnTo>
                  <a:pt x="5284673" y="3104107"/>
                </a:lnTo>
                <a:moveTo>
                  <a:pt x="2443123" y="2070598"/>
                </a:moveTo>
                <a:lnTo>
                  <a:pt x="2443123" y="2070598"/>
                </a:lnTo>
                <a:lnTo>
                  <a:pt x="5284673" y="3105136"/>
                </a:lnTo>
                <a:moveTo>
                  <a:pt x="3863136" y="1554091"/>
                </a:moveTo>
                <a:lnTo>
                  <a:pt x="3863136" y="1554091"/>
                </a:lnTo>
                <a:lnTo>
                  <a:pt x="3861613" y="5631004"/>
                </a:lnTo>
                <a:moveTo>
                  <a:pt x="8114033" y="2078216"/>
                </a:moveTo>
                <a:lnTo>
                  <a:pt x="8114033" y="2078216"/>
                </a:lnTo>
                <a:lnTo>
                  <a:pt x="5277055" y="3112754"/>
                </a:lnTo>
                <a:moveTo>
                  <a:pt x="6703162" y="518031"/>
                </a:moveTo>
                <a:lnTo>
                  <a:pt x="6703162" y="518031"/>
                </a:lnTo>
                <a:lnTo>
                  <a:pt x="6701639" y="5625786"/>
                </a:lnTo>
                <a:moveTo>
                  <a:pt x="10973866" y="3105136"/>
                </a:moveTo>
                <a:lnTo>
                  <a:pt x="8133840" y="2070598"/>
                </a:lnTo>
                <a:lnTo>
                  <a:pt x="8133840" y="2070598"/>
                </a:lnTo>
                <a:moveTo>
                  <a:pt x="10966248" y="5627487"/>
                </a:moveTo>
                <a:lnTo>
                  <a:pt x="10966248" y="5627487"/>
                </a:lnTo>
                <a:lnTo>
                  <a:pt x="10965359" y="5168840"/>
                </a:lnTo>
                <a:lnTo>
                  <a:pt x="9544965" y="4651610"/>
                </a:lnTo>
                <a:moveTo>
                  <a:pt x="8124699" y="5169640"/>
                </a:moveTo>
                <a:lnTo>
                  <a:pt x="8124699" y="5169640"/>
                </a:lnTo>
                <a:lnTo>
                  <a:pt x="9401046" y="5633252"/>
                </a:lnTo>
                <a:moveTo>
                  <a:pt x="10964724" y="5169640"/>
                </a:moveTo>
                <a:lnTo>
                  <a:pt x="10964724" y="5169640"/>
                </a:lnTo>
                <a:lnTo>
                  <a:pt x="9698851" y="5631004"/>
                </a:lnTo>
                <a:moveTo>
                  <a:pt x="9544711" y="4651610"/>
                </a:moveTo>
                <a:lnTo>
                  <a:pt x="9544711" y="4651610"/>
                </a:lnTo>
                <a:lnTo>
                  <a:pt x="9543188" y="5625799"/>
                </a:lnTo>
                <a:moveTo>
                  <a:pt x="0" y="2957281"/>
                </a:moveTo>
                <a:lnTo>
                  <a:pt x="1019492" y="2576681"/>
                </a:lnTo>
                <a:lnTo>
                  <a:pt x="2445916" y="3105123"/>
                </a:lnTo>
                <a:lnTo>
                  <a:pt x="5284673" y="2070586"/>
                </a:lnTo>
                <a:lnTo>
                  <a:pt x="5284673" y="2070586"/>
                </a:lnTo>
                <a:moveTo>
                  <a:pt x="0" y="4269943"/>
                </a:moveTo>
                <a:lnTo>
                  <a:pt x="1027237" y="4643991"/>
                </a:lnTo>
                <a:lnTo>
                  <a:pt x="2447694" y="4126849"/>
                </a:lnTo>
                <a:lnTo>
                  <a:pt x="2446805" y="3105022"/>
                </a:lnTo>
                <a:moveTo>
                  <a:pt x="2446170" y="5172687"/>
                </a:moveTo>
                <a:lnTo>
                  <a:pt x="2446170" y="5172687"/>
                </a:lnTo>
                <a:lnTo>
                  <a:pt x="1197146" y="5627487"/>
                </a:lnTo>
                <a:moveTo>
                  <a:pt x="0" y="5315387"/>
                </a:moveTo>
                <a:lnTo>
                  <a:pt x="867701" y="5631004"/>
                </a:lnTo>
                <a:moveTo>
                  <a:pt x="3865422" y="4654657"/>
                </a:moveTo>
                <a:lnTo>
                  <a:pt x="3865422" y="4654657"/>
                </a:lnTo>
                <a:lnTo>
                  <a:pt x="2444647" y="5172154"/>
                </a:lnTo>
                <a:lnTo>
                  <a:pt x="2447313" y="5631017"/>
                </a:lnTo>
                <a:moveTo>
                  <a:pt x="5286196" y="5171163"/>
                </a:moveTo>
                <a:lnTo>
                  <a:pt x="5286196" y="5171163"/>
                </a:lnTo>
                <a:lnTo>
                  <a:pt x="4024487" y="5631017"/>
                </a:lnTo>
                <a:moveTo>
                  <a:pt x="3866437" y="5325023"/>
                </a:moveTo>
                <a:lnTo>
                  <a:pt x="4706345" y="5631017"/>
                </a:lnTo>
                <a:moveTo>
                  <a:pt x="6704686" y="5324135"/>
                </a:moveTo>
                <a:lnTo>
                  <a:pt x="5862290" y="5631004"/>
                </a:lnTo>
                <a:moveTo>
                  <a:pt x="9544711" y="518031"/>
                </a:moveTo>
                <a:lnTo>
                  <a:pt x="9544711" y="518031"/>
                </a:lnTo>
                <a:lnTo>
                  <a:pt x="8123429" y="0"/>
                </a:lnTo>
                <a:lnTo>
                  <a:pt x="6703174" y="518031"/>
                </a:lnTo>
                <a:moveTo>
                  <a:pt x="6703162" y="518031"/>
                </a:moveTo>
                <a:lnTo>
                  <a:pt x="6703162" y="518031"/>
                </a:lnTo>
                <a:lnTo>
                  <a:pt x="9546235" y="1552568"/>
                </a:lnTo>
                <a:moveTo>
                  <a:pt x="5280102" y="2070091"/>
                </a:moveTo>
                <a:lnTo>
                  <a:pt x="5280102" y="2070091"/>
                </a:lnTo>
                <a:lnTo>
                  <a:pt x="5282768" y="3105009"/>
                </a:lnTo>
                <a:lnTo>
                  <a:pt x="6699607" y="3620119"/>
                </a:lnTo>
                <a:lnTo>
                  <a:pt x="8120127" y="3104107"/>
                </a:lnTo>
                <a:lnTo>
                  <a:pt x="8120127" y="2070078"/>
                </a:lnTo>
                <a:lnTo>
                  <a:pt x="6699607" y="1554079"/>
                </a:lnTo>
                <a:lnTo>
                  <a:pt x="5280102" y="2070091"/>
                </a:lnTo>
                <a:close/>
                <a:moveTo>
                  <a:pt x="8123175" y="0"/>
                </a:moveTo>
                <a:lnTo>
                  <a:pt x="8123175" y="0"/>
                </a:lnTo>
                <a:lnTo>
                  <a:pt x="8121651" y="5627487"/>
                </a:lnTo>
              </a:path>
            </a:pathLst>
          </a:custGeom>
          <a:noFill/>
          <a:ln w="9518" cap="flat">
            <a:solidFill>
              <a:srgbClr val="2F3541"/>
            </a:solid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3" name="Date Placeholder 2">
            <a:extLst>
              <a:ext uri="{FF2B5EF4-FFF2-40B4-BE49-F238E27FC236}">
                <a16:creationId xmlns:a16="http://schemas.microsoft.com/office/drawing/2014/main" id="{1EBB7021-B113-89C1-0611-7B58A649B687}"/>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4" name="fortress_white_logo">
            <a:extLst>
              <a:ext uri="{FF2B5EF4-FFF2-40B4-BE49-F238E27FC236}">
                <a16:creationId xmlns:a16="http://schemas.microsoft.com/office/drawing/2014/main" id="{EF6FC110-77D6-74BC-DFCA-FA1879D2FA41}"/>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914400" tIns="274320" rIns="914400" anchor="t"/>
          <a:lstStyle>
            <a:lvl1pPr>
              <a:lnSpc>
                <a:spcPct val="100000"/>
              </a:lnSpc>
              <a:defRPr sz="4800">
                <a:solidFill>
                  <a:schemeClr val="bg1"/>
                </a:solidFill>
              </a:defRPr>
            </a:lvl1pPr>
          </a:lstStyle>
          <a:p>
            <a:r>
              <a:rPr lang="en-US"/>
              <a:t>Statement, 48pt</a:t>
            </a:r>
          </a:p>
        </p:txBody>
      </p:sp>
    </p:spTree>
    <p:extLst>
      <p:ext uri="{BB962C8B-B14F-4D97-AF65-F5344CB8AC3E}">
        <p14:creationId xmlns:p14="http://schemas.microsoft.com/office/powerpoint/2010/main" val="289632241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Quote1">
    <p:bg>
      <p:bgPr>
        <a:gradFill>
          <a:gsLst>
            <a:gs pos="43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013313E-402A-9D74-4307-ADF6BDCDE85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2781118" y="1224830"/>
            <a:ext cx="6629763" cy="4408339"/>
          </a:xfrm>
          <a:prstGeom prst="rect">
            <a:avLst/>
          </a:prstGeom>
        </p:spPr>
      </p:pic>
      <p:sp>
        <p:nvSpPr>
          <p:cNvPr id="2" name="Date Placeholder 1">
            <a:extLst>
              <a:ext uri="{FF2B5EF4-FFF2-40B4-BE49-F238E27FC236}">
                <a16:creationId xmlns:a16="http://schemas.microsoft.com/office/drawing/2014/main" id="{B86D15EB-0A28-9535-70F9-54D46A077317}"/>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365760" indent="-457200">
              <a:spcBef>
                <a:spcPts val="0"/>
              </a:spcBef>
              <a:spcAft>
                <a:spcPts val="1800"/>
              </a:spcAft>
              <a:buNone/>
              <a:defRPr sz="4800" b="1"/>
            </a:lvl1pPr>
            <a:lvl2pPr marL="365760" indent="0">
              <a:buNone/>
              <a:defRPr sz="1800" b="1"/>
            </a:lvl2pPr>
            <a:lvl3pPr marL="365760" indent="0">
              <a:buNone/>
              <a:defRPr sz="1400"/>
            </a:lvl3pPr>
            <a:lvl4pPr marL="548640" indent="0">
              <a:buNone/>
              <a:defRPr sz="1400"/>
            </a:lvl4pPr>
            <a:lvl5pPr marL="731520" indent="0">
              <a:buNone/>
              <a:defRPr/>
            </a:lvl5pPr>
          </a:lstStyle>
          <a:p>
            <a:pPr lvl="0"/>
            <a:r>
              <a:rPr lang="en-US" sz="4800" b="1">
                <a:latin typeface="Arial" panose="020B0604020202020204" pitchFamily="34" charset="0"/>
                <a:cs typeface="Arial" panose="020B0604020202020204" pitchFamily="34" charset="0"/>
              </a:rPr>
              <a:t>“</a:t>
            </a:r>
            <a:r>
              <a:rPr lang="en-US"/>
              <a:t>Quote text, 48pt”</a:t>
            </a:r>
          </a:p>
          <a:p>
            <a:pPr lvl="1"/>
            <a:r>
              <a:rPr lang="en-US"/>
              <a:t>Level 2 - Name and Last Name, Bold 18pt</a:t>
            </a:r>
          </a:p>
          <a:p>
            <a:pPr lvl="2"/>
            <a:r>
              <a:rPr lang="en-US"/>
              <a:t>Level 3 - Title and Company, Reg 14pt</a:t>
            </a:r>
          </a:p>
        </p:txBody>
      </p:sp>
    </p:spTree>
    <p:extLst>
      <p:ext uri="{BB962C8B-B14F-4D97-AF65-F5344CB8AC3E}">
        <p14:creationId xmlns:p14="http://schemas.microsoft.com/office/powerpoint/2010/main" val="147025746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Quote2">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2" name="Date Placeholder 1">
            <a:extLst>
              <a:ext uri="{FF2B5EF4-FFF2-40B4-BE49-F238E27FC236}">
                <a16:creationId xmlns:a16="http://schemas.microsoft.com/office/drawing/2014/main" id="{62DFBA4D-94A0-DE2E-FA45-EF73DBFA7A2F}"/>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grpSp>
        <p:nvGrpSpPr>
          <p:cNvPr id="15" name="Group 14">
            <a:extLst>
              <a:ext uri="{FF2B5EF4-FFF2-40B4-BE49-F238E27FC236}">
                <a16:creationId xmlns:a16="http://schemas.microsoft.com/office/drawing/2014/main" id="{F67FC08C-81CF-4332-9157-BE443FDE59C9}"/>
              </a:ext>
              <a:ext uri="{C183D7F6-B498-43B3-948B-1728B52AA6E4}">
                <adec:decorative xmlns:adec="http://schemas.microsoft.com/office/drawing/2017/decorative" val="1"/>
              </a:ext>
            </a:extLst>
          </p:cNvPr>
          <p:cNvGrpSpPr>
            <a:grpSpLocks noChangeAspect="1"/>
          </p:cNvGrpSpPr>
          <p:nvPr userDrawn="1"/>
        </p:nvGrpSpPr>
        <p:grpSpPr>
          <a:xfrm>
            <a:off x="1463040" y="1402837"/>
            <a:ext cx="499723" cy="393055"/>
            <a:chOff x="4869933" y="259128"/>
            <a:chExt cx="499723" cy="393055"/>
          </a:xfrm>
          <a:solidFill>
            <a:schemeClr val="tx1"/>
          </a:solidFill>
        </p:grpSpPr>
        <p:sp>
          <p:nvSpPr>
            <p:cNvPr id="13" name="Freeform: Shape 12">
              <a:extLst>
                <a:ext uri="{FF2B5EF4-FFF2-40B4-BE49-F238E27FC236}">
                  <a16:creationId xmlns:a16="http://schemas.microsoft.com/office/drawing/2014/main" id="{EE41FF9F-A28F-BDCF-72FC-4F6C88D41960}"/>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4C87ACF-12C6-529F-8F48-F0FECDE2BFB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49" y="1276350"/>
            <a:ext cx="11088689" cy="4895850"/>
          </a:xfrm>
        </p:spPr>
        <p:txBody>
          <a:bodyPr lIns="914400" tIns="731520" rIns="914400"/>
          <a:lstStyle>
            <a:lvl1pPr marL="0" indent="0">
              <a:spcBef>
                <a:spcPts val="0"/>
              </a:spcBef>
              <a:spcAft>
                <a:spcPts val="1800"/>
              </a:spcAft>
              <a:buNone/>
              <a:defRPr sz="2400" b="0"/>
            </a:lvl1pPr>
            <a:lvl2pPr marL="0" indent="0">
              <a:buNone/>
              <a:defRPr sz="2000" b="1"/>
            </a:lvl2pPr>
            <a:lvl3pPr marL="0" indent="0">
              <a:buNone/>
              <a:defRPr sz="1600"/>
            </a:lvl3pPr>
            <a:lvl4pPr marL="548640" indent="0">
              <a:buNone/>
              <a:defRPr sz="1400"/>
            </a:lvl4pPr>
            <a:lvl5pPr marL="731520" indent="0">
              <a:buNone/>
              <a:defRPr/>
            </a:lvl5pPr>
          </a:lstStyle>
          <a:p>
            <a:pPr lvl="0"/>
            <a:r>
              <a:rPr lang="en-US"/>
              <a:t>Quote text, 24pt</a:t>
            </a:r>
          </a:p>
          <a:p>
            <a:pPr lvl="1"/>
            <a:r>
              <a:rPr lang="en-US"/>
              <a:t>Level 2 - Name and Last Name, 20pt</a:t>
            </a:r>
          </a:p>
          <a:p>
            <a:pPr lvl="2"/>
            <a:r>
              <a:rPr lang="en-US"/>
              <a:t>Level 3 - Title and Company, 16pt</a:t>
            </a:r>
          </a:p>
        </p:txBody>
      </p:sp>
    </p:spTree>
    <p:extLst>
      <p:ext uri="{BB962C8B-B14F-4D97-AF65-F5344CB8AC3E}">
        <p14:creationId xmlns:p14="http://schemas.microsoft.com/office/powerpoint/2010/main" val="181993709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3" name="fortress_white_logo">
            <a:extLst>
              <a:ext uri="{FF2B5EF4-FFF2-40B4-BE49-F238E27FC236}">
                <a16:creationId xmlns:a16="http://schemas.microsoft.com/office/drawing/2014/main" id="{F41402B2-668C-3281-1FC5-652C945AC124}"/>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2" name="Date Placeholder 1">
            <a:extLst>
              <a:ext uri="{FF2B5EF4-FFF2-40B4-BE49-F238E27FC236}">
                <a16:creationId xmlns:a16="http://schemas.microsoft.com/office/drawing/2014/main" id="{36D49AD6-9909-7F99-2A7F-6D008A71AC62}"/>
              </a:ext>
            </a:extLst>
          </p:cNvPr>
          <p:cNvSpPr>
            <a:spLocks noGrp="1"/>
          </p:cNvSpPr>
          <p:nvPr>
            <p:ph type="dt" sz="half" idx="15"/>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ext Placeholder 6">
            <a:extLst>
              <a:ext uri="{FF2B5EF4-FFF2-40B4-BE49-F238E27FC236}">
                <a16:creationId xmlns:a16="http://schemas.microsoft.com/office/drawing/2014/main" id="{329EBE6D-87D6-B10F-3749-C5F07A55427A}"/>
              </a:ext>
            </a:extLst>
          </p:cNvPr>
          <p:cNvSpPr>
            <a:spLocks noGrp="1"/>
          </p:cNvSpPr>
          <p:nvPr>
            <p:ph type="body" sz="quarter" idx="13" hasCustomPrompt="1"/>
          </p:nvPr>
        </p:nvSpPr>
        <p:spPr>
          <a:xfrm>
            <a:off x="548639" y="4571999"/>
            <a:ext cx="7315836" cy="1558925"/>
          </a:xfrm>
        </p:spPr>
        <p:txBody>
          <a:bodyPr/>
          <a:lstStyle>
            <a:lvl1pPr marL="0" indent="0">
              <a:buNone/>
              <a:defRPr sz="2800" b="1">
                <a:solidFill>
                  <a:schemeClr val="bg1"/>
                </a:solidFill>
              </a:defRPr>
            </a:lvl1pPr>
            <a:lvl2pPr marL="0" indent="0">
              <a:buNone/>
              <a:defRPr sz="1200">
                <a:solidFill>
                  <a:schemeClr val="bg1"/>
                </a:solidFill>
              </a:defRPr>
            </a:lvl2pPr>
          </a:lstStyle>
          <a:p>
            <a:pPr lvl="0"/>
            <a:r>
              <a:rPr lang="en-US"/>
              <a:t>Image and text headline, 28pt</a:t>
            </a:r>
          </a:p>
          <a:p>
            <a:pPr lvl="1"/>
            <a:r>
              <a:rPr lang="en-US"/>
              <a:t>Second level description, 12pt</a:t>
            </a:r>
          </a:p>
        </p:txBody>
      </p:sp>
    </p:spTree>
    <p:extLst>
      <p:ext uri="{BB962C8B-B14F-4D97-AF65-F5344CB8AC3E}">
        <p14:creationId xmlns:p14="http://schemas.microsoft.com/office/powerpoint/2010/main" val="399134260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2024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1"/>
              </a:ext>
            </a:extLst>
          </p:cNvPr>
          <p:cNvSpPr>
            <a:spLocks noGrp="1"/>
          </p:cNvSpPr>
          <p:nvPr>
            <p:ph type="dt" sz="half" idx="15"/>
          </p:nvPr>
        </p:nvSpPr>
        <p:spPr/>
        <p:txBody>
          <a:bodyPr/>
          <a:lstStyle/>
          <a:p>
            <a:endParaRPr lang="en-US"/>
          </a:p>
        </p:txBody>
      </p:sp>
      <p:sp>
        <p:nvSpPr>
          <p:cNvPr id="3" name="fortress_black_logo">
            <a:extLst>
              <a:ext uri="{FF2B5EF4-FFF2-40B4-BE49-F238E27FC236}">
                <a16:creationId xmlns:a16="http://schemas.microsoft.com/office/drawing/2014/main" id="{7F6B0315-EEB6-27EA-50B0-B8818277DF10}"/>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7" name="Text Placeholder 6">
            <a:extLst>
              <a:ext uri="{FF2B5EF4-FFF2-40B4-BE49-F238E27FC236}">
                <a16:creationId xmlns:a16="http://schemas.microsoft.com/office/drawing/2014/main" id="{329EBE6D-87D6-B10F-3749-C5F07A55427A}"/>
              </a:ext>
            </a:extLst>
          </p:cNvPr>
          <p:cNvSpPr>
            <a:spLocks noGrp="1"/>
          </p:cNvSpPr>
          <p:nvPr>
            <p:ph type="body" sz="quarter" idx="13" hasCustomPrompt="1"/>
          </p:nvPr>
        </p:nvSpPr>
        <p:spPr>
          <a:xfrm>
            <a:off x="548639" y="984524"/>
            <a:ext cx="7315836" cy="1371600"/>
          </a:xfrm>
        </p:spPr>
        <p:txBody>
          <a:bodyPr/>
          <a:lstStyle>
            <a:lvl1pPr marL="0" indent="0">
              <a:buNone/>
              <a:defRPr sz="2800" b="1">
                <a:solidFill>
                  <a:schemeClr val="tx1"/>
                </a:solidFill>
              </a:defRPr>
            </a:lvl1pPr>
            <a:lvl2pPr marL="0" indent="0">
              <a:buNone/>
              <a:defRPr sz="1200">
                <a:solidFill>
                  <a:schemeClr val="tx1"/>
                </a:solidFill>
              </a:defRPr>
            </a:lvl2pPr>
          </a:lstStyle>
          <a:p>
            <a:pPr lvl="0"/>
            <a:r>
              <a:rPr lang="en-US"/>
              <a:t>Image and text headline,28pt</a:t>
            </a:r>
          </a:p>
          <a:p>
            <a:pPr lvl="1"/>
            <a:r>
              <a:rPr lang="en-US"/>
              <a:t>Second level description, 12pt</a:t>
            </a:r>
          </a:p>
        </p:txBody>
      </p:sp>
    </p:spTree>
    <p:extLst>
      <p:ext uri="{BB962C8B-B14F-4D97-AF65-F5344CB8AC3E}">
        <p14:creationId xmlns:p14="http://schemas.microsoft.com/office/powerpoint/2010/main" val="133646163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Full bleed image 3">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2024 Equinix, Inc.</a:t>
            </a:r>
          </a:p>
        </p:txBody>
      </p:sp>
      <p:sp>
        <p:nvSpPr>
          <p:cNvPr id="2" name="Date Placeholder 1">
            <a:extLst>
              <a:ext uri="{FF2B5EF4-FFF2-40B4-BE49-F238E27FC236}">
                <a16:creationId xmlns:a16="http://schemas.microsoft.com/office/drawing/2014/main" id="{BD73110A-4822-74EC-8C85-3EB4F89BAE92}"/>
              </a:ext>
              <a:ext uri="{C183D7F6-B498-43B3-948B-1728B52AA6E4}">
                <adec:decorative xmlns:adec="http://schemas.microsoft.com/office/drawing/2017/decorative" val="1"/>
              </a:ext>
            </a:extLst>
          </p:cNvPr>
          <p:cNvSpPr>
            <a:spLocks noGrp="1"/>
          </p:cNvSpPr>
          <p:nvPr>
            <p:ph type="dt" sz="half" idx="15"/>
          </p:nvPr>
        </p:nvSpPr>
        <p:spPr/>
        <p:txBody>
          <a:bodyPr/>
          <a:lstStyle>
            <a:lvl1pPr>
              <a:defRPr>
                <a:solidFill>
                  <a:schemeClr val="bg1"/>
                </a:solidFill>
              </a:defRPr>
            </a:lvl1pPr>
          </a:lstStyle>
          <a:p>
            <a:endParaRPr lang="en-US"/>
          </a:p>
        </p:txBody>
      </p:sp>
      <p:sp>
        <p:nvSpPr>
          <p:cNvPr id="3" name="fortress_white_logo">
            <a:extLst>
              <a:ext uri="{FF2B5EF4-FFF2-40B4-BE49-F238E27FC236}">
                <a16:creationId xmlns:a16="http://schemas.microsoft.com/office/drawing/2014/main" id="{70158458-A455-0E6C-F70B-DB6F8B6C8695}"/>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ext Placeholder 6">
            <a:extLst>
              <a:ext uri="{FF2B5EF4-FFF2-40B4-BE49-F238E27FC236}">
                <a16:creationId xmlns:a16="http://schemas.microsoft.com/office/drawing/2014/main" id="{329EBE6D-87D6-B10F-3749-C5F07A55427A}"/>
              </a:ext>
            </a:extLst>
          </p:cNvPr>
          <p:cNvSpPr>
            <a:spLocks noGrp="1"/>
          </p:cNvSpPr>
          <p:nvPr>
            <p:ph type="body" sz="quarter" idx="13" hasCustomPrompt="1"/>
          </p:nvPr>
        </p:nvSpPr>
        <p:spPr>
          <a:xfrm>
            <a:off x="7315199" y="2743200"/>
            <a:ext cx="4391025" cy="3048000"/>
          </a:xfrm>
        </p:spPr>
        <p:txBody>
          <a:bodyPr/>
          <a:lstStyle>
            <a:lvl1pPr marL="0" indent="0">
              <a:buNone/>
              <a:defRPr sz="2800" b="1">
                <a:solidFill>
                  <a:schemeClr val="bg1"/>
                </a:solidFill>
              </a:defRPr>
            </a:lvl1pPr>
            <a:lvl2pPr marL="0" indent="0">
              <a:buNone/>
              <a:defRPr sz="1200">
                <a:solidFill>
                  <a:schemeClr val="bg1"/>
                </a:solidFill>
              </a:defRPr>
            </a:lvl2pPr>
          </a:lstStyle>
          <a:p>
            <a:pPr lvl="0"/>
            <a:r>
              <a:rPr lang="en-US"/>
              <a:t>Image and text headline, 28pt</a:t>
            </a:r>
          </a:p>
          <a:p>
            <a:pPr lvl="1"/>
            <a:r>
              <a:rPr lang="en-US"/>
              <a:t>Second level description, 12pt</a:t>
            </a:r>
          </a:p>
        </p:txBody>
      </p:sp>
    </p:spTree>
    <p:extLst>
      <p:ext uri="{BB962C8B-B14F-4D97-AF65-F5344CB8AC3E}">
        <p14:creationId xmlns:p14="http://schemas.microsoft.com/office/powerpoint/2010/main" val="114808701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Full width image free layout">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2" name="Date Placeholder 1">
            <a:extLst>
              <a:ext uri="{FF2B5EF4-FFF2-40B4-BE49-F238E27FC236}">
                <a16:creationId xmlns:a16="http://schemas.microsoft.com/office/drawing/2014/main" id="{2FA1870D-8142-341E-8B6C-8FC6118D3086}"/>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4" name="fortress_black_logo">
            <a:extLst>
              <a:ext uri="{FF2B5EF4-FFF2-40B4-BE49-F238E27FC236}">
                <a16:creationId xmlns:a16="http://schemas.microsoft.com/office/drawing/2014/main" id="{0511CCC0-E87E-F76B-D8D0-B4555257DAA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Tree>
    <p:extLst>
      <p:ext uri="{BB962C8B-B14F-4D97-AF65-F5344CB8AC3E}">
        <p14:creationId xmlns:p14="http://schemas.microsoft.com/office/powerpoint/2010/main" val="383283188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A9B8A9-125E-717F-8693-B0CF4422F2CB}"/>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38" y="519110"/>
            <a:ext cx="5359401" cy="274320"/>
          </a:xfrm>
        </p:spPr>
        <p:txBody>
          <a:bodyPr/>
          <a:lstStyle>
            <a:lvl1pPr marL="0" indent="0" algn="r">
              <a:buNone/>
              <a:defRPr sz="12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gn="r">
              <a:lnSpc>
                <a:spcPct val="100000"/>
              </a:lnSpc>
              <a:spcBef>
                <a:spcPts val="0"/>
              </a:spcBef>
              <a:spcAft>
                <a:spcPts val="600"/>
              </a:spcAft>
            </a:pPr>
            <a:r>
              <a:rPr lang="en-US" sz="1200" b="1">
                <a:latin typeface="Arial" panose="020B0604020202020204" pitchFamily="34" charset="0"/>
                <a:cs typeface="Arial" panose="020B0604020202020204" pitchFamily="34" charset="0"/>
              </a:rPr>
              <a:t>Industry</a:t>
            </a:r>
            <a:r>
              <a:rPr lang="en-US" sz="1200">
                <a:latin typeface="Arial" panose="020B0604020202020204" pitchFamily="34" charset="0"/>
                <a:cs typeface="Arial" panose="020B0604020202020204" pitchFamily="34" charset="0"/>
              </a:rPr>
              <a:t>: Lorem ipsum dolor sit </a:t>
            </a:r>
            <a:r>
              <a:rPr lang="en-US" sz="1200" err="1">
                <a:latin typeface="Arial" panose="020B0604020202020204" pitchFamily="34" charset="0"/>
                <a:cs typeface="Arial" panose="020B0604020202020204" pitchFamily="34" charset="0"/>
              </a:rPr>
              <a:t>amet</a:t>
            </a:r>
            <a:r>
              <a:rPr lang="en-US" sz="1200">
                <a:latin typeface="Arial" panose="020B0604020202020204" pitchFamily="34" charset="0"/>
                <a:cs typeface="Arial" panose="020B0604020202020204" pitchFamily="34" charset="0"/>
              </a:rPr>
              <a:t>, 12pt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1200"/>
            </a:lvl1pPr>
          </a:lstStyle>
          <a:p>
            <a:r>
              <a:rPr lang="en-US"/>
              <a:t>Strategic Partner logo</a:t>
            </a:r>
          </a:p>
        </p:txBody>
      </p:sp>
      <p:sp>
        <p:nvSpPr>
          <p:cNvPr id="19" name="Content Placeholder 18">
            <a:extLst>
              <a:ext uri="{FF2B5EF4-FFF2-40B4-BE49-F238E27FC236}">
                <a16:creationId xmlns:a16="http://schemas.microsoft.com/office/drawing/2014/main" id="{251BA1AC-24B5-EE9F-E5FB-9A1465ECE335}"/>
              </a:ext>
            </a:extLst>
          </p:cNvPr>
          <p:cNvSpPr>
            <a:spLocks noGrp="1"/>
          </p:cNvSpPr>
          <p:nvPr>
            <p:ph sz="quarter" idx="13" hasCustomPrompt="1"/>
          </p:nvPr>
        </p:nvSpPr>
        <p:spPr>
          <a:xfrm>
            <a:off x="549275" y="1834776"/>
            <a:ext cx="11091863" cy="4337424"/>
          </a:xfrm>
        </p:spPr>
        <p:txBody>
          <a:bodyPr/>
          <a:lstStyle>
            <a:lvl1pPr marL="0" indent="0">
              <a:buNone/>
              <a:defRPr sz="1400" b="1"/>
            </a:lvl1pPr>
            <a:lvl2pPr marL="0" indent="0">
              <a:spcBef>
                <a:spcPts val="1000"/>
              </a:spcBef>
              <a:buNone/>
              <a:defRPr sz="1200"/>
            </a:lvl2pPr>
            <a:lvl3pPr marL="182880" indent="-182880">
              <a:buFont typeface="Arial" panose="020B0604020202020204" pitchFamily="34" charset="0"/>
              <a:buChar char="•"/>
              <a:defRPr sz="1200"/>
            </a:lvl3pPr>
            <a:lvl4pPr marL="365760" indent="-182880">
              <a:spcBef>
                <a:spcPts val="800"/>
              </a:spcBef>
              <a:buFont typeface="Arial" panose="020B0604020202020204" pitchFamily="34" charset="0"/>
              <a:buChar char="–"/>
              <a:defRPr sz="1100"/>
            </a:lvl4pPr>
            <a:lvl5pPr marL="548640" indent="-182880">
              <a:spcBef>
                <a:spcPts val="700"/>
              </a:spcBef>
              <a:buFont typeface="Arial" panose="020B0604020202020204" pitchFamily="34" charset="0"/>
              <a:buChar char="•"/>
              <a:defRPr sz="1100"/>
            </a:lvl5pPr>
          </a:lstStyle>
          <a:p>
            <a:pPr lvl="0"/>
            <a:r>
              <a:rPr lang="en-US"/>
              <a:t>First level, title / </a:t>
            </a:r>
            <a:r>
              <a:rPr lang="en-US" err="1"/>
              <a:t>subheader</a:t>
            </a:r>
            <a:r>
              <a:rPr lang="en-US"/>
              <a:t>, 14pt</a:t>
            </a:r>
          </a:p>
          <a:p>
            <a:pPr lvl="1"/>
            <a:r>
              <a:rPr lang="en-US"/>
              <a:t>Second level, 12pt description text</a:t>
            </a:r>
          </a:p>
          <a:p>
            <a:pPr lvl="2"/>
            <a:r>
              <a:rPr lang="en-US"/>
              <a:t>Third level, 12pt bulleted text</a:t>
            </a:r>
          </a:p>
          <a:p>
            <a:pPr lvl="3"/>
            <a:r>
              <a:rPr lang="en-US"/>
              <a:t>Fourth level, 11pt bulleted text</a:t>
            </a:r>
          </a:p>
          <a:p>
            <a:pPr lvl="4"/>
            <a:r>
              <a:rPr lang="en-US"/>
              <a:t>Fifth level, 11pt bulleted text</a:t>
            </a:r>
          </a:p>
        </p:txBody>
      </p:sp>
    </p:spTree>
    <p:extLst>
      <p:ext uri="{BB962C8B-B14F-4D97-AF65-F5344CB8AC3E}">
        <p14:creationId xmlns:p14="http://schemas.microsoft.com/office/powerpoint/2010/main" val="362038418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917151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2BD677-8C98-8A35-16B5-D479428CE3EC}"/>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Tree>
    <p:extLst>
      <p:ext uri="{BB962C8B-B14F-4D97-AF65-F5344CB8AC3E}">
        <p14:creationId xmlns:p14="http://schemas.microsoft.com/office/powerpoint/2010/main" val="334477847"/>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3" y="857"/>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a:p>
        </p:txBody>
      </p:sp>
      <p:grpSp>
        <p:nvGrpSpPr>
          <p:cNvPr id="5" name="vert_logo_grp" descr="That is the end of the presentation.">
            <a:extLst>
              <a:ext uri="{FF2B5EF4-FFF2-40B4-BE49-F238E27FC236}">
                <a16:creationId xmlns:a16="http://schemas.microsoft.com/office/drawing/2014/main" id="{0CB43144-7496-E12F-FA93-E8BF4C9E5BF3}"/>
              </a:ext>
            </a:extLst>
          </p:cNvPr>
          <p:cNvGrpSpPr>
            <a:grpSpLocks noChangeAspect="1"/>
          </p:cNvGrpSpPr>
          <p:nvPr userDrawn="1"/>
        </p:nvGrpSpPr>
        <p:grpSpPr bwMode="black">
          <a:xfrm>
            <a:off x="4404360" y="2557715"/>
            <a:ext cx="3383280" cy="1634994"/>
            <a:chOff x="5513695" y="815830"/>
            <a:chExt cx="4571796" cy="2209353"/>
          </a:xfrm>
        </p:grpSpPr>
        <p:sp>
          <p:nvSpPr>
            <p:cNvPr id="6" name="Equinix_white">
              <a:extLst>
                <a:ext uri="{FF2B5EF4-FFF2-40B4-BE49-F238E27FC236}">
                  <a16:creationId xmlns:a16="http://schemas.microsoft.com/office/drawing/2014/main" id="{1554168B-740A-C755-1882-5ED8D3782F0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a:p>
          </p:txBody>
        </p:sp>
        <p:sp>
          <p:nvSpPr>
            <p:cNvPr id="7" name="fortress_red">
              <a:extLst>
                <a:ext uri="{FF2B5EF4-FFF2-40B4-BE49-F238E27FC236}">
                  <a16:creationId xmlns:a16="http://schemas.microsoft.com/office/drawing/2014/main" id="{9F4008A2-6840-D732-4950-C75253F101A5}"/>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a:p>
          </p:txBody>
        </p:sp>
      </p:grpSp>
    </p:spTree>
    <p:extLst>
      <p:ext uri="{BB962C8B-B14F-4D97-AF65-F5344CB8AC3E}">
        <p14:creationId xmlns:p14="http://schemas.microsoft.com/office/powerpoint/2010/main" val="90231854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1_50/50 color block right">
    <p:bg>
      <p:bgPr>
        <a:solidFill>
          <a:schemeClr val="tx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17153D9-D25C-5565-05A2-1D8D0C508015}"/>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917153D9-D25C-5565-05A2-1D8D0C50801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0" y="1554480"/>
            <a:ext cx="4892040"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
        <p:nvSpPr>
          <p:cNvPr id="2" name="fortress_red_logo">
            <a:extLst>
              <a:ext uri="{FF2B5EF4-FFF2-40B4-BE49-F238E27FC236}">
                <a16:creationId xmlns:a16="http://schemas.microsoft.com/office/drawing/2014/main" id="{9AA9BB75-112F-0BFB-D12A-7644C699D4DA}"/>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Title 6">
            <a:extLst>
              <a:ext uri="{FF2B5EF4-FFF2-40B4-BE49-F238E27FC236}">
                <a16:creationId xmlns:a16="http://schemas.microsoft.com/office/drawing/2014/main" id="{93E96DD1-9D3A-A24D-B04D-A46192A9D510}"/>
              </a:ext>
            </a:extLst>
          </p:cNvPr>
          <p:cNvSpPr>
            <a:spLocks noGrp="1"/>
          </p:cNvSpPr>
          <p:nvPr>
            <p:ph type="title" hasCustomPrompt="1"/>
          </p:nvPr>
        </p:nvSpPr>
        <p:spPr>
          <a:xfrm>
            <a:off x="548640" y="457200"/>
            <a:ext cx="4892040" cy="822960"/>
          </a:xfrm>
        </p:spPr>
        <p:txBody>
          <a:bodyPr anchor="t"/>
          <a:lstStyle>
            <a:lvl1pPr>
              <a:defRPr/>
            </a:lvl1pPr>
          </a:lstStyle>
          <a:p>
            <a:r>
              <a:rPr lang="en-US"/>
              <a:t>Title text, </a:t>
            </a:r>
            <a:br>
              <a:rPr lang="en-US"/>
            </a:br>
            <a:r>
              <a:rPr lang="en-US"/>
              <a:t>30pt</a:t>
            </a:r>
          </a:p>
        </p:txBody>
      </p:sp>
    </p:spTree>
    <p:extLst>
      <p:ext uri="{BB962C8B-B14F-4D97-AF65-F5344CB8AC3E}">
        <p14:creationId xmlns:p14="http://schemas.microsoft.com/office/powerpoint/2010/main" val="362690634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1_1 Col Dark">
    <p:bg>
      <p:bgPr>
        <a:solidFill>
          <a:schemeClr val="tx1"/>
        </a:solidFill>
        <a:effectLst/>
      </p:bgPr>
    </p:bg>
    <p:spTree>
      <p:nvGrpSpPr>
        <p:cNvPr id="1" name=""/>
        <p:cNvGrpSpPr/>
        <p:nvPr/>
      </p:nvGrpSpPr>
      <p:grpSpPr>
        <a:xfrm>
          <a:off x="0" y="0"/>
          <a:ext cx="0" cy="0"/>
          <a:chOff x="0" y="0"/>
          <a:chExt cx="0" cy="0"/>
        </a:xfrm>
      </p:grpSpPr>
      <p:sp>
        <p:nvSpPr>
          <p:cNvPr id="2" name="fortress_red_logo">
            <a:extLst>
              <a:ext uri="{FF2B5EF4-FFF2-40B4-BE49-F238E27FC236}">
                <a16:creationId xmlns:a16="http://schemas.microsoft.com/office/drawing/2014/main" id="{D2DD75F0-A73C-898D-490D-9E6A83A58004}"/>
              </a:ext>
              <a:ext uri="{C183D7F6-B498-43B3-948B-1728B52AA6E4}">
                <adec:decorative xmlns:adec="http://schemas.microsoft.com/office/drawing/2017/decorative" val="1"/>
              </a:ext>
            </a:extLst>
          </p:cNvPr>
          <p:cNvSpPr>
            <a:spLocks noChangeAspect="1"/>
          </p:cNvSpPr>
          <p:nvPr userDrawn="1"/>
        </p:nvSpPr>
        <p:spPr bwMode="black">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30pt</a:t>
            </a:r>
          </a:p>
        </p:txBody>
      </p:sp>
      <p:sp>
        <p:nvSpPr>
          <p:cNvPr id="4" name="Text Placeholder 2">
            <a:extLst>
              <a:ext uri="{FF2B5EF4-FFF2-40B4-BE49-F238E27FC236}">
                <a16:creationId xmlns:a16="http://schemas.microsoft.com/office/drawing/2014/main" id="{D83D55D1-91B9-F3B6-0B79-E0B83AEE276D}"/>
              </a:ext>
            </a:extLst>
          </p:cNvPr>
          <p:cNvSpPr>
            <a:spLocks noGrp="1"/>
          </p:cNvSpPr>
          <p:nvPr>
            <p:ph type="body" sz="quarter" idx="15" hasCustomPrompt="1"/>
          </p:nvPr>
        </p:nvSpPr>
        <p:spPr>
          <a:xfrm>
            <a:off x="548639" y="1051560"/>
            <a:ext cx="11088687" cy="365761"/>
          </a:xfrm>
        </p:spPr>
        <p:txBody>
          <a:bodyPr/>
          <a:lstStyle>
            <a:lvl1pPr>
              <a:spcBef>
                <a:spcPts val="0"/>
              </a:spcBef>
              <a:defRPr sz="1600" b="1">
                <a:solidFill>
                  <a:schemeClr val="bg1"/>
                </a:solidFill>
              </a:defRPr>
            </a:lvl1pPr>
          </a:lstStyle>
          <a:p>
            <a:pPr lvl="0"/>
            <a:r>
              <a:rPr lang="en-US"/>
              <a:t>Optional subtitle, single line only, 16pt bold</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0" y="1554480"/>
            <a:ext cx="110886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First level, reg 16pt no bullet:</a:t>
            </a:r>
          </a:p>
          <a:p>
            <a:pPr lvl="1"/>
            <a:r>
              <a:rPr lang="en-US" noProof="0"/>
              <a:t>Second level, reg 16pt first bullet</a:t>
            </a:r>
          </a:p>
          <a:p>
            <a:pPr lvl="2"/>
            <a:r>
              <a:rPr lang="en-US" noProof="0"/>
              <a:t>Third level, reg 14pt second bullet</a:t>
            </a:r>
          </a:p>
          <a:p>
            <a:pPr lvl="3"/>
            <a:r>
              <a:rPr lang="en-US" noProof="0"/>
              <a:t>Fourth level, reg 12pt third bullet</a:t>
            </a:r>
          </a:p>
          <a:p>
            <a:pPr lvl="4"/>
            <a:r>
              <a:rPr lang="en-US" noProof="0"/>
              <a:t>Fifth level, reg 12pt fourth bullet</a:t>
            </a:r>
          </a:p>
        </p:txBody>
      </p:sp>
      <p:sp>
        <p:nvSpPr>
          <p:cNvPr id="8" name="Date Placeholder 7">
            <a:extLst>
              <a:ext uri="{FF2B5EF4-FFF2-40B4-BE49-F238E27FC236}">
                <a16:creationId xmlns:a16="http://schemas.microsoft.com/office/drawing/2014/main" id="{5EF3BEC4-A8CA-6129-DA3D-09C02CF6B7B1}"/>
              </a:ext>
              <a:ext uri="{C183D7F6-B498-43B3-948B-1728B52AA6E4}">
                <adec:decorative xmlns:adec="http://schemas.microsoft.com/office/drawing/2017/decorative" val="0"/>
              </a:ext>
            </a:extLst>
          </p:cNvPr>
          <p:cNvSpPr>
            <a:spLocks noGrp="1"/>
          </p:cNvSpPr>
          <p:nvPr>
            <p:ph type="dt" sz="half" idx="13"/>
          </p:nvPr>
        </p:nvSpPr>
        <p:spPr/>
        <p:txBody>
          <a:bodyPr/>
          <a:lstStyle>
            <a:lvl1pPr>
              <a:defRPr>
                <a:solidFill>
                  <a:schemeClr val="bg1"/>
                </a:solidFill>
              </a:defRPr>
            </a:lvl1pPr>
          </a:lstStyle>
          <a:p>
            <a:r>
              <a:rPr lang="en-US"/>
              <a:t>Source(s) / Citation(s) / Trademark(s)</a:t>
            </a:r>
          </a:p>
        </p:txBody>
      </p:sp>
    </p:spTree>
    <p:extLst>
      <p:ext uri="{BB962C8B-B14F-4D97-AF65-F5344CB8AC3E}">
        <p14:creationId xmlns:p14="http://schemas.microsoft.com/office/powerpoint/2010/main" val="23461916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85651" cy="6858000"/>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5" y="1359183"/>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lvl1pPr>
          </a:lstStyle>
          <a:p>
            <a:pPr lvl="0"/>
            <a:r>
              <a:rPr lang="en-US"/>
              <a:t>Optional Presenter Name, Reg 12pt</a:t>
            </a:r>
          </a:p>
        </p:txBody>
      </p:sp>
      <p:grpSp>
        <p:nvGrpSpPr>
          <p:cNvPr id="4" name="horz_logo_grp">
            <a:extLst>
              <a:ext uri="{FF2B5EF4-FFF2-40B4-BE49-F238E27FC236}">
                <a16:creationId xmlns:a16="http://schemas.microsoft.com/office/drawing/2014/main" id="{11551C6E-54C0-619C-1DB7-97F6FD698A36}"/>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tx1"/>
          </a:solidFill>
        </p:grpSpPr>
        <p:sp>
          <p:nvSpPr>
            <p:cNvPr id="7" name="Equinix_black">
              <a:extLst>
                <a:ext uri="{FF2B5EF4-FFF2-40B4-BE49-F238E27FC236}">
                  <a16:creationId xmlns:a16="http://schemas.microsoft.com/office/drawing/2014/main" id="{2C276D5D-0B22-A3E3-9515-6B90C45F3B32}"/>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8" name="fortress_black">
              <a:extLst>
                <a:ext uri="{FF2B5EF4-FFF2-40B4-BE49-F238E27FC236}">
                  <a16:creationId xmlns:a16="http://schemas.microsoft.com/office/drawing/2014/main" id="{DC1596FE-F7EE-277E-2699-2060D50214F8}"/>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137054653"/>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6D059F-CBDE-D2CE-799E-9B256A1B53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solidFill>
                  <a:schemeClr val="bg1"/>
                </a:solidFill>
              </a:defRPr>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solidFill>
                  <a:schemeClr val="bg1"/>
                </a:solidFill>
              </a:defRPr>
            </a:lvl1pPr>
          </a:lstStyle>
          <a:p>
            <a:pPr lvl="0"/>
            <a:r>
              <a:rPr lang="en-US"/>
              <a:t>Optional Presenter Name, Reg 12pt</a:t>
            </a:r>
          </a:p>
        </p:txBody>
      </p:sp>
      <p:grpSp>
        <p:nvGrpSpPr>
          <p:cNvPr id="4" name="horz_logo_grp">
            <a:extLst>
              <a:ext uri="{FF2B5EF4-FFF2-40B4-BE49-F238E27FC236}">
                <a16:creationId xmlns:a16="http://schemas.microsoft.com/office/drawing/2014/main" id="{406F369B-965C-1F7C-2B71-BCCFDDF8B563}"/>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bg1"/>
          </a:solidFill>
        </p:grpSpPr>
        <p:sp>
          <p:nvSpPr>
            <p:cNvPr id="6" name="Equinix_black">
              <a:extLst>
                <a:ext uri="{FF2B5EF4-FFF2-40B4-BE49-F238E27FC236}">
                  <a16:creationId xmlns:a16="http://schemas.microsoft.com/office/drawing/2014/main" id="{3CCFA3D8-2BDA-2CBC-EC17-78E20188F84A}"/>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8" name="fortress_black">
              <a:extLst>
                <a:ext uri="{FF2B5EF4-FFF2-40B4-BE49-F238E27FC236}">
                  <a16:creationId xmlns:a16="http://schemas.microsoft.com/office/drawing/2014/main" id="{6DB9C60F-1AFF-0B98-FAAD-048275261C1C}"/>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343814678"/>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B8ECFB1-3E0D-89C3-2EE0-3DD73F448B4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solidFill>
                  <a:schemeClr val="bg1"/>
                </a:solidFill>
              </a:defRPr>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solidFill>
                  <a:schemeClr val="bg1"/>
                </a:solidFill>
              </a:defRPr>
            </a:lvl1pPr>
          </a:lstStyle>
          <a:p>
            <a:pPr lvl="0"/>
            <a:r>
              <a:rPr lang="en-US"/>
              <a:t>Optional Presenter Name, Reg 12pt</a:t>
            </a:r>
          </a:p>
        </p:txBody>
      </p:sp>
      <p:grpSp>
        <p:nvGrpSpPr>
          <p:cNvPr id="4" name="horz_logo_grp">
            <a:extLst>
              <a:ext uri="{FF2B5EF4-FFF2-40B4-BE49-F238E27FC236}">
                <a16:creationId xmlns:a16="http://schemas.microsoft.com/office/drawing/2014/main" id="{612EE43E-5871-5192-57D5-5056DCEA3D61}"/>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bg1"/>
          </a:solidFill>
        </p:grpSpPr>
        <p:sp>
          <p:nvSpPr>
            <p:cNvPr id="6" name="Equinix_black">
              <a:extLst>
                <a:ext uri="{FF2B5EF4-FFF2-40B4-BE49-F238E27FC236}">
                  <a16:creationId xmlns:a16="http://schemas.microsoft.com/office/drawing/2014/main" id="{9DD05270-E304-C800-0F7A-77EF902734A9}"/>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7" name="fortress_black">
              <a:extLst>
                <a:ext uri="{FF2B5EF4-FFF2-40B4-BE49-F238E27FC236}">
                  <a16:creationId xmlns:a16="http://schemas.microsoft.com/office/drawing/2014/main" id="{75B891B4-DAF9-9D7B-393F-6DFA2C439E74}"/>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587611818"/>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secHead" preserve="1">
  <p:cSld name="Divider 1">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7020FE-4CB1-D39D-65C7-B865A480F34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86359"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3379"/>
            <a:ext cx="6368100" cy="1554480"/>
          </a:xfrm>
        </p:spPr>
        <p:txBody>
          <a:bodyPr/>
          <a:lstStyle>
            <a:lvl1pPr marL="0" indent="0">
              <a:buNone/>
              <a:defRPr sz="1200" b="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black_logo">
            <a:extLst>
              <a:ext uri="{FF2B5EF4-FFF2-40B4-BE49-F238E27FC236}">
                <a16:creationId xmlns:a16="http://schemas.microsoft.com/office/drawing/2014/main" id="{B32ED1A1-317A-42CD-B642-C72A0B878E3E}"/>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42623469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6EB182-729A-7670-277F-F9A8EDFBD33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solidFill>
                  <a:schemeClr val="bg1"/>
                </a:solidFill>
              </a:defRPr>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6472"/>
            <a:ext cx="6368100" cy="1554480"/>
          </a:xfrm>
        </p:spPr>
        <p:txBody>
          <a:bodyPr/>
          <a:lstStyle>
            <a:lvl1pPr marL="0" indent="0">
              <a:buNone/>
              <a:defRPr sz="1200" b="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F5F09458-08B8-621B-0CBF-BDBC87C040E8}"/>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96398996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35EDD5-E2AA-ECB1-546C-AA77A35012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solidFill>
                  <a:schemeClr val="bg1"/>
                </a:solidFill>
              </a:defRPr>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6472"/>
            <a:ext cx="6368100" cy="1554480"/>
          </a:xfrm>
        </p:spPr>
        <p:txBody>
          <a:bodyPr/>
          <a:lstStyle>
            <a:lvl1pPr marL="0" indent="0">
              <a:buNone/>
              <a:defRPr sz="1200" b="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FCAB6E72-573F-C754-449C-E84857C3D952}"/>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139368336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Agenda, Bold 24pt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39" y="1554482"/>
            <a:ext cx="11091672" cy="589915"/>
          </a:xfr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12pt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A3EA41A7-8F9C-E8D3-05A0-5A8DFA12A42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305821694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1" y="457200"/>
            <a:ext cx="11088687" cy="548640"/>
          </a:xfrm>
        </p:spPr>
        <p:txBody>
          <a:bodyPr anchor="t"/>
          <a:lstStyle>
            <a:lvl1pPr>
              <a:defRPr/>
            </a:lvl1pPr>
          </a:lstStyle>
          <a:p>
            <a:r>
              <a:rPr lang="en-US"/>
              <a:t>Title text, 24pt</a:t>
            </a:r>
          </a:p>
        </p:txBody>
      </p:sp>
      <p:sp>
        <p:nvSpPr>
          <p:cNvPr id="3" name="Text Placeholder 2">
            <a:extLst>
              <a:ext uri="{FF2B5EF4-FFF2-40B4-BE49-F238E27FC236}">
                <a16:creationId xmlns:a16="http://schemas.microsoft.com/office/drawing/2014/main" id="{29F1D91E-5EBC-CFFF-C4FF-658D5BCBE502}"/>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9" name="Content Placeholder 8">
            <a:extLst>
              <a:ext uri="{FF2B5EF4-FFF2-40B4-BE49-F238E27FC236}">
                <a16:creationId xmlns:a16="http://schemas.microsoft.com/office/drawing/2014/main" id="{4464C14F-BB82-5E54-CAD2-71A59FA18C2E}"/>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3">
            <a:extLst>
              <a:ext uri="{FF2B5EF4-FFF2-40B4-BE49-F238E27FC236}">
                <a16:creationId xmlns:a16="http://schemas.microsoft.com/office/drawing/2014/main" id="{70D5516A-ED08-4BFD-AE35-E980307B851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48481174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1 Col Light Aqua">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ADA1B686-3EA1-290F-1850-EF5160AC70A9}"/>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5EFF485B-7B19-AF14-FD3C-4480B7FCBB74}"/>
              </a:ext>
            </a:extLst>
          </p:cNvPr>
          <p:cNvSpPr>
            <a:spLocks noGrp="1"/>
          </p:cNvSpPr>
          <p:nvPr>
            <p:ph sz="quarter" idx="16" hasCustomPrompt="1"/>
          </p:nvPr>
        </p:nvSpPr>
        <p:spPr>
          <a:xfrm>
            <a:off x="548639" y="1554480"/>
            <a:ext cx="11094720" cy="4617720"/>
          </a:xfrm>
        </p:spPr>
        <p:txBody>
          <a:bodyPr/>
          <a:lstStyle>
            <a:lvl3pPr>
              <a:defRPr/>
            </a:lvl3pPr>
            <a:lvl4pPr>
              <a:defRPr/>
            </a:lvl4pPr>
          </a:lstStyle>
          <a:p>
            <a:pPr lvl="0"/>
            <a:r>
              <a:rPr lang="en-US"/>
              <a:t>First level, reg 14pt no bullet:</a:t>
            </a:r>
          </a:p>
          <a:p>
            <a:pPr lvl="1"/>
            <a:r>
              <a:rPr lang="en-US"/>
              <a:t>Second level, reg 14pt first bullet. </a:t>
            </a:r>
            <a:r>
              <a:rPr lang="en-US" noProof="0"/>
              <a:t>If using periods, be consistent.</a:t>
            </a:r>
            <a:endParaRPr lang="en-US"/>
          </a:p>
          <a:p>
            <a:pPr lvl="2"/>
            <a:r>
              <a:rPr lang="en-US"/>
              <a:t>Third level, reg 12pt second bullet. </a:t>
            </a:r>
            <a:r>
              <a:rPr lang="en-US" noProof="0"/>
              <a:t>If using periods, be consistent.</a:t>
            </a:r>
            <a:endParaRPr lang="en-US"/>
          </a:p>
          <a:p>
            <a:pPr lvl="3"/>
            <a:r>
              <a:rPr lang="en-US"/>
              <a:t>Fourth level, reg 11pt third bullet. </a:t>
            </a:r>
            <a:r>
              <a:rPr lang="en-US" noProof="0"/>
              <a:t>If using periods, be consistent.</a:t>
            </a:r>
            <a:endParaRPr lang="en-US"/>
          </a:p>
          <a:p>
            <a:pPr lvl="4"/>
            <a:r>
              <a:rPr lang="en-US"/>
              <a:t>Fifth level, reg 11pt fourth bullet. </a:t>
            </a:r>
            <a:r>
              <a:rPr lang="en-US" noProof="0"/>
              <a:t>If using periods, be consistent.</a:t>
            </a:r>
            <a:endParaRPr lang="en-US"/>
          </a:p>
        </p:txBody>
      </p:sp>
      <p:sp>
        <p:nvSpPr>
          <p:cNvPr id="9" name="Date Placeholder 3">
            <a:extLst>
              <a:ext uri="{FF2B5EF4-FFF2-40B4-BE49-F238E27FC236}">
                <a16:creationId xmlns:a16="http://schemas.microsoft.com/office/drawing/2014/main" id="{6F2873EB-95AD-AA3A-311F-BE8D68F68523}"/>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73400894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89252E26-4487-B48F-9389-DC1ED6B915AF}"/>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70B6E5D7-37B7-7959-17C2-352C295E1678}"/>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6CF9507B-33F5-7463-17A5-0897C826F4F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45428229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1E8464C6-B635-9E5C-6217-A2685A3637D3}"/>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59CABA76-1E8E-2CDF-68BC-05D07BAECD4B}"/>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9A51C252-6969-B316-B3A3-F4500C49CA7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77531034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CE3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B35D8FB1-CF62-4329-60A7-5504FB75FB3E}"/>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01064090-7E16-1B67-58DC-F0F1A599B78E}"/>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DE6AA0F2-1EA2-8EE0-5973-F14FA1FF4EB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54768226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 Col Light Purple">
    <p:bg>
      <p:bgPr>
        <a:solidFill>
          <a:srgbClr val="EDCC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3E88FDF8-3DE4-309C-C75C-D8C6984A1EE6}"/>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959E68AB-4D85-CC4B-91F4-99DD00BEC89A}"/>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DDBC1F0B-9AEA-927E-2A12-D623B4C5E32E}"/>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6410816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28365807-71CB-01E7-FCA6-0290AC189FA1}"/>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2" y="1554480"/>
            <a:ext cx="5356225" cy="4617720"/>
          </a:xfrm>
        </p:spPr>
        <p:txBody>
          <a:bodyPr/>
          <a:lstStyle>
            <a:lvl2pPr>
              <a:defRPr/>
            </a:lvl2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2"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C7133D10-38A0-E9A1-127C-FA1363758B5C}"/>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0715559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DE6EFFD6-2BCA-A3D2-382D-EF991ABB2991}"/>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8685"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554480"/>
            <a:ext cx="3447288"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1" y="1554480"/>
            <a:ext cx="3443288"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3">
            <a:extLst>
              <a:ext uri="{FF2B5EF4-FFF2-40B4-BE49-F238E27FC236}">
                <a16:creationId xmlns:a16="http://schemas.microsoft.com/office/drawing/2014/main" id="{5B2221D2-B986-6900-86CC-BCEB55DED077}"/>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68429255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63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BF014CA0-1869-FF65-94DE-81CD83B5712F}"/>
              </a:ext>
            </a:extLst>
          </p:cNvPr>
          <p:cNvSpPr>
            <a:spLocks noGrp="1"/>
          </p:cNvSpPr>
          <p:nvPr>
            <p:ph type="body" sz="quarter" idx="16"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78152"/>
            <a:ext cx="2487168" cy="459404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1"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9"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7"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1" name="Date Placeholder 3">
            <a:extLst>
              <a:ext uri="{FF2B5EF4-FFF2-40B4-BE49-F238E27FC236}">
                <a16:creationId xmlns:a16="http://schemas.microsoft.com/office/drawing/2014/main" id="{1E9C0B0F-9A8F-2E21-C7B4-CCC1FDFB6A81}"/>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73108944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24pt</a:t>
            </a:r>
          </a:p>
        </p:txBody>
      </p:sp>
      <p:sp>
        <p:nvSpPr>
          <p:cNvPr id="4" name="Text Placeholder 2">
            <a:extLst>
              <a:ext uri="{FF2B5EF4-FFF2-40B4-BE49-F238E27FC236}">
                <a16:creationId xmlns:a16="http://schemas.microsoft.com/office/drawing/2014/main" id="{D83D55D1-91B9-F3B6-0B79-E0B83AEE276D}"/>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1" y="1554480"/>
            <a:ext cx="110886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fortress_black_logo">
            <a:extLst>
              <a:ext uri="{FF2B5EF4-FFF2-40B4-BE49-F238E27FC236}">
                <a16:creationId xmlns:a16="http://schemas.microsoft.com/office/drawing/2014/main" id="{04666A49-5189-73B1-810C-0B2ABAA70C30}"/>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0" name="Date Placeholder 3">
            <a:extLst>
              <a:ext uri="{FF2B5EF4-FFF2-40B4-BE49-F238E27FC236}">
                <a16:creationId xmlns:a16="http://schemas.microsoft.com/office/drawing/2014/main" id="{A9887F13-CB11-4E82-6C70-E6BBB1AF034A}"/>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316808954"/>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24pt</a:t>
            </a:r>
          </a:p>
        </p:txBody>
      </p:sp>
      <p:sp>
        <p:nvSpPr>
          <p:cNvPr id="8" name="Text Placeholder 2">
            <a:extLst>
              <a:ext uri="{FF2B5EF4-FFF2-40B4-BE49-F238E27FC236}">
                <a16:creationId xmlns:a16="http://schemas.microsoft.com/office/drawing/2014/main" id="{487DD921-D00D-4F59-D967-0EC39655C179}"/>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2" y="1554480"/>
            <a:ext cx="535622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8" y="1554480"/>
            <a:ext cx="5357811"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fortress_black_logo">
            <a:extLst>
              <a:ext uri="{FF2B5EF4-FFF2-40B4-BE49-F238E27FC236}">
                <a16:creationId xmlns:a16="http://schemas.microsoft.com/office/drawing/2014/main" id="{260A0F17-BDF2-5E55-52BE-320E44785DEC}"/>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1" name="Date Placeholder 3">
            <a:extLst>
              <a:ext uri="{FF2B5EF4-FFF2-40B4-BE49-F238E27FC236}">
                <a16:creationId xmlns:a16="http://schemas.microsoft.com/office/drawing/2014/main" id="{3C1C3156-0F2C-0A86-2B25-FEBAEEE82154}"/>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68291844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24pt</a:t>
            </a:r>
          </a:p>
        </p:txBody>
      </p:sp>
      <p:sp>
        <p:nvSpPr>
          <p:cNvPr id="9" name="Text Placeholder 2">
            <a:extLst>
              <a:ext uri="{FF2B5EF4-FFF2-40B4-BE49-F238E27FC236}">
                <a16:creationId xmlns:a16="http://schemas.microsoft.com/office/drawing/2014/main" id="{7CA6F943-6475-2985-9120-928F3CCE0BEF}"/>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5"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fortress_black_logo">
            <a:extLst>
              <a:ext uri="{FF2B5EF4-FFF2-40B4-BE49-F238E27FC236}">
                <a16:creationId xmlns:a16="http://schemas.microsoft.com/office/drawing/2014/main" id="{2DDAE192-6E11-F82D-C2A8-E1846450E442}"/>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2" name="Date Placeholder 3">
            <a:extLst>
              <a:ext uri="{FF2B5EF4-FFF2-40B4-BE49-F238E27FC236}">
                <a16:creationId xmlns:a16="http://schemas.microsoft.com/office/drawing/2014/main" id="{55031590-B68D-97B5-C2E8-8CB850AF1BA8}"/>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334196837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24pt</a:t>
            </a:r>
          </a:p>
        </p:txBody>
      </p:sp>
      <p:sp>
        <p:nvSpPr>
          <p:cNvPr id="10" name="Text Placeholder 2">
            <a:extLst>
              <a:ext uri="{FF2B5EF4-FFF2-40B4-BE49-F238E27FC236}">
                <a16:creationId xmlns:a16="http://schemas.microsoft.com/office/drawing/2014/main" id="{EF4A7690-D1D5-EB1B-5DB0-91456981AEDF}"/>
              </a:ext>
            </a:extLst>
          </p:cNvPr>
          <p:cNvSpPr>
            <a:spLocks noGrp="1"/>
          </p:cNvSpPr>
          <p:nvPr>
            <p:ph type="body" sz="quarter" idx="16"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16" name="Content Placeholder 2">
            <a:extLst>
              <a:ext uri="{FF2B5EF4-FFF2-40B4-BE49-F238E27FC236}">
                <a16:creationId xmlns:a16="http://schemas.microsoft.com/office/drawing/2014/main" id="{E5CD8E63-7720-EC4A-80C0-DDBD1A0782F3}"/>
              </a:ext>
            </a:extLst>
          </p:cNvPr>
          <p:cNvSpPr>
            <a:spLocks noGrp="1"/>
          </p:cNvSpPr>
          <p:nvPr>
            <p:ph sz="half" idx="1" hasCustomPrompt="1"/>
          </p:nvPr>
        </p:nvSpPr>
        <p:spPr>
          <a:xfrm>
            <a:off x="548640" y="1578152"/>
            <a:ext cx="2487168" cy="459404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7" name="Content Placeholder 3">
            <a:extLst>
              <a:ext uri="{FF2B5EF4-FFF2-40B4-BE49-F238E27FC236}">
                <a16:creationId xmlns:a16="http://schemas.microsoft.com/office/drawing/2014/main" id="{0DE9B674-CB3F-8C94-7618-67CF8F49A2D1}"/>
              </a:ext>
            </a:extLst>
          </p:cNvPr>
          <p:cNvSpPr>
            <a:spLocks noGrp="1"/>
          </p:cNvSpPr>
          <p:nvPr>
            <p:ph sz="half" idx="2" hasCustomPrompt="1"/>
          </p:nvPr>
        </p:nvSpPr>
        <p:spPr>
          <a:xfrm>
            <a:off x="3409951"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8" name="Content Placeholder 4">
            <a:extLst>
              <a:ext uri="{FF2B5EF4-FFF2-40B4-BE49-F238E27FC236}">
                <a16:creationId xmlns:a16="http://schemas.microsoft.com/office/drawing/2014/main" id="{36682D4F-D08D-AFE7-ABD7-E8A13393AE11}"/>
              </a:ext>
            </a:extLst>
          </p:cNvPr>
          <p:cNvSpPr>
            <a:spLocks noGrp="1"/>
          </p:cNvSpPr>
          <p:nvPr>
            <p:ph sz="half" idx="13" hasCustomPrompt="1"/>
          </p:nvPr>
        </p:nvSpPr>
        <p:spPr>
          <a:xfrm>
            <a:off x="6281739"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9" name="Content Placeholder 5">
            <a:extLst>
              <a:ext uri="{FF2B5EF4-FFF2-40B4-BE49-F238E27FC236}">
                <a16:creationId xmlns:a16="http://schemas.microsoft.com/office/drawing/2014/main" id="{BFCB0896-CEB5-47FD-253D-40ECC125F195}"/>
              </a:ext>
            </a:extLst>
          </p:cNvPr>
          <p:cNvSpPr>
            <a:spLocks noGrp="1"/>
          </p:cNvSpPr>
          <p:nvPr>
            <p:ph sz="half" idx="14" hasCustomPrompt="1"/>
          </p:nvPr>
        </p:nvSpPr>
        <p:spPr>
          <a:xfrm>
            <a:off x="9153527"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20" name="fortress_black_logo">
            <a:extLst>
              <a:ext uri="{FF2B5EF4-FFF2-40B4-BE49-F238E27FC236}">
                <a16:creationId xmlns:a16="http://schemas.microsoft.com/office/drawing/2014/main" id="{E02251DE-2C3C-F68D-66D3-728CB8AD3610}"/>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21" name="Date Placeholder 3">
            <a:extLst>
              <a:ext uri="{FF2B5EF4-FFF2-40B4-BE49-F238E27FC236}">
                <a16:creationId xmlns:a16="http://schemas.microsoft.com/office/drawing/2014/main" id="{E6CCE2A4-433F-5B1B-8EC1-CEFFE7EDE2EE}"/>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375110085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7200"/>
            <a:ext cx="4892040" cy="822960"/>
          </a:xfrm>
        </p:spPr>
        <p:txBody>
          <a:bodyPr anchor="t"/>
          <a:lstStyle>
            <a:lvl1pPr>
              <a:defRPr/>
            </a:lvl1pPr>
          </a:lstStyle>
          <a:p>
            <a:r>
              <a:rPr lang="en-US"/>
              <a:t>Title text, </a:t>
            </a:r>
            <a:br>
              <a:rPr lang="en-US"/>
            </a:br>
            <a:r>
              <a:rPr lang="en-US"/>
              <a:t>24pt</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1" y="1554480"/>
            <a:ext cx="4892040" cy="4617720"/>
          </a:xfrm>
        </p:spPr>
        <p:txBody>
          <a:bodyPr/>
          <a:lstStyle>
            <a:lvl5pPr>
              <a:spcBef>
                <a:spcPts val="600"/>
              </a:spcBef>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457200"/>
            <a:ext cx="5545139" cy="5715000"/>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Date Placeholder 3">
            <a:extLst>
              <a:ext uri="{FF2B5EF4-FFF2-40B4-BE49-F238E27FC236}">
                <a16:creationId xmlns:a16="http://schemas.microsoft.com/office/drawing/2014/main" id="{1666F368-0C64-9088-3021-6B35AC6B0D12}"/>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00247403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457200"/>
            <a:ext cx="5543551" cy="5715000"/>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7200"/>
            <a:ext cx="4892040" cy="822960"/>
          </a:xfrm>
        </p:spPr>
        <p:txBody>
          <a:bodyPr anchor="t"/>
          <a:lstStyle>
            <a:lvl1pPr>
              <a:defRPr/>
            </a:lvl1pPr>
          </a:lstStyle>
          <a:p>
            <a:r>
              <a:rPr lang="en-US"/>
              <a:t>Title text, </a:t>
            </a:r>
            <a:br>
              <a:rPr lang="en-US"/>
            </a:br>
            <a:r>
              <a:rPr lang="en-US"/>
              <a:t>24pt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554480"/>
            <a:ext cx="489204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3" name="Date Placeholder 3">
            <a:extLst>
              <a:ext uri="{FF2B5EF4-FFF2-40B4-BE49-F238E27FC236}">
                <a16:creationId xmlns:a16="http://schemas.microsoft.com/office/drawing/2014/main" id="{E6D4D2A3-2FC6-D031-2B04-CD1D95898293}"/>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09114390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50"/>
            <a:ext cx="5547360" cy="5241851"/>
          </a:xfrm>
        </p:spPr>
        <p:txBody>
          <a:bodyPr anchor="t"/>
          <a:lstStyle>
            <a:lvl1pPr>
              <a:defRPr sz="3600">
                <a:solidFill>
                  <a:schemeClr val="tx1"/>
                </a:solidFill>
              </a:defRPr>
            </a:lvl1pPr>
          </a:lstStyle>
          <a:p>
            <a:r>
              <a:rPr lang="en-US"/>
              <a:t>Title text, 36pt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900"/>
              </a:spcBef>
              <a:buNone/>
              <a:defRPr sz="1600" b="0"/>
            </a:lvl1pPr>
            <a:lvl2pPr marL="137160" indent="-137160">
              <a:spcBef>
                <a:spcPts val="450"/>
              </a:spcBef>
              <a:buFont typeface="Arial" panose="020B0604020202020204" pitchFamily="34" charset="0"/>
              <a:buChar char="•"/>
              <a:defRPr sz="1400"/>
            </a:lvl2pPr>
            <a:lvl3pPr marL="274320" indent="-137160">
              <a:spcBef>
                <a:spcPts val="450"/>
              </a:spcBef>
              <a:buFont typeface="Arial" panose="020B0604020202020204" pitchFamily="34" charset="0"/>
              <a:buChar char="–"/>
              <a:defRPr sz="1200"/>
            </a:lvl3pPr>
            <a:lvl4pPr marL="411480" indent="-137160">
              <a:spcBef>
                <a:spcPts val="450"/>
              </a:spcBef>
              <a:buFont typeface="Arial" panose="020B0604020202020204" pitchFamily="34" charset="0"/>
              <a:buChar char="•"/>
              <a:defRPr sz="1100"/>
            </a:lvl4pPr>
            <a:lvl5pPr marL="548640" indent="-137160">
              <a:spcBef>
                <a:spcPts val="450"/>
              </a:spcBef>
              <a:buFont typeface="Arial" panose="020B0604020202020204" pitchFamily="34" charset="0"/>
              <a:buChar char="–"/>
              <a:defRPr sz="1100"/>
            </a:lvl5pPr>
          </a:lstStyle>
          <a:p>
            <a:pPr lvl="0"/>
            <a:r>
              <a:rPr lang="en-US"/>
              <a:t>First level, reg 16pt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7" name="Date Placeholder 3">
            <a:extLst>
              <a:ext uri="{FF2B5EF4-FFF2-40B4-BE49-F238E27FC236}">
                <a16:creationId xmlns:a16="http://schemas.microsoft.com/office/drawing/2014/main" id="{6E36C5EA-B57B-2150-F10E-A52EF44354C4}"/>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61924345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1" y="930348"/>
            <a:ext cx="4892040" cy="5241852"/>
          </a:xfrm>
        </p:spPr>
        <p:txBody>
          <a:bodyPr anchor="t"/>
          <a:lstStyle>
            <a:lvl1pPr>
              <a:defRPr sz="3600">
                <a:solidFill>
                  <a:schemeClr val="bg1"/>
                </a:solidFill>
              </a:defRPr>
            </a:lvl1pPr>
          </a:lstStyle>
          <a:p>
            <a:r>
              <a:rPr lang="en-US"/>
              <a:t>Title text, 36pt</a:t>
            </a:r>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2" y="0"/>
            <a:ext cx="6092951" cy="6858000"/>
          </a:xfrm>
        </p:spPr>
        <p:txBody>
          <a:bodyPr lIns="182880" tIns="182880" rIns="0"/>
          <a:lstStyle>
            <a:lvl1pPr>
              <a:defRPr>
                <a:solidFill>
                  <a:schemeClr val="bg1"/>
                </a:solidFill>
              </a:defRPr>
            </a:lvl1pPr>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fortress_black_logo">
            <a:extLst>
              <a:ext uri="{FF2B5EF4-FFF2-40B4-BE49-F238E27FC236}">
                <a16:creationId xmlns:a16="http://schemas.microsoft.com/office/drawing/2014/main" id="{63F9AC59-AC3E-D495-F1F1-DA154CD70F96}"/>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8" name="Date Placeholder 3">
            <a:extLst>
              <a:ext uri="{FF2B5EF4-FFF2-40B4-BE49-F238E27FC236}">
                <a16:creationId xmlns:a16="http://schemas.microsoft.com/office/drawing/2014/main" id="{112601EC-FB80-83D7-36FB-01EE6A02769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195407122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nchor="t"/>
          <a:lstStyle>
            <a:lvl1pPr>
              <a:defRPr sz="3600">
                <a:solidFill>
                  <a:schemeClr val="tx1"/>
                </a:solidFill>
              </a:defRPr>
            </a:lvl1pPr>
          </a:lstStyle>
          <a:p>
            <a:r>
              <a:rPr lang="en-US"/>
              <a:t>Title text, 36pt</a:t>
            </a:r>
          </a:p>
        </p:txBody>
      </p:sp>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6" y="0"/>
            <a:ext cx="6099047" cy="6858000"/>
          </a:xfrm>
        </p:spPr>
        <p:txBody>
          <a:bodyPr lIns="182880" tIns="182880" rIns="0"/>
          <a:lstStyle>
            <a:lvl1pPr>
              <a:defRPr>
                <a:solidFill>
                  <a:schemeClr val="tx1"/>
                </a:solidFill>
              </a:defRPr>
            </a:lvl1pPr>
          </a:lstStyle>
          <a:p>
            <a:r>
              <a:rPr lang="en-US"/>
              <a:t>Click icon to add picture</a:t>
            </a:r>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3" name="Date Placeholder 3">
            <a:extLst>
              <a:ext uri="{FF2B5EF4-FFF2-40B4-BE49-F238E27FC236}">
                <a16:creationId xmlns:a16="http://schemas.microsoft.com/office/drawing/2014/main" id="{C26F06FA-4DA4-B34B-5E2E-1BF04B11D4E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14254580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2025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2" y="932688"/>
            <a:ext cx="5356225" cy="5239512"/>
          </a:xfrm>
        </p:spPr>
        <p:txBody>
          <a:bodyPr anchor="t"/>
          <a:lstStyle>
            <a:lvl1pPr>
              <a:defRPr sz="3600">
                <a:solidFill>
                  <a:schemeClr val="bg1"/>
                </a:solidFill>
              </a:defRPr>
            </a:lvl1pPr>
          </a:lstStyle>
          <a:p>
            <a:r>
              <a:rPr lang="en-US"/>
              <a:t>Title text, 36pt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9" y="1033272"/>
            <a:ext cx="4892040" cy="5138928"/>
          </a:xfrm>
        </p:spPr>
        <p:txBody>
          <a:bodyPr/>
          <a:lstStyle>
            <a:lvl1pPr marL="0" indent="0">
              <a:spcBef>
                <a:spcPts val="900"/>
              </a:spcBef>
              <a:buNone/>
              <a:defRPr sz="1600" b="0"/>
            </a:lvl1pPr>
            <a:lvl2pPr marL="137160" indent="-137160">
              <a:spcBef>
                <a:spcPts val="450"/>
              </a:spcBef>
              <a:buFont typeface="Arial" panose="020B0604020202020204" pitchFamily="34" charset="0"/>
              <a:buChar char="•"/>
              <a:defRPr sz="1400" b="0"/>
            </a:lvl2pPr>
            <a:lvl3pPr marL="274320" indent="-137160">
              <a:spcBef>
                <a:spcPts val="450"/>
              </a:spcBef>
              <a:buFont typeface="Arial" panose="020B0604020202020204" pitchFamily="34" charset="0"/>
              <a:buChar char="–"/>
              <a:defRPr sz="1200"/>
            </a:lvl3pPr>
            <a:lvl4pPr marL="411480" indent="-137160">
              <a:spcBef>
                <a:spcPts val="450"/>
              </a:spcBef>
              <a:buFont typeface="Arial" panose="020B0604020202020204" pitchFamily="34" charset="0"/>
              <a:buChar char="•"/>
              <a:defRPr sz="1100"/>
            </a:lvl4pPr>
            <a:lvl5pPr marL="548640" indent="-137160">
              <a:spcBef>
                <a:spcPts val="450"/>
              </a:spcBef>
              <a:buFont typeface="Arial" panose="020B0604020202020204" pitchFamily="34" charset="0"/>
              <a:buChar char="–"/>
              <a:defRPr sz="1100"/>
            </a:lvl5pPr>
          </a:lstStyle>
          <a:p>
            <a:pPr lvl="0"/>
            <a:r>
              <a:rPr lang="en-US"/>
              <a:t>First level, reg 16pt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6" name="fortress_black_logo">
            <a:extLst>
              <a:ext uri="{FF2B5EF4-FFF2-40B4-BE49-F238E27FC236}">
                <a16:creationId xmlns:a16="http://schemas.microsoft.com/office/drawing/2014/main" id="{2820868E-3A55-8E55-7511-D3749563B8A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10" name="Date Placeholder 3">
            <a:extLst>
              <a:ext uri="{FF2B5EF4-FFF2-40B4-BE49-F238E27FC236}">
                <a16:creationId xmlns:a16="http://schemas.microsoft.com/office/drawing/2014/main" id="{93494933-DF81-8707-612B-D098EF5F211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565350410"/>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2" y="0"/>
            <a:ext cx="6092951" cy="6858000"/>
          </a:xfrm>
        </p:spPr>
        <p:txBody>
          <a:bodyPr lIns="182880" tIns="182880" rIns="0"/>
          <a:lstStyle>
            <a:lvl1pPr>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9" y="457200"/>
            <a:ext cx="4892040" cy="822960"/>
          </a:xfrm>
        </p:spPr>
        <p:txBody>
          <a:bodyPr anchor="t"/>
          <a:lstStyle>
            <a:lvl1pPr>
              <a:defRPr>
                <a:solidFill>
                  <a:schemeClr val="bg1"/>
                </a:solidFill>
              </a:defRPr>
            </a:lvl1pPr>
          </a:lstStyle>
          <a:p>
            <a:r>
              <a:rPr lang="en-US"/>
              <a:t>Title text, </a:t>
            </a:r>
            <a:br>
              <a:rPr lang="en-US"/>
            </a:br>
            <a:r>
              <a:rPr lang="en-US"/>
              <a:t>24pt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4" y="1554480"/>
            <a:ext cx="489267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black_logo">
            <a:extLst>
              <a:ext uri="{FF2B5EF4-FFF2-40B4-BE49-F238E27FC236}">
                <a16:creationId xmlns:a16="http://schemas.microsoft.com/office/drawing/2014/main" id="{B56BA270-93E5-5362-C288-3D00935E5457}"/>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3" name="Date Placeholder 3">
            <a:extLst>
              <a:ext uri="{FF2B5EF4-FFF2-40B4-BE49-F238E27FC236}">
                <a16:creationId xmlns:a16="http://schemas.microsoft.com/office/drawing/2014/main" id="{1978FC68-69A3-FB30-A69E-8DE6C6FD8522}"/>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943311300"/>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2" y="0"/>
            <a:ext cx="6092951" cy="6858000"/>
          </a:xfrm>
        </p:spPr>
        <p:txBody>
          <a:bodyPr lIns="182880" tIns="182880" rIns="0"/>
          <a:lstStyle>
            <a:lvl1pPr>
              <a:defRPr>
                <a:solidFill>
                  <a:schemeClr val="tx1"/>
                </a:solidFill>
              </a:defRPr>
            </a:lvl1pPr>
          </a:lstStyle>
          <a:p>
            <a:r>
              <a:rPr lang="en-US"/>
              <a:t>Click icon to add picture</a:t>
            </a:r>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7" y="457200"/>
            <a:ext cx="4892041" cy="822960"/>
          </a:xfrm>
        </p:spPr>
        <p:txBody>
          <a:bodyPr anchor="t"/>
          <a:lstStyle>
            <a:lvl1pPr>
              <a:defRPr/>
            </a:lvl1pPr>
          </a:lstStyle>
          <a:p>
            <a:r>
              <a:rPr lang="en-US"/>
              <a:t>Title text, </a:t>
            </a:r>
            <a:br>
              <a:rPr lang="en-US"/>
            </a:br>
            <a:r>
              <a:rPr lang="en-US"/>
              <a:t>24pt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1554480"/>
            <a:ext cx="4892043"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fortress_black_logo">
            <a:extLst>
              <a:ext uri="{FF2B5EF4-FFF2-40B4-BE49-F238E27FC236}">
                <a16:creationId xmlns:a16="http://schemas.microsoft.com/office/drawing/2014/main" id="{82C7DAFD-4CFB-55A2-312F-63BA3CA6BD6D}"/>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3" name="Date Placeholder 3">
            <a:extLst>
              <a:ext uri="{FF2B5EF4-FFF2-40B4-BE49-F238E27FC236}">
                <a16:creationId xmlns:a16="http://schemas.microsoft.com/office/drawing/2014/main" id="{3D5BE072-B4EF-5ADF-47A3-33C37A987064}"/>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35332127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1" y="457200"/>
            <a:ext cx="5360035" cy="822960"/>
          </a:xfrm>
        </p:spPr>
        <p:txBody>
          <a:bodyPr anchor="t"/>
          <a:lstStyle>
            <a:lvl1pPr>
              <a:defRPr>
                <a:solidFill>
                  <a:schemeClr val="bg1"/>
                </a:solidFill>
              </a:defRPr>
            </a:lvl1pPr>
          </a:lstStyle>
          <a:p>
            <a:r>
              <a:rPr lang="en-US"/>
              <a:t>Title text, </a:t>
            </a:r>
            <a:br>
              <a:rPr lang="en-US"/>
            </a:br>
            <a:r>
              <a:rPr lang="en-US"/>
              <a:t>24pt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50" y="1554480"/>
            <a:ext cx="5356225" cy="4617720"/>
          </a:xfrm>
        </p:spPr>
        <p:txBody>
          <a:bodyPr/>
          <a:lstStyle>
            <a:lvl1pPr>
              <a:defRPr sz="14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4480"/>
            <a:ext cx="4892040" cy="4617720"/>
          </a:xfrm>
        </p:spPr>
        <p:txBody>
          <a:bodyPr/>
          <a:lstStyle>
            <a:lvl1pPr>
              <a:defRPr sz="1400"/>
            </a:lvl1pPr>
            <a:lvl2pPr>
              <a:defRPr sz="1400"/>
            </a:lvl2pPr>
            <a:lvl3pPr>
              <a:defRPr sz="1200"/>
            </a:lvl3pPr>
            <a:lvl4pPr>
              <a:defRPr sz="1100"/>
            </a:lvl4pPr>
            <a:lvl5pPr>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2" name="fortress_black_logo">
            <a:extLst>
              <a:ext uri="{FF2B5EF4-FFF2-40B4-BE49-F238E27FC236}">
                <a16:creationId xmlns:a16="http://schemas.microsoft.com/office/drawing/2014/main" id="{55F700B2-2BAA-4AF3-C252-DFC4662D25CF}"/>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7" name="Date Placeholder 3">
            <a:extLst>
              <a:ext uri="{FF2B5EF4-FFF2-40B4-BE49-F238E27FC236}">
                <a16:creationId xmlns:a16="http://schemas.microsoft.com/office/drawing/2014/main" id="{2C6C909A-A396-5CC2-E4DE-6541764D2911}"/>
              </a:ext>
              <a:ext uri="{C183D7F6-B498-43B3-948B-1728B52AA6E4}">
                <adec:decorative xmlns:adec="http://schemas.microsoft.com/office/drawing/2017/decorative" val="0"/>
              </a:ext>
            </a:extLst>
          </p:cNvPr>
          <p:cNvSpPr>
            <a:spLocks noGrp="1"/>
          </p:cNvSpPr>
          <p:nvPr>
            <p:ph type="dt" sz="half" idx="13"/>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418245254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1" y="457200"/>
            <a:ext cx="4892040" cy="822960"/>
          </a:xfrm>
        </p:spPr>
        <p:txBody>
          <a:bodyPr anchor="t"/>
          <a:lstStyle>
            <a:lvl1pPr>
              <a:defRPr>
                <a:solidFill>
                  <a:schemeClr val="bg1"/>
                </a:solidFill>
              </a:defRPr>
            </a:lvl1pPr>
          </a:lstStyle>
          <a:p>
            <a:r>
              <a:rPr lang="en-US"/>
              <a:t>Title text, </a:t>
            </a:r>
            <a:br>
              <a:rPr lang="en-US"/>
            </a:br>
            <a:r>
              <a:rPr lang="en-US"/>
              <a:t>24pt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1" y="1554480"/>
            <a:ext cx="4892040"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fortress_black_logo">
            <a:extLst>
              <a:ext uri="{FF2B5EF4-FFF2-40B4-BE49-F238E27FC236}">
                <a16:creationId xmlns:a16="http://schemas.microsoft.com/office/drawing/2014/main" id="{298B59CF-B411-668D-B913-F2E95C75F605}"/>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6" name="Date Placeholder 3">
            <a:extLst>
              <a:ext uri="{FF2B5EF4-FFF2-40B4-BE49-F238E27FC236}">
                <a16:creationId xmlns:a16="http://schemas.microsoft.com/office/drawing/2014/main" id="{4C1D7FB0-31D1-022B-820F-B78423AFC3E7}"/>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35964362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70406C-6346-7F11-8DC2-FE6340A3FC7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gray">
          <a:xfrm>
            <a:off x="1" y="0"/>
            <a:ext cx="12189532" cy="6858000"/>
          </a:xfrm>
          <a:prstGeom prst="rect">
            <a:avLst/>
          </a:prstGeom>
        </p:spPr>
      </p:pic>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5" name="Text Placeholder 4">
            <a:extLst>
              <a:ext uri="{FF2B5EF4-FFF2-40B4-BE49-F238E27FC236}">
                <a16:creationId xmlns:a16="http://schemas.microsoft.com/office/drawing/2014/main" id="{2E336FFA-AF8D-F072-CA48-2F0A65D21031}"/>
              </a:ext>
            </a:extLst>
          </p:cNvPr>
          <p:cNvSpPr>
            <a:spLocks noGrp="1"/>
          </p:cNvSpPr>
          <p:nvPr>
            <p:ph type="body" sz="quarter" idx="14" hasCustomPrompt="1"/>
          </p:nvPr>
        </p:nvSpPr>
        <p:spPr>
          <a:xfrm>
            <a:off x="552451" y="630936"/>
            <a:ext cx="6364224" cy="301752"/>
          </a:xfrm>
        </p:spPr>
        <p:txBody>
          <a:bodyPr/>
          <a:lstStyle>
            <a:lvl1pPr>
              <a:defRPr/>
            </a:lvl1pPr>
          </a:lstStyle>
          <a:p>
            <a:pPr lvl="0"/>
            <a:r>
              <a:rPr lang="en-US"/>
              <a:t>Explore Equinix</a:t>
            </a:r>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3600">
                <a:solidFill>
                  <a:schemeClr val="tx1"/>
                </a:solidFill>
              </a:defRPr>
            </a:lvl1pPr>
          </a:lstStyle>
          <a:p>
            <a:r>
              <a:rPr lang="en-US"/>
              <a:t>Statement, 36pt</a:t>
            </a:r>
          </a:p>
        </p:txBody>
      </p:sp>
      <p:sp>
        <p:nvSpPr>
          <p:cNvPr id="4" name="Date Placeholder 3">
            <a:extLst>
              <a:ext uri="{FF2B5EF4-FFF2-40B4-BE49-F238E27FC236}">
                <a16:creationId xmlns:a16="http://schemas.microsoft.com/office/drawing/2014/main" id="{670D0038-872E-9F97-49B8-3014D0AF543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
        <p:nvSpPr>
          <p:cNvPr id="3" name="fortress_black_logo">
            <a:extLst>
              <a:ext uri="{FF2B5EF4-FFF2-40B4-BE49-F238E27FC236}">
                <a16:creationId xmlns:a16="http://schemas.microsoft.com/office/drawing/2014/main" id="{C0B75C77-E192-A8EA-4915-A8D29CBD0CDD}"/>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184841327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tx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04FB18-8EEF-7EDF-B1E4-508641D0A3DD}"/>
              </a:ext>
              <a:ext uri="{C183D7F6-B498-43B3-948B-1728B52AA6E4}">
                <adec:decorative xmlns:adec="http://schemas.microsoft.com/office/drawing/2017/decorative" val="1"/>
              </a:ext>
            </a:extLst>
          </p:cNvPr>
          <p:cNvSpPr/>
          <p:nvPr userDrawn="1"/>
        </p:nvSpPr>
        <p:spPr bwMode="invGray">
          <a:xfrm>
            <a:off x="5605589" y="78356"/>
            <a:ext cx="6586411" cy="6596391"/>
          </a:xfrm>
          <a:custGeom>
            <a:avLst/>
            <a:gdLst>
              <a:gd name="connsiteX0" fmla="*/ 6586411 w 6586410"/>
              <a:gd name="connsiteY0" fmla="*/ 394562 h 6596391"/>
              <a:gd name="connsiteX1" fmla="*/ 6095905 w 6586410"/>
              <a:gd name="connsiteY1" fmla="*/ 573086 h 6596391"/>
              <a:gd name="connsiteX2" fmla="*/ 6092907 w 6586410"/>
              <a:gd name="connsiteY2" fmla="*/ 577353 h 6596391"/>
              <a:gd name="connsiteX3" fmla="*/ 6092907 w 6586410"/>
              <a:gd name="connsiteY3" fmla="*/ 577353 h 6596391"/>
              <a:gd name="connsiteX4" fmla="*/ 6092907 w 6586410"/>
              <a:gd name="connsiteY4" fmla="*/ 1003781 h 6596391"/>
              <a:gd name="connsiteX5" fmla="*/ 6095899 w 6586410"/>
              <a:gd name="connsiteY5" fmla="*/ 1002695 h 6596391"/>
              <a:gd name="connsiteX6" fmla="*/ 6097454 w 6586410"/>
              <a:gd name="connsiteY6" fmla="*/ 1002416 h 6596391"/>
              <a:gd name="connsiteX7" fmla="*/ 6095905 w 6586410"/>
              <a:gd name="connsiteY7" fmla="*/ 1002695 h 6596391"/>
              <a:gd name="connsiteX8" fmla="*/ 5507311 w 6586410"/>
              <a:gd name="connsiteY8" fmla="*/ 1216931 h 6596391"/>
              <a:gd name="connsiteX9" fmla="*/ 5507298 w 6586410"/>
              <a:gd name="connsiteY9" fmla="*/ 1216931 h 6596391"/>
              <a:gd name="connsiteX10" fmla="*/ 4918729 w 6586410"/>
              <a:gd name="connsiteY10" fmla="*/ 1002695 h 6596391"/>
              <a:gd name="connsiteX11" fmla="*/ 4915624 w 6586410"/>
              <a:gd name="connsiteY11" fmla="*/ 1002695 h 6596391"/>
              <a:gd name="connsiteX12" fmla="*/ 4331583 w 6586410"/>
              <a:gd name="connsiteY12" fmla="*/ 1215274 h 6596391"/>
              <a:gd name="connsiteX13" fmla="*/ 4331583 w 6586410"/>
              <a:gd name="connsiteY13" fmla="*/ 792161 h 6596391"/>
              <a:gd name="connsiteX14" fmla="*/ 4328586 w 6586410"/>
              <a:gd name="connsiteY14" fmla="*/ 787894 h 6596391"/>
              <a:gd name="connsiteX15" fmla="*/ 3738448 w 6586410"/>
              <a:gd name="connsiteY15" fmla="*/ 573086 h 6596391"/>
              <a:gd name="connsiteX16" fmla="*/ 3735336 w 6586410"/>
              <a:gd name="connsiteY16" fmla="*/ 573086 h 6596391"/>
              <a:gd name="connsiteX17" fmla="*/ 3145200 w 6586410"/>
              <a:gd name="connsiteY17" fmla="*/ 787881 h 6596391"/>
              <a:gd name="connsiteX18" fmla="*/ 3142196 w 6586410"/>
              <a:gd name="connsiteY18" fmla="*/ 792155 h 6596391"/>
              <a:gd name="connsiteX19" fmla="*/ 3142196 w 6586410"/>
              <a:gd name="connsiteY19" fmla="*/ 1215268 h 6596391"/>
              <a:gd name="connsiteX20" fmla="*/ 3148298 w 6586410"/>
              <a:gd name="connsiteY20" fmla="*/ 1217490 h 6596391"/>
              <a:gd name="connsiteX21" fmla="*/ 3151295 w 6586410"/>
              <a:gd name="connsiteY21" fmla="*/ 1221764 h 6596391"/>
              <a:gd name="connsiteX22" fmla="*/ 3151295 w 6586410"/>
              <a:gd name="connsiteY22" fmla="*/ 1221764 h 6596391"/>
              <a:gd name="connsiteX23" fmla="*/ 3148298 w 6586410"/>
              <a:gd name="connsiteY23" fmla="*/ 1217497 h 6596391"/>
              <a:gd name="connsiteX24" fmla="*/ 2558231 w 6586410"/>
              <a:gd name="connsiteY24" fmla="*/ 1002721 h 6596391"/>
              <a:gd name="connsiteX25" fmla="*/ 2558211 w 6586410"/>
              <a:gd name="connsiteY25" fmla="*/ 1002714 h 6596391"/>
              <a:gd name="connsiteX26" fmla="*/ 2558161 w 6586410"/>
              <a:gd name="connsiteY26" fmla="*/ 1002689 h 6596391"/>
              <a:gd name="connsiteX27" fmla="*/ 1971008 w 6586410"/>
              <a:gd name="connsiteY27" fmla="*/ 788980 h 6596391"/>
              <a:gd name="connsiteX28" fmla="*/ 1971008 w 6586410"/>
              <a:gd name="connsiteY28" fmla="*/ 362583 h 6596391"/>
              <a:gd name="connsiteX29" fmla="*/ 1971008 w 6586410"/>
              <a:gd name="connsiteY29" fmla="*/ 362545 h 6596391"/>
              <a:gd name="connsiteX30" fmla="*/ 1968017 w 6586410"/>
              <a:gd name="connsiteY30" fmla="*/ 358278 h 6596391"/>
              <a:gd name="connsiteX31" fmla="*/ 1558233 w 6586410"/>
              <a:gd name="connsiteY31" fmla="*/ 209123 h 6596391"/>
              <a:gd name="connsiteX32" fmla="*/ 1377880 w 6586410"/>
              <a:gd name="connsiteY32" fmla="*/ 143477 h 6596391"/>
              <a:gd name="connsiteX33" fmla="*/ 1376699 w 6586410"/>
              <a:gd name="connsiteY33" fmla="*/ 143267 h 6596391"/>
              <a:gd name="connsiteX34" fmla="*/ 1375518 w 6586410"/>
              <a:gd name="connsiteY34" fmla="*/ 143343 h 6596391"/>
              <a:gd name="connsiteX35" fmla="*/ 1374769 w 6586410"/>
              <a:gd name="connsiteY35" fmla="*/ 143477 h 6596391"/>
              <a:gd name="connsiteX36" fmla="*/ 982891 w 6586410"/>
              <a:gd name="connsiteY36" fmla="*/ 286104 h 6596391"/>
              <a:gd name="connsiteX37" fmla="*/ 799471 w 6586410"/>
              <a:gd name="connsiteY37" fmla="*/ 219340 h 6596391"/>
              <a:gd name="connsiteX38" fmla="*/ 1376318 w 6586410"/>
              <a:gd name="connsiteY38" fmla="*/ 9384 h 6596391"/>
              <a:gd name="connsiteX39" fmla="*/ 1953165 w 6586410"/>
              <a:gd name="connsiteY39" fmla="*/ 219340 h 6596391"/>
              <a:gd name="connsiteX40" fmla="*/ 1769739 w 6586410"/>
              <a:gd name="connsiteY40" fmla="*/ 286104 h 6596391"/>
              <a:gd name="connsiteX41" fmla="*/ 1783035 w 6586410"/>
              <a:gd name="connsiteY41" fmla="*/ 290943 h 6596391"/>
              <a:gd name="connsiteX42" fmla="*/ 1968011 w 6586410"/>
              <a:gd name="connsiteY42" fmla="*/ 223614 h 6596391"/>
              <a:gd name="connsiteX43" fmla="*/ 1971015 w 6586410"/>
              <a:gd name="connsiteY43" fmla="*/ 219340 h 6596391"/>
              <a:gd name="connsiteX44" fmla="*/ 1968011 w 6586410"/>
              <a:gd name="connsiteY44" fmla="*/ 215067 h 6596391"/>
              <a:gd name="connsiteX45" fmla="*/ 1377874 w 6586410"/>
              <a:gd name="connsiteY45" fmla="*/ 271 h 6596391"/>
              <a:gd name="connsiteX46" fmla="*/ 1374762 w 6586410"/>
              <a:gd name="connsiteY46" fmla="*/ 271 h 6596391"/>
              <a:gd name="connsiteX47" fmla="*/ 784625 w 6586410"/>
              <a:gd name="connsiteY47" fmla="*/ 215067 h 6596391"/>
              <a:gd name="connsiteX48" fmla="*/ 781628 w 6586410"/>
              <a:gd name="connsiteY48" fmla="*/ 219340 h 6596391"/>
              <a:gd name="connsiteX49" fmla="*/ 784625 w 6586410"/>
              <a:gd name="connsiteY49" fmla="*/ 223614 h 6596391"/>
              <a:gd name="connsiteX50" fmla="*/ 969601 w 6586410"/>
              <a:gd name="connsiteY50" fmla="*/ 290943 h 6596391"/>
              <a:gd name="connsiteX51" fmla="*/ 784625 w 6586410"/>
              <a:gd name="connsiteY51" fmla="*/ 358265 h 6596391"/>
              <a:gd name="connsiteX52" fmla="*/ 783514 w 6586410"/>
              <a:gd name="connsiteY52" fmla="*/ 358875 h 6596391"/>
              <a:gd name="connsiteX53" fmla="*/ 781723 w 6586410"/>
              <a:gd name="connsiteY53" fmla="*/ 361917 h 6596391"/>
              <a:gd name="connsiteX54" fmla="*/ 781628 w 6586410"/>
              <a:gd name="connsiteY54" fmla="*/ 362533 h 6596391"/>
              <a:gd name="connsiteX55" fmla="*/ 781628 w 6586410"/>
              <a:gd name="connsiteY55" fmla="*/ 792136 h 6596391"/>
              <a:gd name="connsiteX56" fmla="*/ 781964 w 6586410"/>
              <a:gd name="connsiteY56" fmla="*/ 793755 h 6596391"/>
              <a:gd name="connsiteX57" fmla="*/ 784625 w 6586410"/>
              <a:gd name="connsiteY57" fmla="*/ 796403 h 6596391"/>
              <a:gd name="connsiteX58" fmla="*/ 1374749 w 6586410"/>
              <a:gd name="connsiteY58" fmla="*/ 1011211 h 6596391"/>
              <a:gd name="connsiteX59" fmla="*/ 1374762 w 6586410"/>
              <a:gd name="connsiteY59" fmla="*/ 1011217 h 6596391"/>
              <a:gd name="connsiteX60" fmla="*/ 1374769 w 6586410"/>
              <a:gd name="connsiteY60" fmla="*/ 1011217 h 6596391"/>
              <a:gd name="connsiteX61" fmla="*/ 1964887 w 6586410"/>
              <a:gd name="connsiteY61" fmla="*/ 1226012 h 6596391"/>
              <a:gd name="connsiteX62" fmla="*/ 1964906 w 6586410"/>
              <a:gd name="connsiteY62" fmla="*/ 1226018 h 6596391"/>
              <a:gd name="connsiteX63" fmla="*/ 2543321 w 6586410"/>
              <a:gd name="connsiteY63" fmla="*/ 1436553 h 6596391"/>
              <a:gd name="connsiteX64" fmla="*/ 1964906 w 6586410"/>
              <a:gd name="connsiteY64" fmla="*/ 1647080 h 6596391"/>
              <a:gd name="connsiteX65" fmla="*/ 1964703 w 6586410"/>
              <a:gd name="connsiteY65" fmla="*/ 1647195 h 6596391"/>
              <a:gd name="connsiteX66" fmla="*/ 1964271 w 6586410"/>
              <a:gd name="connsiteY66" fmla="*/ 1647436 h 6596391"/>
              <a:gd name="connsiteX67" fmla="*/ 1963369 w 6586410"/>
              <a:gd name="connsiteY67" fmla="*/ 1648090 h 6596391"/>
              <a:gd name="connsiteX68" fmla="*/ 1963001 w 6586410"/>
              <a:gd name="connsiteY68" fmla="*/ 1648477 h 6596391"/>
              <a:gd name="connsiteX69" fmla="*/ 1962341 w 6586410"/>
              <a:gd name="connsiteY69" fmla="*/ 1649563 h 6596391"/>
              <a:gd name="connsiteX70" fmla="*/ 1962194 w 6586410"/>
              <a:gd name="connsiteY70" fmla="*/ 1649805 h 6596391"/>
              <a:gd name="connsiteX71" fmla="*/ 1962182 w 6586410"/>
              <a:gd name="connsiteY71" fmla="*/ 1649887 h 6596391"/>
              <a:gd name="connsiteX72" fmla="*/ 1961966 w 6586410"/>
              <a:gd name="connsiteY72" fmla="*/ 1651341 h 6596391"/>
              <a:gd name="connsiteX73" fmla="*/ 1961921 w 6586410"/>
              <a:gd name="connsiteY73" fmla="*/ 1651341 h 6596391"/>
              <a:gd name="connsiteX74" fmla="*/ 1961921 w 6586410"/>
              <a:gd name="connsiteY74" fmla="*/ 2507385 h 6596391"/>
              <a:gd name="connsiteX75" fmla="*/ 1374775 w 6586410"/>
              <a:gd name="connsiteY75" fmla="*/ 2721075 h 6596391"/>
              <a:gd name="connsiteX76" fmla="*/ 1371778 w 6586410"/>
              <a:gd name="connsiteY76" fmla="*/ 2725349 h 6596391"/>
              <a:gd name="connsiteX77" fmla="*/ 1374775 w 6586410"/>
              <a:gd name="connsiteY77" fmla="*/ 2729622 h 6596391"/>
              <a:gd name="connsiteX78" fmla="*/ 1953210 w 6586410"/>
              <a:gd name="connsiteY78" fmla="*/ 2940163 h 6596391"/>
              <a:gd name="connsiteX79" fmla="*/ 1376337 w 6586410"/>
              <a:gd name="connsiteY79" fmla="*/ 3150113 h 6596391"/>
              <a:gd name="connsiteX80" fmla="*/ 1377880 w 6586410"/>
              <a:gd name="connsiteY80" fmla="*/ 3150672 h 6596391"/>
              <a:gd name="connsiteX81" fmla="*/ 1377950 w 6586410"/>
              <a:gd name="connsiteY81" fmla="*/ 3150710 h 6596391"/>
              <a:gd name="connsiteX82" fmla="*/ 1378706 w 6586410"/>
              <a:gd name="connsiteY82" fmla="*/ 3151135 h 6596391"/>
              <a:gd name="connsiteX83" fmla="*/ 1377880 w 6586410"/>
              <a:gd name="connsiteY83" fmla="*/ 3150684 h 6596391"/>
              <a:gd name="connsiteX84" fmla="*/ 787736 w 6586410"/>
              <a:gd name="connsiteY84" fmla="*/ 2935877 h 6596391"/>
              <a:gd name="connsiteX85" fmla="*/ 786187 w 6586410"/>
              <a:gd name="connsiteY85" fmla="*/ 2935597 h 6596391"/>
              <a:gd name="connsiteX86" fmla="*/ 784631 w 6586410"/>
              <a:gd name="connsiteY86" fmla="*/ 2935877 h 6596391"/>
              <a:gd name="connsiteX87" fmla="*/ 194494 w 6586410"/>
              <a:gd name="connsiteY87" fmla="*/ 3150672 h 6596391"/>
              <a:gd name="connsiteX88" fmla="*/ 191497 w 6586410"/>
              <a:gd name="connsiteY88" fmla="*/ 3154945 h 6596391"/>
              <a:gd name="connsiteX89" fmla="*/ 191497 w 6586410"/>
              <a:gd name="connsiteY89" fmla="*/ 3584548 h 6596391"/>
              <a:gd name="connsiteX90" fmla="*/ 191713 w 6586410"/>
              <a:gd name="connsiteY90" fmla="*/ 3585932 h 6596391"/>
              <a:gd name="connsiteX91" fmla="*/ 194494 w 6586410"/>
              <a:gd name="connsiteY91" fmla="*/ 3588815 h 6596391"/>
              <a:gd name="connsiteX92" fmla="*/ 784631 w 6586410"/>
              <a:gd name="connsiteY92" fmla="*/ 3803629 h 6596391"/>
              <a:gd name="connsiteX93" fmla="*/ 786181 w 6586410"/>
              <a:gd name="connsiteY93" fmla="*/ 3803909 h 6596391"/>
              <a:gd name="connsiteX94" fmla="*/ 784625 w 6586410"/>
              <a:gd name="connsiteY94" fmla="*/ 3803629 h 6596391"/>
              <a:gd name="connsiteX95" fmla="*/ 772865 w 6586410"/>
              <a:gd name="connsiteY95" fmla="*/ 3799350 h 6596391"/>
              <a:gd name="connsiteX96" fmla="*/ 593128 w 6586410"/>
              <a:gd name="connsiteY96" fmla="*/ 3864767 h 6596391"/>
              <a:gd name="connsiteX97" fmla="*/ 594290 w 6586410"/>
              <a:gd name="connsiteY97" fmla="*/ 3864564 h 6596391"/>
              <a:gd name="connsiteX98" fmla="*/ 593134 w 6586410"/>
              <a:gd name="connsiteY98" fmla="*/ 3864774 h 6596391"/>
              <a:gd name="connsiteX99" fmla="*/ 2997 w 6586410"/>
              <a:gd name="connsiteY99" fmla="*/ 4079562 h 6596391"/>
              <a:gd name="connsiteX100" fmla="*/ 0 w 6586410"/>
              <a:gd name="connsiteY100" fmla="*/ 4083842 h 6596391"/>
              <a:gd name="connsiteX101" fmla="*/ 0 w 6586410"/>
              <a:gd name="connsiteY101" fmla="*/ 4513439 h 6596391"/>
              <a:gd name="connsiteX102" fmla="*/ 0 w 6586410"/>
              <a:gd name="connsiteY102" fmla="*/ 4513445 h 6596391"/>
              <a:gd name="connsiteX103" fmla="*/ 2997 w 6586410"/>
              <a:gd name="connsiteY103" fmla="*/ 4517706 h 6596391"/>
              <a:gd name="connsiteX104" fmla="*/ 593134 w 6586410"/>
              <a:gd name="connsiteY104" fmla="*/ 4732520 h 6596391"/>
              <a:gd name="connsiteX105" fmla="*/ 594684 w 6586410"/>
              <a:gd name="connsiteY105" fmla="*/ 4732800 h 6596391"/>
              <a:gd name="connsiteX106" fmla="*/ 596240 w 6586410"/>
              <a:gd name="connsiteY106" fmla="*/ 4732520 h 6596391"/>
              <a:gd name="connsiteX107" fmla="*/ 1186383 w 6586410"/>
              <a:gd name="connsiteY107" fmla="*/ 4517719 h 6596391"/>
              <a:gd name="connsiteX108" fmla="*/ 1966455 w 6586410"/>
              <a:gd name="connsiteY108" fmla="*/ 4233798 h 6596391"/>
              <a:gd name="connsiteX109" fmla="*/ 1966461 w 6586410"/>
              <a:gd name="connsiteY109" fmla="*/ 4233791 h 6596391"/>
              <a:gd name="connsiteX110" fmla="*/ 2555050 w 6586410"/>
              <a:gd name="connsiteY110" fmla="*/ 4448034 h 6596391"/>
              <a:gd name="connsiteX111" fmla="*/ 2556593 w 6586410"/>
              <a:gd name="connsiteY111" fmla="*/ 4448307 h 6596391"/>
              <a:gd name="connsiteX112" fmla="*/ 2558149 w 6586410"/>
              <a:gd name="connsiteY112" fmla="*/ 4448034 h 6596391"/>
              <a:gd name="connsiteX113" fmla="*/ 3023978 w 6586410"/>
              <a:gd name="connsiteY113" fmla="*/ 4278483 h 6596391"/>
              <a:gd name="connsiteX114" fmla="*/ 3148292 w 6586410"/>
              <a:gd name="connsiteY114" fmla="*/ 4233232 h 6596391"/>
              <a:gd name="connsiteX115" fmla="*/ 3149511 w 6586410"/>
              <a:gd name="connsiteY115" fmla="*/ 4232559 h 6596391"/>
              <a:gd name="connsiteX116" fmla="*/ 3151277 w 6586410"/>
              <a:gd name="connsiteY116" fmla="*/ 4228965 h 6596391"/>
              <a:gd name="connsiteX117" fmla="*/ 3151277 w 6586410"/>
              <a:gd name="connsiteY117" fmla="*/ 3799375 h 6596391"/>
              <a:gd name="connsiteX118" fmla="*/ 3151277 w 6586410"/>
              <a:gd name="connsiteY118" fmla="*/ 3799368 h 6596391"/>
              <a:gd name="connsiteX119" fmla="*/ 3151277 w 6586410"/>
              <a:gd name="connsiteY119" fmla="*/ 3376249 h 6596391"/>
              <a:gd name="connsiteX120" fmla="*/ 3735318 w 6586410"/>
              <a:gd name="connsiteY120" fmla="*/ 3588834 h 6596391"/>
              <a:gd name="connsiteX121" fmla="*/ 3736874 w 6586410"/>
              <a:gd name="connsiteY121" fmla="*/ 3589114 h 6596391"/>
              <a:gd name="connsiteX122" fmla="*/ 3738429 w 6586410"/>
              <a:gd name="connsiteY122" fmla="*/ 3588834 h 6596391"/>
              <a:gd name="connsiteX123" fmla="*/ 4328566 w 6586410"/>
              <a:gd name="connsiteY123" fmla="*/ 3374033 h 6596391"/>
              <a:gd name="connsiteX124" fmla="*/ 4331564 w 6586410"/>
              <a:gd name="connsiteY124" fmla="*/ 3369759 h 6596391"/>
              <a:gd name="connsiteX125" fmla="*/ 4328566 w 6586410"/>
              <a:gd name="connsiteY125" fmla="*/ 3365486 h 6596391"/>
              <a:gd name="connsiteX126" fmla="*/ 4143584 w 6586410"/>
              <a:gd name="connsiteY126" fmla="*/ 3298150 h 6596391"/>
              <a:gd name="connsiteX127" fmla="*/ 4328566 w 6586410"/>
              <a:gd name="connsiteY127" fmla="*/ 3230815 h 6596391"/>
              <a:gd name="connsiteX128" fmla="*/ 4331564 w 6586410"/>
              <a:gd name="connsiteY128" fmla="*/ 3226548 h 6596391"/>
              <a:gd name="connsiteX129" fmla="*/ 4328566 w 6586410"/>
              <a:gd name="connsiteY129" fmla="*/ 3222274 h 6596391"/>
              <a:gd name="connsiteX130" fmla="*/ 4143591 w 6586410"/>
              <a:gd name="connsiteY130" fmla="*/ 3154952 h 6596391"/>
              <a:gd name="connsiteX131" fmla="*/ 4328566 w 6586410"/>
              <a:gd name="connsiteY131" fmla="*/ 3087623 h 6596391"/>
              <a:gd name="connsiteX132" fmla="*/ 4331564 w 6586410"/>
              <a:gd name="connsiteY132" fmla="*/ 3083349 h 6596391"/>
              <a:gd name="connsiteX133" fmla="*/ 4328566 w 6586410"/>
              <a:gd name="connsiteY133" fmla="*/ 3079075 h 6596391"/>
              <a:gd name="connsiteX134" fmla="*/ 4143584 w 6586410"/>
              <a:gd name="connsiteY134" fmla="*/ 3011746 h 6596391"/>
              <a:gd name="connsiteX135" fmla="*/ 4328566 w 6586410"/>
              <a:gd name="connsiteY135" fmla="*/ 2944411 h 6596391"/>
              <a:gd name="connsiteX136" fmla="*/ 4331564 w 6586410"/>
              <a:gd name="connsiteY136" fmla="*/ 2940137 h 6596391"/>
              <a:gd name="connsiteX137" fmla="*/ 4331564 w 6586410"/>
              <a:gd name="connsiteY137" fmla="*/ 2940137 h 6596391"/>
              <a:gd name="connsiteX138" fmla="*/ 4331564 w 6586410"/>
              <a:gd name="connsiteY138" fmla="*/ 2513741 h 6596391"/>
              <a:gd name="connsiteX139" fmla="*/ 4912608 w 6586410"/>
              <a:gd name="connsiteY139" fmla="*/ 2302254 h 6596391"/>
              <a:gd name="connsiteX140" fmla="*/ 4912608 w 6586410"/>
              <a:gd name="connsiteY140" fmla="*/ 2725342 h 6596391"/>
              <a:gd name="connsiteX141" fmla="*/ 4915605 w 6586410"/>
              <a:gd name="connsiteY141" fmla="*/ 2729616 h 6596391"/>
              <a:gd name="connsiteX142" fmla="*/ 5493988 w 6586410"/>
              <a:gd name="connsiteY142" fmla="*/ 2940156 h 6596391"/>
              <a:gd name="connsiteX143" fmla="*/ 4915605 w 6586410"/>
              <a:gd name="connsiteY143" fmla="*/ 3150672 h 6596391"/>
              <a:gd name="connsiteX144" fmla="*/ 4912608 w 6586410"/>
              <a:gd name="connsiteY144" fmla="*/ 3154945 h 6596391"/>
              <a:gd name="connsiteX145" fmla="*/ 4912608 w 6586410"/>
              <a:gd name="connsiteY145" fmla="*/ 3581373 h 6596391"/>
              <a:gd name="connsiteX146" fmla="*/ 4915605 w 6586410"/>
              <a:gd name="connsiteY146" fmla="*/ 3580281 h 6596391"/>
              <a:gd name="connsiteX147" fmla="*/ 4918710 w 6586410"/>
              <a:gd name="connsiteY147" fmla="*/ 3580281 h 6596391"/>
              <a:gd name="connsiteX148" fmla="*/ 4937030 w 6586410"/>
              <a:gd name="connsiteY148" fmla="*/ 3586949 h 6596391"/>
              <a:gd name="connsiteX149" fmla="*/ 4930457 w 6586410"/>
              <a:gd name="connsiteY149" fmla="*/ 3584554 h 6596391"/>
              <a:gd name="connsiteX150" fmla="*/ 5502751 w 6586410"/>
              <a:gd name="connsiteY150" fmla="*/ 3376256 h 6596391"/>
              <a:gd name="connsiteX151" fmla="*/ 5502751 w 6586410"/>
              <a:gd name="connsiteY151" fmla="*/ 3792847 h 6596391"/>
              <a:gd name="connsiteX152" fmla="*/ 5508854 w 6586410"/>
              <a:gd name="connsiteY152" fmla="*/ 3795070 h 6596391"/>
              <a:gd name="connsiteX153" fmla="*/ 5511851 w 6586410"/>
              <a:gd name="connsiteY153" fmla="*/ 3799343 h 6596391"/>
              <a:gd name="connsiteX154" fmla="*/ 5511851 w 6586410"/>
              <a:gd name="connsiteY154" fmla="*/ 3799356 h 6596391"/>
              <a:gd name="connsiteX155" fmla="*/ 5508860 w 6586410"/>
              <a:gd name="connsiteY155" fmla="*/ 3795089 h 6596391"/>
              <a:gd name="connsiteX156" fmla="*/ 4918710 w 6586410"/>
              <a:gd name="connsiteY156" fmla="*/ 3580287 h 6596391"/>
              <a:gd name="connsiteX157" fmla="*/ 4915605 w 6586410"/>
              <a:gd name="connsiteY157" fmla="*/ 3580287 h 6596391"/>
              <a:gd name="connsiteX158" fmla="*/ 4325461 w 6586410"/>
              <a:gd name="connsiteY158" fmla="*/ 3795070 h 6596391"/>
              <a:gd name="connsiteX159" fmla="*/ 4324236 w 6586410"/>
              <a:gd name="connsiteY159" fmla="*/ 3795737 h 6596391"/>
              <a:gd name="connsiteX160" fmla="*/ 4322477 w 6586410"/>
              <a:gd name="connsiteY160" fmla="*/ 3799337 h 6596391"/>
              <a:gd name="connsiteX161" fmla="*/ 4322477 w 6586410"/>
              <a:gd name="connsiteY161" fmla="*/ 3799375 h 6596391"/>
              <a:gd name="connsiteX162" fmla="*/ 4322477 w 6586410"/>
              <a:gd name="connsiteY162" fmla="*/ 4228914 h 6596391"/>
              <a:gd name="connsiteX163" fmla="*/ 4322477 w 6586410"/>
              <a:gd name="connsiteY163" fmla="*/ 4228946 h 6596391"/>
              <a:gd name="connsiteX164" fmla="*/ 4325468 w 6586410"/>
              <a:gd name="connsiteY164" fmla="*/ 4233213 h 6596391"/>
              <a:gd name="connsiteX165" fmla="*/ 4915611 w 6586410"/>
              <a:gd name="connsiteY165" fmla="*/ 4448027 h 6596391"/>
              <a:gd name="connsiteX166" fmla="*/ 4917161 w 6586410"/>
              <a:gd name="connsiteY166" fmla="*/ 4448307 h 6596391"/>
              <a:gd name="connsiteX167" fmla="*/ 4917167 w 6586410"/>
              <a:gd name="connsiteY167" fmla="*/ 4448307 h 6596391"/>
              <a:gd name="connsiteX168" fmla="*/ 4918716 w 6586410"/>
              <a:gd name="connsiteY168" fmla="*/ 4448027 h 6596391"/>
              <a:gd name="connsiteX169" fmla="*/ 5508866 w 6586410"/>
              <a:gd name="connsiteY169" fmla="*/ 4233226 h 6596391"/>
              <a:gd name="connsiteX170" fmla="*/ 5510086 w 6586410"/>
              <a:gd name="connsiteY170" fmla="*/ 4232553 h 6596391"/>
              <a:gd name="connsiteX171" fmla="*/ 5511851 w 6586410"/>
              <a:gd name="connsiteY171" fmla="*/ 4228959 h 6596391"/>
              <a:gd name="connsiteX172" fmla="*/ 5511851 w 6586410"/>
              <a:gd name="connsiteY172" fmla="*/ 3802550 h 6596391"/>
              <a:gd name="connsiteX173" fmla="*/ 6092895 w 6586410"/>
              <a:gd name="connsiteY173" fmla="*/ 3591051 h 6596391"/>
              <a:gd name="connsiteX174" fmla="*/ 6092895 w 6586410"/>
              <a:gd name="connsiteY174" fmla="*/ 4440573 h 6596391"/>
              <a:gd name="connsiteX175" fmla="*/ 5505749 w 6586410"/>
              <a:gd name="connsiteY175" fmla="*/ 4654295 h 6596391"/>
              <a:gd name="connsiteX176" fmla="*/ 5502751 w 6586410"/>
              <a:gd name="connsiteY176" fmla="*/ 4658562 h 6596391"/>
              <a:gd name="connsiteX177" fmla="*/ 5502751 w 6586410"/>
              <a:gd name="connsiteY177" fmla="*/ 5088178 h 6596391"/>
              <a:gd name="connsiteX178" fmla="*/ 5502771 w 6586410"/>
              <a:gd name="connsiteY178" fmla="*/ 5088247 h 6596391"/>
              <a:gd name="connsiteX179" fmla="*/ 5503209 w 6586410"/>
              <a:gd name="connsiteY179" fmla="*/ 5090038 h 6596391"/>
              <a:gd name="connsiteX180" fmla="*/ 5503399 w 6586410"/>
              <a:gd name="connsiteY180" fmla="*/ 5090432 h 6596391"/>
              <a:gd name="connsiteX181" fmla="*/ 5504663 w 6586410"/>
              <a:gd name="connsiteY181" fmla="*/ 5091860 h 6596391"/>
              <a:gd name="connsiteX182" fmla="*/ 5504694 w 6586410"/>
              <a:gd name="connsiteY182" fmla="*/ 5091899 h 6596391"/>
              <a:gd name="connsiteX183" fmla="*/ 5505063 w 6586410"/>
              <a:gd name="connsiteY183" fmla="*/ 5092077 h 6596391"/>
              <a:gd name="connsiteX184" fmla="*/ 5505742 w 6586410"/>
              <a:gd name="connsiteY184" fmla="*/ 5092458 h 6596391"/>
              <a:gd name="connsiteX185" fmla="*/ 5690718 w 6586410"/>
              <a:gd name="connsiteY185" fmla="*/ 5159786 h 6596391"/>
              <a:gd name="connsiteX186" fmla="*/ 5505742 w 6586410"/>
              <a:gd name="connsiteY186" fmla="*/ 5227116 h 6596391"/>
              <a:gd name="connsiteX187" fmla="*/ 5502751 w 6586410"/>
              <a:gd name="connsiteY187" fmla="*/ 5231389 h 6596391"/>
              <a:gd name="connsiteX188" fmla="*/ 5505742 w 6586410"/>
              <a:gd name="connsiteY188" fmla="*/ 5235656 h 6596391"/>
              <a:gd name="connsiteX189" fmla="*/ 5690737 w 6586410"/>
              <a:gd name="connsiteY189" fmla="*/ 5302992 h 6596391"/>
              <a:gd name="connsiteX190" fmla="*/ 5505742 w 6586410"/>
              <a:gd name="connsiteY190" fmla="*/ 5370327 h 6596391"/>
              <a:gd name="connsiteX191" fmla="*/ 5502751 w 6586410"/>
              <a:gd name="connsiteY191" fmla="*/ 5374600 h 6596391"/>
              <a:gd name="connsiteX192" fmla="*/ 5505742 w 6586410"/>
              <a:gd name="connsiteY192" fmla="*/ 5378880 h 6596391"/>
              <a:gd name="connsiteX193" fmla="*/ 5690724 w 6586410"/>
              <a:gd name="connsiteY193" fmla="*/ 5446210 h 6596391"/>
              <a:gd name="connsiteX194" fmla="*/ 5505742 w 6586410"/>
              <a:gd name="connsiteY194" fmla="*/ 5513545 h 6596391"/>
              <a:gd name="connsiteX195" fmla="*/ 5502751 w 6586410"/>
              <a:gd name="connsiteY195" fmla="*/ 5517818 h 6596391"/>
              <a:gd name="connsiteX196" fmla="*/ 5505742 w 6586410"/>
              <a:gd name="connsiteY196" fmla="*/ 5522092 h 6596391"/>
              <a:gd name="connsiteX197" fmla="*/ 5887435 w 6586410"/>
              <a:gd name="connsiteY197" fmla="*/ 5661024 h 6596391"/>
              <a:gd name="connsiteX198" fmla="*/ 5505742 w 6586410"/>
              <a:gd name="connsiteY198" fmla="*/ 5799949 h 6596391"/>
              <a:gd name="connsiteX199" fmla="*/ 5502751 w 6586410"/>
              <a:gd name="connsiteY199" fmla="*/ 5804223 h 6596391"/>
              <a:gd name="connsiteX200" fmla="*/ 5505742 w 6586410"/>
              <a:gd name="connsiteY200" fmla="*/ 5808496 h 6596391"/>
              <a:gd name="connsiteX201" fmla="*/ 5887435 w 6586410"/>
              <a:gd name="connsiteY201" fmla="*/ 5947428 h 6596391"/>
              <a:gd name="connsiteX202" fmla="*/ 5505742 w 6586410"/>
              <a:gd name="connsiteY202" fmla="*/ 6086359 h 6596391"/>
              <a:gd name="connsiteX203" fmla="*/ 5502751 w 6586410"/>
              <a:gd name="connsiteY203" fmla="*/ 6090633 h 6596391"/>
              <a:gd name="connsiteX204" fmla="*/ 5505742 w 6586410"/>
              <a:gd name="connsiteY204" fmla="*/ 6094906 h 6596391"/>
              <a:gd name="connsiteX205" fmla="*/ 5887428 w 6586410"/>
              <a:gd name="connsiteY205" fmla="*/ 6233838 h 6596391"/>
              <a:gd name="connsiteX206" fmla="*/ 5505742 w 6586410"/>
              <a:gd name="connsiteY206" fmla="*/ 6372763 h 6596391"/>
              <a:gd name="connsiteX207" fmla="*/ 5502751 w 6586410"/>
              <a:gd name="connsiteY207" fmla="*/ 6377037 h 6596391"/>
              <a:gd name="connsiteX208" fmla="*/ 5505742 w 6586410"/>
              <a:gd name="connsiteY208" fmla="*/ 6381311 h 6596391"/>
              <a:gd name="connsiteX209" fmla="*/ 6095879 w 6586410"/>
              <a:gd name="connsiteY209" fmla="*/ 6596112 h 6596391"/>
              <a:gd name="connsiteX210" fmla="*/ 6097435 w 6586410"/>
              <a:gd name="connsiteY210" fmla="*/ 6596391 h 6596391"/>
              <a:gd name="connsiteX211" fmla="*/ 6098991 w 6586410"/>
              <a:gd name="connsiteY211" fmla="*/ 6596112 h 6596391"/>
              <a:gd name="connsiteX212" fmla="*/ 6586391 w 6586410"/>
              <a:gd name="connsiteY212" fmla="*/ 6418706 h 6596391"/>
              <a:gd name="connsiteX213" fmla="*/ 6586391 w 6586410"/>
              <a:gd name="connsiteY213" fmla="*/ 6409035 h 6596391"/>
              <a:gd name="connsiteX214" fmla="*/ 6097435 w 6586410"/>
              <a:gd name="connsiteY214" fmla="*/ 6587012 h 6596391"/>
              <a:gd name="connsiteX215" fmla="*/ 5520589 w 6586410"/>
              <a:gd name="connsiteY215" fmla="*/ 6377043 h 6596391"/>
              <a:gd name="connsiteX216" fmla="*/ 5900725 w 6586410"/>
              <a:gd name="connsiteY216" fmla="*/ 6238683 h 6596391"/>
              <a:gd name="connsiteX217" fmla="*/ 6095873 w 6586410"/>
              <a:gd name="connsiteY217" fmla="*/ 6309720 h 6596391"/>
              <a:gd name="connsiteX218" fmla="*/ 6097429 w 6586410"/>
              <a:gd name="connsiteY218" fmla="*/ 6310000 h 6596391"/>
              <a:gd name="connsiteX219" fmla="*/ 6098985 w 6586410"/>
              <a:gd name="connsiteY219" fmla="*/ 6309720 h 6596391"/>
              <a:gd name="connsiteX220" fmla="*/ 6294133 w 6586410"/>
              <a:gd name="connsiteY220" fmla="*/ 6238683 h 6596391"/>
              <a:gd name="connsiteX221" fmla="*/ 6586379 w 6586410"/>
              <a:gd name="connsiteY221" fmla="*/ 6345052 h 6596391"/>
              <a:gd name="connsiteX222" fmla="*/ 6586379 w 6586410"/>
              <a:gd name="connsiteY222" fmla="*/ 6335381 h 6596391"/>
              <a:gd name="connsiteX223" fmla="*/ 6307423 w 6586410"/>
              <a:gd name="connsiteY223" fmla="*/ 6233851 h 6596391"/>
              <a:gd name="connsiteX224" fmla="*/ 6586379 w 6586410"/>
              <a:gd name="connsiteY224" fmla="*/ 6132321 h 6596391"/>
              <a:gd name="connsiteX225" fmla="*/ 6586379 w 6586410"/>
              <a:gd name="connsiteY225" fmla="*/ 6122643 h 6596391"/>
              <a:gd name="connsiteX226" fmla="*/ 6294139 w 6586410"/>
              <a:gd name="connsiteY226" fmla="*/ 6229018 h 6596391"/>
              <a:gd name="connsiteX227" fmla="*/ 6098985 w 6586410"/>
              <a:gd name="connsiteY227" fmla="*/ 6157981 h 6596391"/>
              <a:gd name="connsiteX228" fmla="*/ 6095873 w 6586410"/>
              <a:gd name="connsiteY228" fmla="*/ 6157981 h 6596391"/>
              <a:gd name="connsiteX229" fmla="*/ 5900718 w 6586410"/>
              <a:gd name="connsiteY229" fmla="*/ 6229018 h 6596391"/>
              <a:gd name="connsiteX230" fmla="*/ 5520589 w 6586410"/>
              <a:gd name="connsiteY230" fmla="*/ 6090652 h 6596391"/>
              <a:gd name="connsiteX231" fmla="*/ 5900732 w 6586410"/>
              <a:gd name="connsiteY231" fmla="*/ 5952292 h 6596391"/>
              <a:gd name="connsiteX232" fmla="*/ 6095873 w 6586410"/>
              <a:gd name="connsiteY232" fmla="*/ 6023323 h 6596391"/>
              <a:gd name="connsiteX233" fmla="*/ 6097429 w 6586410"/>
              <a:gd name="connsiteY233" fmla="*/ 6023602 h 6596391"/>
              <a:gd name="connsiteX234" fmla="*/ 6098985 w 6586410"/>
              <a:gd name="connsiteY234" fmla="*/ 6023323 h 6596391"/>
              <a:gd name="connsiteX235" fmla="*/ 6294133 w 6586410"/>
              <a:gd name="connsiteY235" fmla="*/ 5952292 h 6596391"/>
              <a:gd name="connsiteX236" fmla="*/ 6586411 w 6586410"/>
              <a:gd name="connsiteY236" fmla="*/ 6058629 h 6596391"/>
              <a:gd name="connsiteX237" fmla="*/ 6586411 w 6586410"/>
              <a:gd name="connsiteY237" fmla="*/ 6048958 h 6596391"/>
              <a:gd name="connsiteX238" fmla="*/ 6307449 w 6586410"/>
              <a:gd name="connsiteY238" fmla="*/ 5947421 h 6596391"/>
              <a:gd name="connsiteX239" fmla="*/ 6586411 w 6586410"/>
              <a:gd name="connsiteY239" fmla="*/ 5845885 h 6596391"/>
              <a:gd name="connsiteX240" fmla="*/ 6586411 w 6586410"/>
              <a:gd name="connsiteY240" fmla="*/ 5836207 h 6596391"/>
              <a:gd name="connsiteX241" fmla="*/ 6294165 w 6586410"/>
              <a:gd name="connsiteY241" fmla="*/ 5942583 h 6596391"/>
              <a:gd name="connsiteX242" fmla="*/ 6099016 w 6586410"/>
              <a:gd name="connsiteY242" fmla="*/ 5871551 h 6596391"/>
              <a:gd name="connsiteX243" fmla="*/ 6095905 w 6586410"/>
              <a:gd name="connsiteY243" fmla="*/ 5871551 h 6596391"/>
              <a:gd name="connsiteX244" fmla="*/ 5900756 w 6586410"/>
              <a:gd name="connsiteY244" fmla="*/ 5942589 h 6596391"/>
              <a:gd name="connsiteX245" fmla="*/ 5520621 w 6586410"/>
              <a:gd name="connsiteY245" fmla="*/ 5804216 h 6596391"/>
              <a:gd name="connsiteX246" fmla="*/ 5900763 w 6586410"/>
              <a:gd name="connsiteY246" fmla="*/ 5665856 h 6596391"/>
              <a:gd name="connsiteX247" fmla="*/ 6095905 w 6586410"/>
              <a:gd name="connsiteY247" fmla="*/ 5736887 h 6596391"/>
              <a:gd name="connsiteX248" fmla="*/ 6097461 w 6586410"/>
              <a:gd name="connsiteY248" fmla="*/ 5737160 h 6596391"/>
              <a:gd name="connsiteX249" fmla="*/ 6099016 w 6586410"/>
              <a:gd name="connsiteY249" fmla="*/ 5736887 h 6596391"/>
              <a:gd name="connsiteX250" fmla="*/ 6294158 w 6586410"/>
              <a:gd name="connsiteY250" fmla="*/ 5665856 h 6596391"/>
              <a:gd name="connsiteX251" fmla="*/ 6586411 w 6586410"/>
              <a:gd name="connsiteY251" fmla="*/ 5772231 h 6596391"/>
              <a:gd name="connsiteX252" fmla="*/ 6586411 w 6586410"/>
              <a:gd name="connsiteY252" fmla="*/ 5762554 h 6596391"/>
              <a:gd name="connsiteX253" fmla="*/ 6307455 w 6586410"/>
              <a:gd name="connsiteY253" fmla="*/ 5661024 h 6596391"/>
              <a:gd name="connsiteX254" fmla="*/ 6586411 w 6586410"/>
              <a:gd name="connsiteY254" fmla="*/ 5559487 h 6596391"/>
              <a:gd name="connsiteX255" fmla="*/ 6586411 w 6586410"/>
              <a:gd name="connsiteY255" fmla="*/ 5549816 h 6596391"/>
              <a:gd name="connsiteX256" fmla="*/ 6294158 w 6586410"/>
              <a:gd name="connsiteY256" fmla="*/ 5656185 h 6596391"/>
              <a:gd name="connsiteX257" fmla="*/ 6110732 w 6586410"/>
              <a:gd name="connsiteY257" fmla="*/ 5589421 h 6596391"/>
              <a:gd name="connsiteX258" fmla="*/ 6490875 w 6586410"/>
              <a:gd name="connsiteY258" fmla="*/ 5451061 h 6596391"/>
              <a:gd name="connsiteX259" fmla="*/ 6586411 w 6586410"/>
              <a:gd name="connsiteY259" fmla="*/ 5485834 h 6596391"/>
              <a:gd name="connsiteX260" fmla="*/ 6586411 w 6586410"/>
              <a:gd name="connsiteY260" fmla="*/ 5476162 h 6596391"/>
              <a:gd name="connsiteX261" fmla="*/ 6504171 w 6586410"/>
              <a:gd name="connsiteY261" fmla="*/ 5446222 h 6596391"/>
              <a:gd name="connsiteX262" fmla="*/ 6586411 w 6586410"/>
              <a:gd name="connsiteY262" fmla="*/ 5416288 h 6596391"/>
              <a:gd name="connsiteX263" fmla="*/ 6586411 w 6586410"/>
              <a:gd name="connsiteY263" fmla="*/ 5406611 h 6596391"/>
              <a:gd name="connsiteX264" fmla="*/ 6490868 w 6586410"/>
              <a:gd name="connsiteY264" fmla="*/ 5441390 h 6596391"/>
              <a:gd name="connsiteX265" fmla="*/ 6307430 w 6586410"/>
              <a:gd name="connsiteY265" fmla="*/ 5374620 h 6596391"/>
              <a:gd name="connsiteX266" fmla="*/ 6490862 w 6586410"/>
              <a:gd name="connsiteY266" fmla="*/ 5307849 h 6596391"/>
              <a:gd name="connsiteX267" fmla="*/ 6586411 w 6586410"/>
              <a:gd name="connsiteY267" fmla="*/ 5342628 h 6596391"/>
              <a:gd name="connsiteX268" fmla="*/ 6586411 w 6586410"/>
              <a:gd name="connsiteY268" fmla="*/ 5332957 h 6596391"/>
              <a:gd name="connsiteX269" fmla="*/ 6504159 w 6586410"/>
              <a:gd name="connsiteY269" fmla="*/ 5303017 h 6596391"/>
              <a:gd name="connsiteX270" fmla="*/ 6586411 w 6586410"/>
              <a:gd name="connsiteY270" fmla="*/ 5273077 h 6596391"/>
              <a:gd name="connsiteX271" fmla="*/ 6586411 w 6586410"/>
              <a:gd name="connsiteY271" fmla="*/ 5263406 h 6596391"/>
              <a:gd name="connsiteX272" fmla="*/ 6490868 w 6586410"/>
              <a:gd name="connsiteY272" fmla="*/ 5298185 h 6596391"/>
              <a:gd name="connsiteX273" fmla="*/ 6307449 w 6586410"/>
              <a:gd name="connsiteY273" fmla="*/ 5231421 h 6596391"/>
              <a:gd name="connsiteX274" fmla="*/ 6490882 w 6586410"/>
              <a:gd name="connsiteY274" fmla="*/ 5164657 h 6596391"/>
              <a:gd name="connsiteX275" fmla="*/ 6586411 w 6586410"/>
              <a:gd name="connsiteY275" fmla="*/ 5199423 h 6596391"/>
              <a:gd name="connsiteX276" fmla="*/ 6586411 w 6586410"/>
              <a:gd name="connsiteY276" fmla="*/ 5189752 h 6596391"/>
              <a:gd name="connsiteX277" fmla="*/ 6504178 w 6586410"/>
              <a:gd name="connsiteY277" fmla="*/ 5159818 h 6596391"/>
              <a:gd name="connsiteX278" fmla="*/ 6586411 w 6586410"/>
              <a:gd name="connsiteY278" fmla="*/ 5129884 h 6596391"/>
              <a:gd name="connsiteX279" fmla="*/ 6586411 w 6586410"/>
              <a:gd name="connsiteY279" fmla="*/ 5120213 h 6596391"/>
              <a:gd name="connsiteX280" fmla="*/ 6490882 w 6586410"/>
              <a:gd name="connsiteY280" fmla="*/ 5154986 h 6596391"/>
              <a:gd name="connsiteX281" fmla="*/ 6099010 w 6586410"/>
              <a:gd name="connsiteY281" fmla="*/ 5012359 h 6596391"/>
              <a:gd name="connsiteX282" fmla="*/ 6095899 w 6586410"/>
              <a:gd name="connsiteY282" fmla="*/ 5012359 h 6596391"/>
              <a:gd name="connsiteX283" fmla="*/ 5704027 w 6586410"/>
              <a:gd name="connsiteY283" fmla="*/ 5154986 h 6596391"/>
              <a:gd name="connsiteX284" fmla="*/ 5520607 w 6586410"/>
              <a:gd name="connsiteY284" fmla="*/ 5088222 h 6596391"/>
              <a:gd name="connsiteX285" fmla="*/ 6097454 w 6586410"/>
              <a:gd name="connsiteY285" fmla="*/ 4878266 h 6596391"/>
              <a:gd name="connsiteX286" fmla="*/ 6586411 w 6586410"/>
              <a:gd name="connsiteY286" fmla="*/ 5056205 h 6596391"/>
              <a:gd name="connsiteX287" fmla="*/ 6586411 w 6586410"/>
              <a:gd name="connsiteY287" fmla="*/ 5046541 h 6596391"/>
              <a:gd name="connsiteX288" fmla="*/ 6586411 w 6586410"/>
              <a:gd name="connsiteY288" fmla="*/ 5046534 h 6596391"/>
              <a:gd name="connsiteX289" fmla="*/ 6453499 w 6586410"/>
              <a:gd name="connsiteY289" fmla="*/ 4998154 h 6596391"/>
              <a:gd name="connsiteX290" fmla="*/ 6110745 w 6586410"/>
              <a:gd name="connsiteY290" fmla="*/ 4873395 h 6596391"/>
              <a:gd name="connsiteX291" fmla="*/ 6586411 w 6586410"/>
              <a:gd name="connsiteY291" fmla="*/ 4700262 h 6596391"/>
              <a:gd name="connsiteX292" fmla="*/ 6586411 w 6586410"/>
              <a:gd name="connsiteY292" fmla="*/ 4690585 h 6596391"/>
              <a:gd name="connsiteX293" fmla="*/ 6102001 w 6586410"/>
              <a:gd name="connsiteY293" fmla="*/ 4866899 h 6596391"/>
              <a:gd name="connsiteX294" fmla="*/ 6102001 w 6586410"/>
              <a:gd name="connsiteY294" fmla="*/ 4450275 h 6596391"/>
              <a:gd name="connsiteX295" fmla="*/ 6586411 w 6586410"/>
              <a:gd name="connsiteY295" fmla="*/ 4626589 h 6596391"/>
              <a:gd name="connsiteX296" fmla="*/ 6586411 w 6586410"/>
              <a:gd name="connsiteY296" fmla="*/ 4616925 h 6596391"/>
              <a:gd name="connsiteX297" fmla="*/ 6110770 w 6586410"/>
              <a:gd name="connsiteY297" fmla="*/ 4443786 h 6596391"/>
              <a:gd name="connsiteX298" fmla="*/ 6102001 w 6586410"/>
              <a:gd name="connsiteY298" fmla="*/ 4446980 h 6596391"/>
              <a:gd name="connsiteX299" fmla="*/ 6102001 w 6586410"/>
              <a:gd name="connsiteY299" fmla="*/ 4446974 h 6596391"/>
              <a:gd name="connsiteX300" fmla="*/ 6586411 w 6586410"/>
              <a:gd name="connsiteY300" fmla="*/ 4270653 h 6596391"/>
              <a:gd name="connsiteX301" fmla="*/ 6586411 w 6586410"/>
              <a:gd name="connsiteY301" fmla="*/ 4260976 h 6596391"/>
              <a:gd name="connsiteX302" fmla="*/ 6568948 w 6586410"/>
              <a:gd name="connsiteY302" fmla="*/ 4267332 h 6596391"/>
              <a:gd name="connsiteX303" fmla="*/ 6187186 w 6586410"/>
              <a:gd name="connsiteY303" fmla="*/ 4406296 h 6596391"/>
              <a:gd name="connsiteX304" fmla="*/ 6102001 w 6586410"/>
              <a:gd name="connsiteY304" fmla="*/ 4437303 h 6596391"/>
              <a:gd name="connsiteX305" fmla="*/ 6102001 w 6586410"/>
              <a:gd name="connsiteY305" fmla="*/ 4437296 h 6596391"/>
              <a:gd name="connsiteX306" fmla="*/ 6102001 w 6586410"/>
              <a:gd name="connsiteY306" fmla="*/ 4437290 h 6596391"/>
              <a:gd name="connsiteX307" fmla="*/ 6102001 w 6586410"/>
              <a:gd name="connsiteY307" fmla="*/ 3591070 h 6596391"/>
              <a:gd name="connsiteX308" fmla="*/ 6586411 w 6586410"/>
              <a:gd name="connsiteY308" fmla="*/ 3767396 h 6596391"/>
              <a:gd name="connsiteX309" fmla="*/ 6586411 w 6586410"/>
              <a:gd name="connsiteY309" fmla="*/ 3757719 h 6596391"/>
              <a:gd name="connsiteX310" fmla="*/ 6586411 w 6586410"/>
              <a:gd name="connsiteY310" fmla="*/ 3757713 h 6596391"/>
              <a:gd name="connsiteX311" fmla="*/ 6110751 w 6586410"/>
              <a:gd name="connsiteY311" fmla="*/ 3584573 h 6596391"/>
              <a:gd name="connsiteX312" fmla="*/ 6586411 w 6586410"/>
              <a:gd name="connsiteY312" fmla="*/ 3411447 h 6596391"/>
              <a:gd name="connsiteX313" fmla="*/ 6586411 w 6586410"/>
              <a:gd name="connsiteY313" fmla="*/ 3401770 h 6596391"/>
              <a:gd name="connsiteX314" fmla="*/ 6102007 w 6586410"/>
              <a:gd name="connsiteY314" fmla="*/ 3578084 h 6596391"/>
              <a:gd name="connsiteX315" fmla="*/ 6102007 w 6586410"/>
              <a:gd name="connsiteY315" fmla="*/ 3161460 h 6596391"/>
              <a:gd name="connsiteX316" fmla="*/ 6586411 w 6586410"/>
              <a:gd name="connsiteY316" fmla="*/ 3337775 h 6596391"/>
              <a:gd name="connsiteX317" fmla="*/ 6586411 w 6586410"/>
              <a:gd name="connsiteY317" fmla="*/ 3328103 h 6596391"/>
              <a:gd name="connsiteX318" fmla="*/ 6110770 w 6586410"/>
              <a:gd name="connsiteY318" fmla="*/ 3154971 h 6596391"/>
              <a:gd name="connsiteX319" fmla="*/ 6586411 w 6586410"/>
              <a:gd name="connsiteY319" fmla="*/ 2981851 h 6596391"/>
              <a:gd name="connsiteX320" fmla="*/ 6586411 w 6586410"/>
              <a:gd name="connsiteY320" fmla="*/ 2972173 h 6596391"/>
              <a:gd name="connsiteX321" fmla="*/ 6097473 w 6586410"/>
              <a:gd name="connsiteY321" fmla="*/ 3150126 h 6596391"/>
              <a:gd name="connsiteX322" fmla="*/ 6099010 w 6586410"/>
              <a:gd name="connsiteY322" fmla="*/ 3150684 h 6596391"/>
              <a:gd name="connsiteX323" fmla="*/ 6102001 w 6586410"/>
              <a:gd name="connsiteY323" fmla="*/ 3154958 h 6596391"/>
              <a:gd name="connsiteX324" fmla="*/ 6102001 w 6586410"/>
              <a:gd name="connsiteY324" fmla="*/ 3154958 h 6596391"/>
              <a:gd name="connsiteX325" fmla="*/ 6099010 w 6586410"/>
              <a:gd name="connsiteY325" fmla="*/ 3150697 h 6596391"/>
              <a:gd name="connsiteX326" fmla="*/ 5508873 w 6586410"/>
              <a:gd name="connsiteY326" fmla="*/ 2935889 h 6596391"/>
              <a:gd name="connsiteX327" fmla="*/ 5520633 w 6586410"/>
              <a:gd name="connsiteY327" fmla="*/ 2940169 h 6596391"/>
              <a:gd name="connsiteX328" fmla="*/ 6099010 w 6586410"/>
              <a:gd name="connsiteY328" fmla="*/ 2729648 h 6596391"/>
              <a:gd name="connsiteX329" fmla="*/ 6102001 w 6586410"/>
              <a:gd name="connsiteY329" fmla="*/ 2725374 h 6596391"/>
              <a:gd name="connsiteX330" fmla="*/ 6102001 w 6586410"/>
              <a:gd name="connsiteY330" fmla="*/ 2298959 h 6596391"/>
              <a:gd name="connsiteX331" fmla="*/ 6586411 w 6586410"/>
              <a:gd name="connsiteY331" fmla="*/ 2122638 h 6596391"/>
              <a:gd name="connsiteX332" fmla="*/ 6586411 w 6586410"/>
              <a:gd name="connsiteY332" fmla="*/ 2112967 h 6596391"/>
              <a:gd name="connsiteX333" fmla="*/ 6102001 w 6586410"/>
              <a:gd name="connsiteY333" fmla="*/ 2289288 h 6596391"/>
              <a:gd name="connsiteX334" fmla="*/ 6102001 w 6586410"/>
              <a:gd name="connsiteY334" fmla="*/ 1869356 h 6596391"/>
              <a:gd name="connsiteX335" fmla="*/ 6586411 w 6586410"/>
              <a:gd name="connsiteY335" fmla="*/ 1693029 h 6596391"/>
              <a:gd name="connsiteX336" fmla="*/ 6586411 w 6586410"/>
              <a:gd name="connsiteY336" fmla="*/ 1683352 h 6596391"/>
              <a:gd name="connsiteX337" fmla="*/ 6102001 w 6586410"/>
              <a:gd name="connsiteY337" fmla="*/ 1859672 h 6596391"/>
              <a:gd name="connsiteX338" fmla="*/ 6102001 w 6586410"/>
              <a:gd name="connsiteY338" fmla="*/ 1443074 h 6596391"/>
              <a:gd name="connsiteX339" fmla="*/ 6586411 w 6586410"/>
              <a:gd name="connsiteY339" fmla="*/ 1619382 h 6596391"/>
              <a:gd name="connsiteX340" fmla="*/ 6586411 w 6586410"/>
              <a:gd name="connsiteY340" fmla="*/ 1609711 h 6596391"/>
              <a:gd name="connsiteX341" fmla="*/ 6102001 w 6586410"/>
              <a:gd name="connsiteY341" fmla="*/ 1433390 h 6596391"/>
              <a:gd name="connsiteX342" fmla="*/ 6102001 w 6586410"/>
              <a:gd name="connsiteY342" fmla="*/ 1433390 h 6596391"/>
              <a:gd name="connsiteX343" fmla="*/ 6110738 w 6586410"/>
              <a:gd name="connsiteY343" fmla="*/ 1436565 h 6596391"/>
              <a:gd name="connsiteX344" fmla="*/ 6586411 w 6586410"/>
              <a:gd name="connsiteY344" fmla="*/ 1263433 h 6596391"/>
              <a:gd name="connsiteX345" fmla="*/ 6586411 w 6586410"/>
              <a:gd name="connsiteY345" fmla="*/ 1253755 h 6596391"/>
              <a:gd name="connsiteX346" fmla="*/ 6102001 w 6586410"/>
              <a:gd name="connsiteY346" fmla="*/ 1430076 h 6596391"/>
              <a:gd name="connsiteX347" fmla="*/ 6102001 w 6586410"/>
              <a:gd name="connsiteY347" fmla="*/ 1013465 h 6596391"/>
              <a:gd name="connsiteX348" fmla="*/ 6586411 w 6586410"/>
              <a:gd name="connsiteY348" fmla="*/ 1189773 h 6596391"/>
              <a:gd name="connsiteX349" fmla="*/ 6586411 w 6586410"/>
              <a:gd name="connsiteY349" fmla="*/ 1180108 h 6596391"/>
              <a:gd name="connsiteX350" fmla="*/ 6099010 w 6586410"/>
              <a:gd name="connsiteY350" fmla="*/ 1002695 h 6596391"/>
              <a:gd name="connsiteX351" fmla="*/ 6309919 w 6586410"/>
              <a:gd name="connsiteY351" fmla="*/ 1079460 h 6596391"/>
              <a:gd name="connsiteX352" fmla="*/ 6477420 w 6586410"/>
              <a:gd name="connsiteY352" fmla="*/ 1140427 h 6596391"/>
              <a:gd name="connsiteX353" fmla="*/ 6110751 w 6586410"/>
              <a:gd name="connsiteY353" fmla="*/ 1006962 h 6596391"/>
              <a:gd name="connsiteX354" fmla="*/ 6294184 w 6586410"/>
              <a:gd name="connsiteY354" fmla="*/ 940198 h 6596391"/>
              <a:gd name="connsiteX355" fmla="*/ 6586411 w 6586410"/>
              <a:gd name="connsiteY355" fmla="*/ 1046561 h 6596391"/>
              <a:gd name="connsiteX356" fmla="*/ 6586411 w 6586410"/>
              <a:gd name="connsiteY356" fmla="*/ 1036884 h 6596391"/>
              <a:gd name="connsiteX357" fmla="*/ 6307468 w 6586410"/>
              <a:gd name="connsiteY357" fmla="*/ 935353 h 6596391"/>
              <a:gd name="connsiteX358" fmla="*/ 6490888 w 6586410"/>
              <a:gd name="connsiteY358" fmla="*/ 868596 h 6596391"/>
              <a:gd name="connsiteX359" fmla="*/ 6586411 w 6586410"/>
              <a:gd name="connsiteY359" fmla="*/ 903362 h 6596391"/>
              <a:gd name="connsiteX360" fmla="*/ 6586411 w 6586410"/>
              <a:gd name="connsiteY360" fmla="*/ 893691 h 6596391"/>
              <a:gd name="connsiteX361" fmla="*/ 6504185 w 6586410"/>
              <a:gd name="connsiteY361" fmla="*/ 863764 h 6596391"/>
              <a:gd name="connsiteX362" fmla="*/ 6586411 w 6586410"/>
              <a:gd name="connsiteY362" fmla="*/ 833836 h 6596391"/>
              <a:gd name="connsiteX363" fmla="*/ 6586411 w 6586410"/>
              <a:gd name="connsiteY363" fmla="*/ 824159 h 6596391"/>
              <a:gd name="connsiteX364" fmla="*/ 6490888 w 6586410"/>
              <a:gd name="connsiteY364" fmla="*/ 858931 h 6596391"/>
              <a:gd name="connsiteX365" fmla="*/ 6307462 w 6586410"/>
              <a:gd name="connsiteY365" fmla="*/ 792167 h 6596391"/>
              <a:gd name="connsiteX366" fmla="*/ 6490900 w 6586410"/>
              <a:gd name="connsiteY366" fmla="*/ 725403 h 6596391"/>
              <a:gd name="connsiteX367" fmla="*/ 6586411 w 6586410"/>
              <a:gd name="connsiteY367" fmla="*/ 760170 h 6596391"/>
              <a:gd name="connsiteX368" fmla="*/ 6586411 w 6586410"/>
              <a:gd name="connsiteY368" fmla="*/ 750499 h 6596391"/>
              <a:gd name="connsiteX369" fmla="*/ 6504191 w 6586410"/>
              <a:gd name="connsiteY369" fmla="*/ 720571 h 6596391"/>
              <a:gd name="connsiteX370" fmla="*/ 6586411 w 6586410"/>
              <a:gd name="connsiteY370" fmla="*/ 690631 h 6596391"/>
              <a:gd name="connsiteX371" fmla="*/ 6586411 w 6586410"/>
              <a:gd name="connsiteY371" fmla="*/ 680953 h 6596391"/>
              <a:gd name="connsiteX372" fmla="*/ 6490894 w 6586410"/>
              <a:gd name="connsiteY372" fmla="*/ 715720 h 6596391"/>
              <a:gd name="connsiteX373" fmla="*/ 6307468 w 6586410"/>
              <a:gd name="connsiteY373" fmla="*/ 648956 h 6596391"/>
              <a:gd name="connsiteX374" fmla="*/ 6586411 w 6586410"/>
              <a:gd name="connsiteY374" fmla="*/ 547426 h 6596391"/>
              <a:gd name="connsiteX375" fmla="*/ 6586411 w 6586410"/>
              <a:gd name="connsiteY375" fmla="*/ 537748 h 6596391"/>
              <a:gd name="connsiteX376" fmla="*/ 6294177 w 6586410"/>
              <a:gd name="connsiteY376" fmla="*/ 644117 h 6596391"/>
              <a:gd name="connsiteX377" fmla="*/ 6110770 w 6586410"/>
              <a:gd name="connsiteY377" fmla="*/ 577353 h 6596391"/>
              <a:gd name="connsiteX378" fmla="*/ 6586411 w 6586410"/>
              <a:gd name="connsiteY378" fmla="*/ 404233 h 6596391"/>
              <a:gd name="connsiteX379" fmla="*/ 6586411 w 6586410"/>
              <a:gd name="connsiteY379" fmla="*/ 394562 h 6596391"/>
              <a:gd name="connsiteX380" fmla="*/ 790746 w 6586410"/>
              <a:gd name="connsiteY380" fmla="*/ 369029 h 6596391"/>
              <a:gd name="connsiteX381" fmla="*/ 1363053 w 6586410"/>
              <a:gd name="connsiteY381" fmla="*/ 577353 h 6596391"/>
              <a:gd name="connsiteX382" fmla="*/ 790746 w 6586410"/>
              <a:gd name="connsiteY382" fmla="*/ 785659 h 6596391"/>
              <a:gd name="connsiteX383" fmla="*/ 790746 w 6586410"/>
              <a:gd name="connsiteY383" fmla="*/ 369029 h 6596391"/>
              <a:gd name="connsiteX384" fmla="*/ 1371791 w 6586410"/>
              <a:gd name="connsiteY384" fmla="*/ 1000466 h 6596391"/>
              <a:gd name="connsiteX385" fmla="*/ 799503 w 6586410"/>
              <a:gd name="connsiteY385" fmla="*/ 792148 h 6596391"/>
              <a:gd name="connsiteX386" fmla="*/ 1371791 w 6586410"/>
              <a:gd name="connsiteY386" fmla="*/ 583849 h 6596391"/>
              <a:gd name="connsiteX387" fmla="*/ 1371791 w 6586410"/>
              <a:gd name="connsiteY387" fmla="*/ 1000466 h 6596391"/>
              <a:gd name="connsiteX388" fmla="*/ 1371791 w 6586410"/>
              <a:gd name="connsiteY388" fmla="*/ 570851 h 6596391"/>
              <a:gd name="connsiteX389" fmla="*/ 799490 w 6586410"/>
              <a:gd name="connsiteY389" fmla="*/ 362545 h 6596391"/>
              <a:gd name="connsiteX390" fmla="*/ 982917 w 6586410"/>
              <a:gd name="connsiteY390" fmla="*/ 295788 h 6596391"/>
              <a:gd name="connsiteX391" fmla="*/ 1371791 w 6586410"/>
              <a:gd name="connsiteY391" fmla="*/ 437336 h 6596391"/>
              <a:gd name="connsiteX392" fmla="*/ 1371791 w 6586410"/>
              <a:gd name="connsiteY392" fmla="*/ 570851 h 6596391"/>
              <a:gd name="connsiteX393" fmla="*/ 1371791 w 6586410"/>
              <a:gd name="connsiteY393" fmla="*/ 427658 h 6596391"/>
              <a:gd name="connsiteX394" fmla="*/ 996207 w 6586410"/>
              <a:gd name="connsiteY394" fmla="*/ 290949 h 6596391"/>
              <a:gd name="connsiteX395" fmla="*/ 1016273 w 6586410"/>
              <a:gd name="connsiteY395" fmla="*/ 283647 h 6596391"/>
              <a:gd name="connsiteX396" fmla="*/ 1371791 w 6586410"/>
              <a:gd name="connsiteY396" fmla="*/ 154246 h 6596391"/>
              <a:gd name="connsiteX397" fmla="*/ 1371791 w 6586410"/>
              <a:gd name="connsiteY397" fmla="*/ 427658 h 6596391"/>
              <a:gd name="connsiteX398" fmla="*/ 200603 w 6586410"/>
              <a:gd name="connsiteY398" fmla="*/ 3161460 h 6596391"/>
              <a:gd name="connsiteX399" fmla="*/ 772916 w 6586410"/>
              <a:gd name="connsiteY399" fmla="*/ 3369772 h 6596391"/>
              <a:gd name="connsiteX400" fmla="*/ 200603 w 6586410"/>
              <a:gd name="connsiteY400" fmla="*/ 3578084 h 6596391"/>
              <a:gd name="connsiteX401" fmla="*/ 200603 w 6586410"/>
              <a:gd name="connsiteY401" fmla="*/ 3161460 h 6596391"/>
              <a:gd name="connsiteX402" fmla="*/ 781647 w 6586410"/>
              <a:gd name="connsiteY402" fmla="*/ 3792885 h 6596391"/>
              <a:gd name="connsiteX403" fmla="*/ 781647 w 6586410"/>
              <a:gd name="connsiteY403" fmla="*/ 3792885 h 6596391"/>
              <a:gd name="connsiteX404" fmla="*/ 418655 w 6586410"/>
              <a:gd name="connsiteY404" fmla="*/ 3660761 h 6596391"/>
              <a:gd name="connsiteX405" fmla="*/ 209353 w 6586410"/>
              <a:gd name="connsiteY405" fmla="*/ 3584573 h 6596391"/>
              <a:gd name="connsiteX406" fmla="*/ 781653 w 6586410"/>
              <a:gd name="connsiteY406" fmla="*/ 3376275 h 6596391"/>
              <a:gd name="connsiteX407" fmla="*/ 781647 w 6586410"/>
              <a:gd name="connsiteY407" fmla="*/ 3792885 h 6596391"/>
              <a:gd name="connsiteX408" fmla="*/ 781653 w 6586410"/>
              <a:gd name="connsiteY408" fmla="*/ 2946665 h 6596391"/>
              <a:gd name="connsiteX409" fmla="*/ 781653 w 6586410"/>
              <a:gd name="connsiteY409" fmla="*/ 3363276 h 6596391"/>
              <a:gd name="connsiteX410" fmla="*/ 209353 w 6586410"/>
              <a:gd name="connsiteY410" fmla="*/ 3154964 h 6596391"/>
              <a:gd name="connsiteX411" fmla="*/ 520027 w 6586410"/>
              <a:gd name="connsiteY411" fmla="*/ 3041884 h 6596391"/>
              <a:gd name="connsiteX412" fmla="*/ 781653 w 6586410"/>
              <a:gd name="connsiteY412" fmla="*/ 2946665 h 6596391"/>
              <a:gd name="connsiteX413" fmla="*/ 781653 w 6586410"/>
              <a:gd name="connsiteY413" fmla="*/ 2946665 h 6596391"/>
              <a:gd name="connsiteX414" fmla="*/ 9112 w 6586410"/>
              <a:gd name="connsiteY414" fmla="*/ 4090351 h 6596391"/>
              <a:gd name="connsiteX415" fmla="*/ 581425 w 6586410"/>
              <a:gd name="connsiteY415" fmla="*/ 4298663 h 6596391"/>
              <a:gd name="connsiteX416" fmla="*/ 9112 w 6586410"/>
              <a:gd name="connsiteY416" fmla="*/ 4506975 h 6596391"/>
              <a:gd name="connsiteX417" fmla="*/ 9112 w 6586410"/>
              <a:gd name="connsiteY417" fmla="*/ 4090351 h 6596391"/>
              <a:gd name="connsiteX418" fmla="*/ 590156 w 6586410"/>
              <a:gd name="connsiteY418" fmla="*/ 4721782 h 6596391"/>
              <a:gd name="connsiteX419" fmla="*/ 17862 w 6586410"/>
              <a:gd name="connsiteY419" fmla="*/ 4513464 h 6596391"/>
              <a:gd name="connsiteX420" fmla="*/ 590156 w 6586410"/>
              <a:gd name="connsiteY420" fmla="*/ 4305165 h 6596391"/>
              <a:gd name="connsiteX421" fmla="*/ 590156 w 6586410"/>
              <a:gd name="connsiteY421" fmla="*/ 4721782 h 6596391"/>
              <a:gd name="connsiteX422" fmla="*/ 590156 w 6586410"/>
              <a:gd name="connsiteY422" fmla="*/ 4292167 h 6596391"/>
              <a:gd name="connsiteX423" fmla="*/ 17869 w 6586410"/>
              <a:gd name="connsiteY423" fmla="*/ 4083855 h 6596391"/>
              <a:gd name="connsiteX424" fmla="*/ 590156 w 6586410"/>
              <a:gd name="connsiteY424" fmla="*/ 3875550 h 6596391"/>
              <a:gd name="connsiteX425" fmla="*/ 590156 w 6586410"/>
              <a:gd name="connsiteY425" fmla="*/ 4292167 h 6596391"/>
              <a:gd name="connsiteX426" fmla="*/ 1380877 w 6586410"/>
              <a:gd name="connsiteY426" fmla="*/ 3154964 h 6596391"/>
              <a:gd name="connsiteX427" fmla="*/ 1380877 w 6586410"/>
              <a:gd name="connsiteY427" fmla="*/ 3154964 h 6596391"/>
              <a:gd name="connsiteX428" fmla="*/ 1380662 w 6586410"/>
              <a:gd name="connsiteY428" fmla="*/ 3153593 h 6596391"/>
              <a:gd name="connsiteX429" fmla="*/ 1380877 w 6586410"/>
              <a:gd name="connsiteY429" fmla="*/ 3154964 h 6596391"/>
              <a:gd name="connsiteX430" fmla="*/ 1953178 w 6586410"/>
              <a:gd name="connsiteY430" fmla="*/ 3369772 h 6596391"/>
              <a:gd name="connsiteX431" fmla="*/ 1953178 w 6586410"/>
              <a:gd name="connsiteY431" fmla="*/ 3369772 h 6596391"/>
              <a:gd name="connsiteX432" fmla="*/ 1555776 w 6586410"/>
              <a:gd name="connsiteY432" fmla="*/ 3514419 h 6596391"/>
              <a:gd name="connsiteX433" fmla="*/ 1380877 w 6586410"/>
              <a:gd name="connsiteY433" fmla="*/ 3578077 h 6596391"/>
              <a:gd name="connsiteX434" fmla="*/ 1380877 w 6586410"/>
              <a:gd name="connsiteY434" fmla="*/ 3578071 h 6596391"/>
              <a:gd name="connsiteX435" fmla="*/ 1380877 w 6586410"/>
              <a:gd name="connsiteY435" fmla="*/ 3161467 h 6596391"/>
              <a:gd name="connsiteX436" fmla="*/ 1380877 w 6586410"/>
              <a:gd name="connsiteY436" fmla="*/ 3161467 h 6596391"/>
              <a:gd name="connsiteX437" fmla="*/ 1953178 w 6586410"/>
              <a:gd name="connsiteY437" fmla="*/ 3369772 h 6596391"/>
              <a:gd name="connsiteX438" fmla="*/ 1380877 w 6586410"/>
              <a:gd name="connsiteY438" fmla="*/ 3584573 h 6596391"/>
              <a:gd name="connsiteX439" fmla="*/ 1380877 w 6586410"/>
              <a:gd name="connsiteY439" fmla="*/ 3584535 h 6596391"/>
              <a:gd name="connsiteX440" fmla="*/ 1380877 w 6586410"/>
              <a:gd name="connsiteY440" fmla="*/ 3584573 h 6596391"/>
              <a:gd name="connsiteX441" fmla="*/ 1379544 w 6586410"/>
              <a:gd name="connsiteY441" fmla="*/ 3587723 h 6596391"/>
              <a:gd name="connsiteX442" fmla="*/ 1380877 w 6586410"/>
              <a:gd name="connsiteY442" fmla="*/ 3584573 h 6596391"/>
              <a:gd name="connsiteX443" fmla="*/ 790746 w 6586410"/>
              <a:gd name="connsiteY443" fmla="*/ 2946665 h 6596391"/>
              <a:gd name="connsiteX444" fmla="*/ 1363040 w 6586410"/>
              <a:gd name="connsiteY444" fmla="*/ 3154971 h 6596391"/>
              <a:gd name="connsiteX445" fmla="*/ 790746 w 6586410"/>
              <a:gd name="connsiteY445" fmla="*/ 3363282 h 6596391"/>
              <a:gd name="connsiteX446" fmla="*/ 790746 w 6586410"/>
              <a:gd name="connsiteY446" fmla="*/ 2946665 h 6596391"/>
              <a:gd name="connsiteX447" fmla="*/ 1371791 w 6586410"/>
              <a:gd name="connsiteY447" fmla="*/ 3161460 h 6596391"/>
              <a:gd name="connsiteX448" fmla="*/ 1371791 w 6586410"/>
              <a:gd name="connsiteY448" fmla="*/ 3578084 h 6596391"/>
              <a:gd name="connsiteX449" fmla="*/ 799478 w 6586410"/>
              <a:gd name="connsiteY449" fmla="*/ 3369772 h 6596391"/>
              <a:gd name="connsiteX450" fmla="*/ 1371791 w 6586410"/>
              <a:gd name="connsiteY450" fmla="*/ 3161460 h 6596391"/>
              <a:gd name="connsiteX451" fmla="*/ 790740 w 6586410"/>
              <a:gd name="connsiteY451" fmla="*/ 3792885 h 6596391"/>
              <a:gd name="connsiteX452" fmla="*/ 790740 w 6586410"/>
              <a:gd name="connsiteY452" fmla="*/ 3792873 h 6596391"/>
              <a:gd name="connsiteX453" fmla="*/ 790746 w 6586410"/>
              <a:gd name="connsiteY453" fmla="*/ 3376281 h 6596391"/>
              <a:gd name="connsiteX454" fmla="*/ 1363034 w 6586410"/>
              <a:gd name="connsiteY454" fmla="*/ 3584580 h 6596391"/>
              <a:gd name="connsiteX455" fmla="*/ 1363040 w 6586410"/>
              <a:gd name="connsiteY455" fmla="*/ 3584580 h 6596391"/>
              <a:gd name="connsiteX456" fmla="*/ 1201128 w 6586410"/>
              <a:gd name="connsiteY456" fmla="*/ 3643514 h 6596391"/>
              <a:gd name="connsiteX457" fmla="*/ 790740 w 6586410"/>
              <a:gd name="connsiteY457" fmla="*/ 3792885 h 6596391"/>
              <a:gd name="connsiteX458" fmla="*/ 790740 w 6586410"/>
              <a:gd name="connsiteY458" fmla="*/ 3792885 h 6596391"/>
              <a:gd name="connsiteX459" fmla="*/ 599250 w 6586410"/>
              <a:gd name="connsiteY459" fmla="*/ 4721782 h 6596391"/>
              <a:gd name="connsiteX460" fmla="*/ 599250 w 6586410"/>
              <a:gd name="connsiteY460" fmla="*/ 4305171 h 6596391"/>
              <a:gd name="connsiteX461" fmla="*/ 1171549 w 6586410"/>
              <a:gd name="connsiteY461" fmla="*/ 4513471 h 6596391"/>
              <a:gd name="connsiteX462" fmla="*/ 599250 w 6586410"/>
              <a:gd name="connsiteY462" fmla="*/ 4721782 h 6596391"/>
              <a:gd name="connsiteX463" fmla="*/ 1180300 w 6586410"/>
              <a:gd name="connsiteY463" fmla="*/ 4506975 h 6596391"/>
              <a:gd name="connsiteX464" fmla="*/ 607981 w 6586410"/>
              <a:gd name="connsiteY464" fmla="*/ 4298663 h 6596391"/>
              <a:gd name="connsiteX465" fmla="*/ 1180300 w 6586410"/>
              <a:gd name="connsiteY465" fmla="*/ 4090351 h 6596391"/>
              <a:gd name="connsiteX466" fmla="*/ 1180300 w 6586410"/>
              <a:gd name="connsiteY466" fmla="*/ 4506975 h 6596391"/>
              <a:gd name="connsiteX467" fmla="*/ 599250 w 6586410"/>
              <a:gd name="connsiteY467" fmla="*/ 4292167 h 6596391"/>
              <a:gd name="connsiteX468" fmla="*/ 599250 w 6586410"/>
              <a:gd name="connsiteY468" fmla="*/ 3875556 h 6596391"/>
              <a:gd name="connsiteX469" fmla="*/ 1171537 w 6586410"/>
              <a:gd name="connsiteY469" fmla="*/ 4083861 h 6596391"/>
              <a:gd name="connsiteX470" fmla="*/ 599250 w 6586410"/>
              <a:gd name="connsiteY470" fmla="*/ 4292167 h 6596391"/>
              <a:gd name="connsiteX471" fmla="*/ 1961928 w 6586410"/>
              <a:gd name="connsiteY471" fmla="*/ 4225784 h 6596391"/>
              <a:gd name="connsiteX472" fmla="*/ 1189393 w 6586410"/>
              <a:gd name="connsiteY472" fmla="*/ 4506981 h 6596391"/>
              <a:gd name="connsiteX473" fmla="*/ 1189393 w 6586410"/>
              <a:gd name="connsiteY473" fmla="*/ 4087049 h 6596391"/>
              <a:gd name="connsiteX474" fmla="*/ 1961928 w 6586410"/>
              <a:gd name="connsiteY474" fmla="*/ 3805865 h 6596391"/>
              <a:gd name="connsiteX475" fmla="*/ 1961928 w 6586410"/>
              <a:gd name="connsiteY475" fmla="*/ 4225784 h 6596391"/>
              <a:gd name="connsiteX476" fmla="*/ 1961928 w 6586410"/>
              <a:gd name="connsiteY476" fmla="*/ 3376275 h 6596391"/>
              <a:gd name="connsiteX477" fmla="*/ 1961928 w 6586410"/>
              <a:gd name="connsiteY477" fmla="*/ 3796200 h 6596391"/>
              <a:gd name="connsiteX478" fmla="*/ 1184853 w 6586410"/>
              <a:gd name="connsiteY478" fmla="*/ 4079023 h 6596391"/>
              <a:gd name="connsiteX479" fmla="*/ 1186390 w 6586410"/>
              <a:gd name="connsiteY479" fmla="*/ 4079582 h 6596391"/>
              <a:gd name="connsiteX480" fmla="*/ 1189393 w 6586410"/>
              <a:gd name="connsiteY480" fmla="*/ 4083855 h 6596391"/>
              <a:gd name="connsiteX481" fmla="*/ 1189393 w 6586410"/>
              <a:gd name="connsiteY481" fmla="*/ 4083861 h 6596391"/>
              <a:gd name="connsiteX482" fmla="*/ 1186396 w 6586410"/>
              <a:gd name="connsiteY482" fmla="*/ 4079594 h 6596391"/>
              <a:gd name="connsiteX483" fmla="*/ 596252 w 6586410"/>
              <a:gd name="connsiteY483" fmla="*/ 3864793 h 6596391"/>
              <a:gd name="connsiteX484" fmla="*/ 595274 w 6586410"/>
              <a:gd name="connsiteY484" fmla="*/ 3864615 h 6596391"/>
              <a:gd name="connsiteX485" fmla="*/ 596252 w 6586410"/>
              <a:gd name="connsiteY485" fmla="*/ 3864786 h 6596391"/>
              <a:gd name="connsiteX486" fmla="*/ 608000 w 6586410"/>
              <a:gd name="connsiteY486" fmla="*/ 3869066 h 6596391"/>
              <a:gd name="connsiteX487" fmla="*/ 787705 w 6586410"/>
              <a:gd name="connsiteY487" fmla="*/ 3803655 h 6596391"/>
              <a:gd name="connsiteX488" fmla="*/ 787749 w 6586410"/>
              <a:gd name="connsiteY488" fmla="*/ 3803648 h 6596391"/>
              <a:gd name="connsiteX489" fmla="*/ 1325258 w 6586410"/>
              <a:gd name="connsiteY489" fmla="*/ 3607999 h 6596391"/>
              <a:gd name="connsiteX490" fmla="*/ 1377887 w 6586410"/>
              <a:gd name="connsiteY490" fmla="*/ 3588841 h 6596391"/>
              <a:gd name="connsiteX491" fmla="*/ 1961928 w 6586410"/>
              <a:gd name="connsiteY491" fmla="*/ 3376256 h 6596391"/>
              <a:gd name="connsiteX492" fmla="*/ 1961928 w 6586410"/>
              <a:gd name="connsiteY492" fmla="*/ 3376275 h 6596391"/>
              <a:gd name="connsiteX493" fmla="*/ 1961928 w 6586410"/>
              <a:gd name="connsiteY493" fmla="*/ 3363276 h 6596391"/>
              <a:gd name="connsiteX494" fmla="*/ 1397495 w 6586410"/>
              <a:gd name="connsiteY494" fmla="*/ 3157834 h 6596391"/>
              <a:gd name="connsiteX495" fmla="*/ 1389628 w 6586410"/>
              <a:gd name="connsiteY495" fmla="*/ 3154971 h 6596391"/>
              <a:gd name="connsiteX496" fmla="*/ 1961928 w 6586410"/>
              <a:gd name="connsiteY496" fmla="*/ 2946672 h 6596391"/>
              <a:gd name="connsiteX497" fmla="*/ 1961928 w 6586410"/>
              <a:gd name="connsiteY497" fmla="*/ 3363276 h 6596391"/>
              <a:gd name="connsiteX498" fmla="*/ 1961928 w 6586410"/>
              <a:gd name="connsiteY498" fmla="*/ 2933673 h 6596391"/>
              <a:gd name="connsiteX499" fmla="*/ 1389628 w 6586410"/>
              <a:gd name="connsiteY499" fmla="*/ 2725361 h 6596391"/>
              <a:gd name="connsiteX500" fmla="*/ 1961928 w 6586410"/>
              <a:gd name="connsiteY500" fmla="*/ 2517062 h 6596391"/>
              <a:gd name="connsiteX501" fmla="*/ 1961928 w 6586410"/>
              <a:gd name="connsiteY501" fmla="*/ 2933673 h 6596391"/>
              <a:gd name="connsiteX502" fmla="*/ 1961928 w 6586410"/>
              <a:gd name="connsiteY502" fmla="*/ 365727 h 6596391"/>
              <a:gd name="connsiteX503" fmla="*/ 1763236 w 6586410"/>
              <a:gd name="connsiteY503" fmla="*/ 293407 h 6596391"/>
              <a:gd name="connsiteX504" fmla="*/ 1759718 w 6586410"/>
              <a:gd name="connsiteY504" fmla="*/ 292124 h 6596391"/>
              <a:gd name="connsiteX505" fmla="*/ 1961928 w 6586410"/>
              <a:gd name="connsiteY505" fmla="*/ 365727 h 6596391"/>
              <a:gd name="connsiteX506" fmla="*/ 1380884 w 6586410"/>
              <a:gd name="connsiteY506" fmla="*/ 154246 h 6596391"/>
              <a:gd name="connsiteX507" fmla="*/ 1680775 w 6586410"/>
              <a:gd name="connsiteY507" fmla="*/ 263390 h 6596391"/>
              <a:gd name="connsiteX508" fmla="*/ 1380884 w 6586410"/>
              <a:gd name="connsiteY508" fmla="*/ 154246 h 6596391"/>
              <a:gd name="connsiteX509" fmla="*/ 1756461 w 6586410"/>
              <a:gd name="connsiteY509" fmla="*/ 290943 h 6596391"/>
              <a:gd name="connsiteX510" fmla="*/ 1380884 w 6586410"/>
              <a:gd name="connsiteY510" fmla="*/ 427652 h 6596391"/>
              <a:gd name="connsiteX511" fmla="*/ 1380884 w 6586410"/>
              <a:gd name="connsiteY511" fmla="*/ 154246 h 6596391"/>
              <a:gd name="connsiteX512" fmla="*/ 1380884 w 6586410"/>
              <a:gd name="connsiteY512" fmla="*/ 437323 h 6596391"/>
              <a:gd name="connsiteX513" fmla="*/ 1769751 w 6586410"/>
              <a:gd name="connsiteY513" fmla="*/ 295781 h 6596391"/>
              <a:gd name="connsiteX514" fmla="*/ 1953178 w 6586410"/>
              <a:gd name="connsiteY514" fmla="*/ 362539 h 6596391"/>
              <a:gd name="connsiteX515" fmla="*/ 1380884 w 6586410"/>
              <a:gd name="connsiteY515" fmla="*/ 570844 h 6596391"/>
              <a:gd name="connsiteX516" fmla="*/ 1380884 w 6586410"/>
              <a:gd name="connsiteY516" fmla="*/ 437323 h 6596391"/>
              <a:gd name="connsiteX517" fmla="*/ 1961928 w 6586410"/>
              <a:gd name="connsiteY517" fmla="*/ 369029 h 6596391"/>
              <a:gd name="connsiteX518" fmla="*/ 1961928 w 6586410"/>
              <a:gd name="connsiteY518" fmla="*/ 785659 h 6596391"/>
              <a:gd name="connsiteX519" fmla="*/ 1389615 w 6586410"/>
              <a:gd name="connsiteY519" fmla="*/ 577353 h 6596391"/>
              <a:gd name="connsiteX520" fmla="*/ 1961928 w 6586410"/>
              <a:gd name="connsiteY520" fmla="*/ 369029 h 6596391"/>
              <a:gd name="connsiteX521" fmla="*/ 1380884 w 6586410"/>
              <a:gd name="connsiteY521" fmla="*/ 583849 h 6596391"/>
              <a:gd name="connsiteX522" fmla="*/ 1953171 w 6586410"/>
              <a:gd name="connsiteY522" fmla="*/ 792148 h 6596391"/>
              <a:gd name="connsiteX523" fmla="*/ 1380884 w 6586410"/>
              <a:gd name="connsiteY523" fmla="*/ 1000466 h 6596391"/>
              <a:gd name="connsiteX524" fmla="*/ 1380884 w 6586410"/>
              <a:gd name="connsiteY524" fmla="*/ 583849 h 6596391"/>
              <a:gd name="connsiteX525" fmla="*/ 1966468 w 6586410"/>
              <a:gd name="connsiteY525" fmla="*/ 1216919 h 6596391"/>
              <a:gd name="connsiteX526" fmla="*/ 1389628 w 6586410"/>
              <a:gd name="connsiteY526" fmla="*/ 1006956 h 6596391"/>
              <a:gd name="connsiteX527" fmla="*/ 1966475 w 6586410"/>
              <a:gd name="connsiteY527" fmla="*/ 797000 h 6596391"/>
              <a:gd name="connsiteX528" fmla="*/ 2543321 w 6586410"/>
              <a:gd name="connsiteY528" fmla="*/ 1006956 h 6596391"/>
              <a:gd name="connsiteX529" fmla="*/ 2176653 w 6586410"/>
              <a:gd name="connsiteY529" fmla="*/ 1140420 h 6596391"/>
              <a:gd name="connsiteX530" fmla="*/ 2053927 w 6586410"/>
              <a:gd name="connsiteY530" fmla="*/ 1185093 h 6596391"/>
              <a:gd name="connsiteX531" fmla="*/ 1966468 w 6586410"/>
              <a:gd name="connsiteY531" fmla="*/ 1216919 h 6596391"/>
              <a:gd name="connsiteX532" fmla="*/ 1966468 w 6586410"/>
              <a:gd name="connsiteY532" fmla="*/ 1216919 h 6596391"/>
              <a:gd name="connsiteX533" fmla="*/ 1971021 w 6586410"/>
              <a:gd name="connsiteY533" fmla="*/ 2946659 h 6596391"/>
              <a:gd name="connsiteX534" fmla="*/ 2543334 w 6586410"/>
              <a:gd name="connsiteY534" fmla="*/ 3154977 h 6596391"/>
              <a:gd name="connsiteX535" fmla="*/ 1971021 w 6586410"/>
              <a:gd name="connsiteY535" fmla="*/ 3363289 h 6596391"/>
              <a:gd name="connsiteX536" fmla="*/ 1971021 w 6586410"/>
              <a:gd name="connsiteY536" fmla="*/ 2946659 h 6596391"/>
              <a:gd name="connsiteX537" fmla="*/ 1971021 w 6586410"/>
              <a:gd name="connsiteY537" fmla="*/ 3376275 h 6596391"/>
              <a:gd name="connsiteX538" fmla="*/ 1971021 w 6586410"/>
              <a:gd name="connsiteY538" fmla="*/ 3376275 h 6596391"/>
              <a:gd name="connsiteX539" fmla="*/ 2194827 w 6586410"/>
              <a:gd name="connsiteY539" fmla="*/ 3457732 h 6596391"/>
              <a:gd name="connsiteX540" fmla="*/ 2543315 w 6586410"/>
              <a:gd name="connsiteY540" fmla="*/ 3584580 h 6596391"/>
              <a:gd name="connsiteX541" fmla="*/ 2543334 w 6586410"/>
              <a:gd name="connsiteY541" fmla="*/ 3584586 h 6596391"/>
              <a:gd name="connsiteX542" fmla="*/ 1971021 w 6586410"/>
              <a:gd name="connsiteY542" fmla="*/ 3792892 h 6596391"/>
              <a:gd name="connsiteX543" fmla="*/ 1971021 w 6586410"/>
              <a:gd name="connsiteY543" fmla="*/ 3376275 h 6596391"/>
              <a:gd name="connsiteX544" fmla="*/ 1971021 w 6586410"/>
              <a:gd name="connsiteY544" fmla="*/ 3805871 h 6596391"/>
              <a:gd name="connsiteX545" fmla="*/ 2543340 w 6586410"/>
              <a:gd name="connsiteY545" fmla="*/ 4014189 h 6596391"/>
              <a:gd name="connsiteX546" fmla="*/ 1971021 w 6586410"/>
              <a:gd name="connsiteY546" fmla="*/ 4222488 h 6596391"/>
              <a:gd name="connsiteX547" fmla="*/ 1971021 w 6586410"/>
              <a:gd name="connsiteY547" fmla="*/ 3805871 h 6596391"/>
              <a:gd name="connsiteX548" fmla="*/ 2552071 w 6586410"/>
              <a:gd name="connsiteY548" fmla="*/ 4437290 h 6596391"/>
              <a:gd name="connsiteX549" fmla="*/ 2552071 w 6586410"/>
              <a:gd name="connsiteY549" fmla="*/ 4437290 h 6596391"/>
              <a:gd name="connsiteX550" fmla="*/ 2437568 w 6586410"/>
              <a:gd name="connsiteY550" fmla="*/ 4395615 h 6596391"/>
              <a:gd name="connsiteX551" fmla="*/ 1979784 w 6586410"/>
              <a:gd name="connsiteY551" fmla="*/ 4228984 h 6596391"/>
              <a:gd name="connsiteX552" fmla="*/ 2552071 w 6586410"/>
              <a:gd name="connsiteY552" fmla="*/ 4020691 h 6596391"/>
              <a:gd name="connsiteX553" fmla="*/ 2552071 w 6586410"/>
              <a:gd name="connsiteY553" fmla="*/ 4437290 h 6596391"/>
              <a:gd name="connsiteX554" fmla="*/ 2552071 w 6586410"/>
              <a:gd name="connsiteY554" fmla="*/ 3591076 h 6596391"/>
              <a:gd name="connsiteX555" fmla="*/ 2552071 w 6586410"/>
              <a:gd name="connsiteY555" fmla="*/ 4007687 h 6596391"/>
              <a:gd name="connsiteX556" fmla="*/ 1979771 w 6586410"/>
              <a:gd name="connsiteY556" fmla="*/ 3799375 h 6596391"/>
              <a:gd name="connsiteX557" fmla="*/ 2286959 w 6586410"/>
              <a:gd name="connsiteY557" fmla="*/ 3687571 h 6596391"/>
              <a:gd name="connsiteX558" fmla="*/ 2552071 w 6586410"/>
              <a:gd name="connsiteY558" fmla="*/ 3591076 h 6596391"/>
              <a:gd name="connsiteX559" fmla="*/ 2552071 w 6586410"/>
              <a:gd name="connsiteY559" fmla="*/ 3591076 h 6596391"/>
              <a:gd name="connsiteX560" fmla="*/ 2552071 w 6586410"/>
              <a:gd name="connsiteY560" fmla="*/ 3578077 h 6596391"/>
              <a:gd name="connsiteX561" fmla="*/ 2552071 w 6586410"/>
              <a:gd name="connsiteY561" fmla="*/ 3578090 h 6596391"/>
              <a:gd name="connsiteX562" fmla="*/ 2076424 w 6586410"/>
              <a:gd name="connsiteY562" fmla="*/ 3404951 h 6596391"/>
              <a:gd name="connsiteX563" fmla="*/ 1979771 w 6586410"/>
              <a:gd name="connsiteY563" fmla="*/ 3369772 h 6596391"/>
              <a:gd name="connsiteX564" fmla="*/ 2552071 w 6586410"/>
              <a:gd name="connsiteY564" fmla="*/ 3161473 h 6596391"/>
              <a:gd name="connsiteX565" fmla="*/ 2552071 w 6586410"/>
              <a:gd name="connsiteY565" fmla="*/ 3578077 h 6596391"/>
              <a:gd name="connsiteX566" fmla="*/ 2552071 w 6586410"/>
              <a:gd name="connsiteY566" fmla="*/ 2731876 h 6596391"/>
              <a:gd name="connsiteX567" fmla="*/ 2552071 w 6586410"/>
              <a:gd name="connsiteY567" fmla="*/ 3148475 h 6596391"/>
              <a:gd name="connsiteX568" fmla="*/ 1979790 w 6586410"/>
              <a:gd name="connsiteY568" fmla="*/ 2940176 h 6596391"/>
              <a:gd name="connsiteX569" fmla="*/ 1971021 w 6586410"/>
              <a:gd name="connsiteY569" fmla="*/ 2943363 h 6596391"/>
              <a:gd name="connsiteX570" fmla="*/ 1971021 w 6586410"/>
              <a:gd name="connsiteY570" fmla="*/ 2943351 h 6596391"/>
              <a:gd name="connsiteX571" fmla="*/ 2552071 w 6586410"/>
              <a:gd name="connsiteY571" fmla="*/ 2731876 h 6596391"/>
              <a:gd name="connsiteX572" fmla="*/ 2552071 w 6586410"/>
              <a:gd name="connsiteY572" fmla="*/ 2731876 h 6596391"/>
              <a:gd name="connsiteX573" fmla="*/ 1971027 w 6586410"/>
              <a:gd name="connsiteY573" fmla="*/ 2933673 h 6596391"/>
              <a:gd name="connsiteX574" fmla="*/ 1971027 w 6586410"/>
              <a:gd name="connsiteY574" fmla="*/ 2517075 h 6596391"/>
              <a:gd name="connsiteX575" fmla="*/ 2543315 w 6586410"/>
              <a:gd name="connsiteY575" fmla="*/ 2725380 h 6596391"/>
              <a:gd name="connsiteX576" fmla="*/ 2543321 w 6586410"/>
              <a:gd name="connsiteY576" fmla="*/ 2725380 h 6596391"/>
              <a:gd name="connsiteX577" fmla="*/ 2424602 w 6586410"/>
              <a:gd name="connsiteY577" fmla="*/ 2768598 h 6596391"/>
              <a:gd name="connsiteX578" fmla="*/ 2018449 w 6586410"/>
              <a:gd name="connsiteY578" fmla="*/ 2916414 h 6596391"/>
              <a:gd name="connsiteX579" fmla="*/ 1971027 w 6586410"/>
              <a:gd name="connsiteY579" fmla="*/ 2933673 h 6596391"/>
              <a:gd name="connsiteX580" fmla="*/ 2552071 w 6586410"/>
              <a:gd name="connsiteY580" fmla="*/ 2718884 h 6596391"/>
              <a:gd name="connsiteX581" fmla="*/ 2401995 w 6586410"/>
              <a:gd name="connsiteY581" fmla="*/ 2664262 h 6596391"/>
              <a:gd name="connsiteX582" fmla="*/ 1971021 w 6586410"/>
              <a:gd name="connsiteY582" fmla="*/ 2507398 h 6596391"/>
              <a:gd name="connsiteX583" fmla="*/ 1971021 w 6586410"/>
              <a:gd name="connsiteY583" fmla="*/ 2507391 h 6596391"/>
              <a:gd name="connsiteX584" fmla="*/ 1971021 w 6586410"/>
              <a:gd name="connsiteY584" fmla="*/ 1657863 h 6596391"/>
              <a:gd name="connsiteX585" fmla="*/ 1971021 w 6586410"/>
              <a:gd name="connsiteY585" fmla="*/ 1657857 h 6596391"/>
              <a:gd name="connsiteX586" fmla="*/ 2358345 w 6586410"/>
              <a:gd name="connsiteY586" fmla="*/ 1798839 h 6596391"/>
              <a:gd name="connsiteX587" fmla="*/ 2552071 w 6586410"/>
              <a:gd name="connsiteY587" fmla="*/ 1869350 h 6596391"/>
              <a:gd name="connsiteX588" fmla="*/ 2552071 w 6586410"/>
              <a:gd name="connsiteY588" fmla="*/ 2718884 h 6596391"/>
              <a:gd name="connsiteX589" fmla="*/ 2552071 w 6586410"/>
              <a:gd name="connsiteY589" fmla="*/ 1859672 h 6596391"/>
              <a:gd name="connsiteX590" fmla="*/ 1979771 w 6586410"/>
              <a:gd name="connsiteY590" fmla="*/ 1651367 h 6596391"/>
              <a:gd name="connsiteX591" fmla="*/ 2552071 w 6586410"/>
              <a:gd name="connsiteY591" fmla="*/ 1443068 h 6596391"/>
              <a:gd name="connsiteX592" fmla="*/ 2552071 w 6586410"/>
              <a:gd name="connsiteY592" fmla="*/ 1859672 h 6596391"/>
              <a:gd name="connsiteX593" fmla="*/ 2552071 w 6586410"/>
              <a:gd name="connsiteY593" fmla="*/ 1013458 h 6596391"/>
              <a:gd name="connsiteX594" fmla="*/ 2552071 w 6586410"/>
              <a:gd name="connsiteY594" fmla="*/ 1430069 h 6596391"/>
              <a:gd name="connsiteX595" fmla="*/ 1979771 w 6586410"/>
              <a:gd name="connsiteY595" fmla="*/ 1221758 h 6596391"/>
              <a:gd name="connsiteX596" fmla="*/ 2552071 w 6586410"/>
              <a:gd name="connsiteY596" fmla="*/ 1013458 h 6596391"/>
              <a:gd name="connsiteX597" fmla="*/ 1968030 w 6586410"/>
              <a:gd name="connsiteY597" fmla="*/ 1226031 h 6596391"/>
              <a:gd name="connsiteX598" fmla="*/ 2552071 w 6586410"/>
              <a:gd name="connsiteY598" fmla="*/ 1013446 h 6596391"/>
              <a:gd name="connsiteX599" fmla="*/ 2552071 w 6586410"/>
              <a:gd name="connsiteY599" fmla="*/ 1013458 h 6596391"/>
              <a:gd name="connsiteX600" fmla="*/ 2561171 w 6586410"/>
              <a:gd name="connsiteY600" fmla="*/ 2722205 h 6596391"/>
              <a:gd name="connsiteX601" fmla="*/ 2561171 w 6586410"/>
              <a:gd name="connsiteY601" fmla="*/ 2722205 h 6596391"/>
              <a:gd name="connsiteX602" fmla="*/ 2569922 w 6586410"/>
              <a:gd name="connsiteY602" fmla="*/ 2725380 h 6596391"/>
              <a:gd name="connsiteX603" fmla="*/ 3142208 w 6586410"/>
              <a:gd name="connsiteY603" fmla="*/ 2517062 h 6596391"/>
              <a:gd name="connsiteX604" fmla="*/ 3142208 w 6586410"/>
              <a:gd name="connsiteY604" fmla="*/ 2933673 h 6596391"/>
              <a:gd name="connsiteX605" fmla="*/ 3142208 w 6586410"/>
              <a:gd name="connsiteY605" fmla="*/ 2933686 h 6596391"/>
              <a:gd name="connsiteX606" fmla="*/ 2561171 w 6586410"/>
              <a:gd name="connsiteY606" fmla="*/ 2722205 h 6596391"/>
              <a:gd name="connsiteX607" fmla="*/ 3133458 w 6586410"/>
              <a:gd name="connsiteY607" fmla="*/ 2940169 h 6596391"/>
              <a:gd name="connsiteX608" fmla="*/ 2561171 w 6586410"/>
              <a:gd name="connsiteY608" fmla="*/ 3148475 h 6596391"/>
              <a:gd name="connsiteX609" fmla="*/ 2561171 w 6586410"/>
              <a:gd name="connsiteY609" fmla="*/ 2731876 h 6596391"/>
              <a:gd name="connsiteX610" fmla="*/ 3133458 w 6586410"/>
              <a:gd name="connsiteY610" fmla="*/ 2940169 h 6596391"/>
              <a:gd name="connsiteX611" fmla="*/ 2561171 w 6586410"/>
              <a:gd name="connsiteY611" fmla="*/ 2718884 h 6596391"/>
              <a:gd name="connsiteX612" fmla="*/ 2561171 w 6586410"/>
              <a:gd name="connsiteY612" fmla="*/ 1869350 h 6596391"/>
              <a:gd name="connsiteX613" fmla="*/ 2754890 w 6586410"/>
              <a:gd name="connsiteY613" fmla="*/ 1798839 h 6596391"/>
              <a:gd name="connsiteX614" fmla="*/ 3142208 w 6586410"/>
              <a:gd name="connsiteY614" fmla="*/ 1657857 h 6596391"/>
              <a:gd name="connsiteX615" fmla="*/ 3142208 w 6586410"/>
              <a:gd name="connsiteY615" fmla="*/ 1657863 h 6596391"/>
              <a:gd name="connsiteX616" fmla="*/ 3142208 w 6586410"/>
              <a:gd name="connsiteY616" fmla="*/ 2507385 h 6596391"/>
              <a:gd name="connsiteX617" fmla="*/ 2561171 w 6586410"/>
              <a:gd name="connsiteY617" fmla="*/ 2718884 h 6596391"/>
              <a:gd name="connsiteX618" fmla="*/ 2561171 w 6586410"/>
              <a:gd name="connsiteY618" fmla="*/ 1859672 h 6596391"/>
              <a:gd name="connsiteX619" fmla="*/ 2561171 w 6586410"/>
              <a:gd name="connsiteY619" fmla="*/ 1443068 h 6596391"/>
              <a:gd name="connsiteX620" fmla="*/ 3133465 w 6586410"/>
              <a:gd name="connsiteY620" fmla="*/ 1651367 h 6596391"/>
              <a:gd name="connsiteX621" fmla="*/ 2561171 w 6586410"/>
              <a:gd name="connsiteY621" fmla="*/ 1859672 h 6596391"/>
              <a:gd name="connsiteX622" fmla="*/ 2561165 w 6586410"/>
              <a:gd name="connsiteY622" fmla="*/ 1006962 h 6596391"/>
              <a:gd name="connsiteX623" fmla="*/ 2561165 w 6586410"/>
              <a:gd name="connsiteY623" fmla="*/ 1006962 h 6596391"/>
              <a:gd name="connsiteX624" fmla="*/ 2561165 w 6586410"/>
              <a:gd name="connsiteY624" fmla="*/ 1006962 h 6596391"/>
              <a:gd name="connsiteX625" fmla="*/ 2561165 w 6586410"/>
              <a:gd name="connsiteY625" fmla="*/ 1006962 h 6596391"/>
              <a:gd name="connsiteX626" fmla="*/ 3133458 w 6586410"/>
              <a:gd name="connsiteY626" fmla="*/ 1221764 h 6596391"/>
              <a:gd name="connsiteX627" fmla="*/ 2561171 w 6586410"/>
              <a:gd name="connsiteY627" fmla="*/ 1430076 h 6596391"/>
              <a:gd name="connsiteX628" fmla="*/ 2561171 w 6586410"/>
              <a:gd name="connsiteY628" fmla="*/ 1013465 h 6596391"/>
              <a:gd name="connsiteX629" fmla="*/ 3133458 w 6586410"/>
              <a:gd name="connsiteY629" fmla="*/ 1221764 h 6596391"/>
              <a:gd name="connsiteX630" fmla="*/ 3133465 w 6586410"/>
              <a:gd name="connsiteY630" fmla="*/ 3369778 h 6596391"/>
              <a:gd name="connsiteX631" fmla="*/ 2561171 w 6586410"/>
              <a:gd name="connsiteY631" fmla="*/ 3578096 h 6596391"/>
              <a:gd name="connsiteX632" fmla="*/ 2561171 w 6586410"/>
              <a:gd name="connsiteY632" fmla="*/ 3161479 h 6596391"/>
              <a:gd name="connsiteX633" fmla="*/ 3133465 w 6586410"/>
              <a:gd name="connsiteY633" fmla="*/ 3369778 h 6596391"/>
              <a:gd name="connsiteX634" fmla="*/ 3133465 w 6586410"/>
              <a:gd name="connsiteY634" fmla="*/ 3799381 h 6596391"/>
              <a:gd name="connsiteX635" fmla="*/ 2561171 w 6586410"/>
              <a:gd name="connsiteY635" fmla="*/ 4007693 h 6596391"/>
              <a:gd name="connsiteX636" fmla="*/ 2561171 w 6586410"/>
              <a:gd name="connsiteY636" fmla="*/ 3591082 h 6596391"/>
              <a:gd name="connsiteX637" fmla="*/ 3133465 w 6586410"/>
              <a:gd name="connsiteY637" fmla="*/ 3799381 h 6596391"/>
              <a:gd name="connsiteX638" fmla="*/ 2561171 w 6586410"/>
              <a:gd name="connsiteY638" fmla="*/ 4437284 h 6596391"/>
              <a:gd name="connsiteX639" fmla="*/ 2561171 w 6586410"/>
              <a:gd name="connsiteY639" fmla="*/ 4020691 h 6596391"/>
              <a:gd name="connsiteX640" fmla="*/ 3133452 w 6586410"/>
              <a:gd name="connsiteY640" fmla="*/ 4228984 h 6596391"/>
              <a:gd name="connsiteX641" fmla="*/ 2561171 w 6586410"/>
              <a:gd name="connsiteY641" fmla="*/ 4437284 h 6596391"/>
              <a:gd name="connsiteX642" fmla="*/ 3142208 w 6586410"/>
              <a:gd name="connsiteY642" fmla="*/ 4222488 h 6596391"/>
              <a:gd name="connsiteX643" fmla="*/ 2569890 w 6586410"/>
              <a:gd name="connsiteY643" fmla="*/ 4014189 h 6596391"/>
              <a:gd name="connsiteX644" fmla="*/ 3142208 w 6586410"/>
              <a:gd name="connsiteY644" fmla="*/ 3805871 h 6596391"/>
              <a:gd name="connsiteX645" fmla="*/ 3142208 w 6586410"/>
              <a:gd name="connsiteY645" fmla="*/ 4222488 h 6596391"/>
              <a:gd name="connsiteX646" fmla="*/ 3142208 w 6586410"/>
              <a:gd name="connsiteY646" fmla="*/ 3792892 h 6596391"/>
              <a:gd name="connsiteX647" fmla="*/ 3142208 w 6586410"/>
              <a:gd name="connsiteY647" fmla="*/ 3792904 h 6596391"/>
              <a:gd name="connsiteX648" fmla="*/ 2569896 w 6586410"/>
              <a:gd name="connsiteY648" fmla="*/ 3584586 h 6596391"/>
              <a:gd name="connsiteX649" fmla="*/ 2569896 w 6586410"/>
              <a:gd name="connsiteY649" fmla="*/ 3584580 h 6596391"/>
              <a:gd name="connsiteX650" fmla="*/ 3142208 w 6586410"/>
              <a:gd name="connsiteY650" fmla="*/ 3376268 h 6596391"/>
              <a:gd name="connsiteX651" fmla="*/ 3142208 w 6586410"/>
              <a:gd name="connsiteY651" fmla="*/ 3792892 h 6596391"/>
              <a:gd name="connsiteX652" fmla="*/ 3142208 w 6586410"/>
              <a:gd name="connsiteY652" fmla="*/ 3083324 h 6596391"/>
              <a:gd name="connsiteX653" fmla="*/ 3142208 w 6586410"/>
              <a:gd name="connsiteY653" fmla="*/ 3083406 h 6596391"/>
              <a:gd name="connsiteX654" fmla="*/ 3142208 w 6586410"/>
              <a:gd name="connsiteY654" fmla="*/ 3226529 h 6596391"/>
              <a:gd name="connsiteX655" fmla="*/ 3142208 w 6586410"/>
              <a:gd name="connsiteY655" fmla="*/ 3226611 h 6596391"/>
              <a:gd name="connsiteX656" fmla="*/ 3142208 w 6586410"/>
              <a:gd name="connsiteY656" fmla="*/ 3363289 h 6596391"/>
              <a:gd name="connsiteX657" fmla="*/ 2569896 w 6586410"/>
              <a:gd name="connsiteY657" fmla="*/ 3154977 h 6596391"/>
              <a:gd name="connsiteX658" fmla="*/ 3142208 w 6586410"/>
              <a:gd name="connsiteY658" fmla="*/ 2946659 h 6596391"/>
              <a:gd name="connsiteX659" fmla="*/ 3142208 w 6586410"/>
              <a:gd name="connsiteY659" fmla="*/ 3083324 h 6596391"/>
              <a:gd name="connsiteX660" fmla="*/ 3142208 w 6586410"/>
              <a:gd name="connsiteY660" fmla="*/ 1644877 h 6596391"/>
              <a:gd name="connsiteX661" fmla="*/ 2569896 w 6586410"/>
              <a:gd name="connsiteY661" fmla="*/ 1436565 h 6596391"/>
              <a:gd name="connsiteX662" fmla="*/ 3142208 w 6586410"/>
              <a:gd name="connsiteY662" fmla="*/ 1228254 h 6596391"/>
              <a:gd name="connsiteX663" fmla="*/ 3142208 w 6586410"/>
              <a:gd name="connsiteY663" fmla="*/ 1644877 h 6596391"/>
              <a:gd name="connsiteX664" fmla="*/ 3151302 w 6586410"/>
              <a:gd name="connsiteY664" fmla="*/ 795336 h 6596391"/>
              <a:gd name="connsiteX665" fmla="*/ 3736899 w 6586410"/>
              <a:gd name="connsiteY665" fmla="*/ 582192 h 6596391"/>
              <a:gd name="connsiteX666" fmla="*/ 4322490 w 6586410"/>
              <a:gd name="connsiteY666" fmla="*/ 795336 h 6596391"/>
              <a:gd name="connsiteX667" fmla="*/ 4322490 w 6586410"/>
              <a:gd name="connsiteY667" fmla="*/ 1218570 h 6596391"/>
              <a:gd name="connsiteX668" fmla="*/ 3736899 w 6586410"/>
              <a:gd name="connsiteY668" fmla="*/ 1431727 h 6596391"/>
              <a:gd name="connsiteX669" fmla="*/ 3151302 w 6586410"/>
              <a:gd name="connsiteY669" fmla="*/ 1218570 h 6596391"/>
              <a:gd name="connsiteX670" fmla="*/ 3151302 w 6586410"/>
              <a:gd name="connsiteY670" fmla="*/ 795336 h 6596391"/>
              <a:gd name="connsiteX671" fmla="*/ 3151302 w 6586410"/>
              <a:gd name="connsiteY671" fmla="*/ 2504045 h 6596391"/>
              <a:gd name="connsiteX672" fmla="*/ 3151302 w 6586410"/>
              <a:gd name="connsiteY672" fmla="*/ 2080976 h 6596391"/>
              <a:gd name="connsiteX673" fmla="*/ 3151302 w 6586410"/>
              <a:gd name="connsiteY673" fmla="*/ 1657863 h 6596391"/>
              <a:gd name="connsiteX674" fmla="*/ 3732346 w 6586410"/>
              <a:gd name="connsiteY674" fmla="*/ 1869350 h 6596391"/>
              <a:gd name="connsiteX675" fmla="*/ 3732352 w 6586410"/>
              <a:gd name="connsiteY675" fmla="*/ 1869350 h 6596391"/>
              <a:gd name="connsiteX676" fmla="*/ 3732352 w 6586410"/>
              <a:gd name="connsiteY676" fmla="*/ 2292584 h 6596391"/>
              <a:gd name="connsiteX677" fmla="*/ 3732346 w 6586410"/>
              <a:gd name="connsiteY677" fmla="*/ 2292584 h 6596391"/>
              <a:gd name="connsiteX678" fmla="*/ 3151302 w 6586410"/>
              <a:gd name="connsiteY678" fmla="*/ 2504083 h 6596391"/>
              <a:gd name="connsiteX679" fmla="*/ 3151302 w 6586410"/>
              <a:gd name="connsiteY679" fmla="*/ 2504045 h 6596391"/>
              <a:gd name="connsiteX680" fmla="*/ 3540207 w 6586410"/>
              <a:gd name="connsiteY680" fmla="*/ 2801790 h 6596391"/>
              <a:gd name="connsiteX681" fmla="*/ 3723633 w 6586410"/>
              <a:gd name="connsiteY681" fmla="*/ 2868560 h 6596391"/>
              <a:gd name="connsiteX682" fmla="*/ 3540214 w 6586410"/>
              <a:gd name="connsiteY682" fmla="*/ 2935318 h 6596391"/>
              <a:gd name="connsiteX683" fmla="*/ 3356781 w 6586410"/>
              <a:gd name="connsiteY683" fmla="*/ 2868554 h 6596391"/>
              <a:gd name="connsiteX684" fmla="*/ 3540207 w 6586410"/>
              <a:gd name="connsiteY684" fmla="*/ 2801790 h 6596391"/>
              <a:gd name="connsiteX685" fmla="*/ 3540201 w 6586410"/>
              <a:gd name="connsiteY685" fmla="*/ 2792119 h 6596391"/>
              <a:gd name="connsiteX686" fmla="*/ 3356763 w 6586410"/>
              <a:gd name="connsiteY686" fmla="*/ 2725349 h 6596391"/>
              <a:gd name="connsiteX687" fmla="*/ 3540201 w 6586410"/>
              <a:gd name="connsiteY687" fmla="*/ 2658585 h 6596391"/>
              <a:gd name="connsiteX688" fmla="*/ 3723633 w 6586410"/>
              <a:gd name="connsiteY688" fmla="*/ 2725349 h 6596391"/>
              <a:gd name="connsiteX689" fmla="*/ 3540201 w 6586410"/>
              <a:gd name="connsiteY689" fmla="*/ 2792119 h 6596391"/>
              <a:gd name="connsiteX690" fmla="*/ 3723640 w 6586410"/>
              <a:gd name="connsiteY690" fmla="*/ 3011759 h 6596391"/>
              <a:gd name="connsiteX691" fmla="*/ 3540195 w 6586410"/>
              <a:gd name="connsiteY691" fmla="*/ 3078529 h 6596391"/>
              <a:gd name="connsiteX692" fmla="*/ 3356769 w 6586410"/>
              <a:gd name="connsiteY692" fmla="*/ 3011765 h 6596391"/>
              <a:gd name="connsiteX693" fmla="*/ 3540214 w 6586410"/>
              <a:gd name="connsiteY693" fmla="*/ 2944995 h 6596391"/>
              <a:gd name="connsiteX694" fmla="*/ 3723640 w 6586410"/>
              <a:gd name="connsiteY694" fmla="*/ 3011759 h 6596391"/>
              <a:gd name="connsiteX695" fmla="*/ 3526904 w 6586410"/>
              <a:gd name="connsiteY695" fmla="*/ 3083368 h 6596391"/>
              <a:gd name="connsiteX696" fmla="*/ 3343466 w 6586410"/>
              <a:gd name="connsiteY696" fmla="*/ 3150132 h 6596391"/>
              <a:gd name="connsiteX697" fmla="*/ 3160046 w 6586410"/>
              <a:gd name="connsiteY697" fmla="*/ 3083368 h 6596391"/>
              <a:gd name="connsiteX698" fmla="*/ 3343478 w 6586410"/>
              <a:gd name="connsiteY698" fmla="*/ 3016604 h 6596391"/>
              <a:gd name="connsiteX699" fmla="*/ 3526904 w 6586410"/>
              <a:gd name="connsiteY699" fmla="*/ 3083368 h 6596391"/>
              <a:gd name="connsiteX700" fmla="*/ 3540195 w 6586410"/>
              <a:gd name="connsiteY700" fmla="*/ 3088207 h 6596391"/>
              <a:gd name="connsiteX701" fmla="*/ 3723615 w 6586410"/>
              <a:gd name="connsiteY701" fmla="*/ 3154971 h 6596391"/>
              <a:gd name="connsiteX702" fmla="*/ 3540182 w 6586410"/>
              <a:gd name="connsiteY702" fmla="*/ 3221734 h 6596391"/>
              <a:gd name="connsiteX703" fmla="*/ 3356763 w 6586410"/>
              <a:gd name="connsiteY703" fmla="*/ 3154971 h 6596391"/>
              <a:gd name="connsiteX704" fmla="*/ 3540195 w 6586410"/>
              <a:gd name="connsiteY704" fmla="*/ 3088207 h 6596391"/>
              <a:gd name="connsiteX705" fmla="*/ 3553492 w 6586410"/>
              <a:gd name="connsiteY705" fmla="*/ 3083368 h 6596391"/>
              <a:gd name="connsiteX706" fmla="*/ 3732352 w 6586410"/>
              <a:gd name="connsiteY706" fmla="*/ 3018268 h 6596391"/>
              <a:gd name="connsiteX707" fmla="*/ 3732352 w 6586410"/>
              <a:gd name="connsiteY707" fmla="*/ 3148468 h 6596391"/>
              <a:gd name="connsiteX708" fmla="*/ 3553492 w 6586410"/>
              <a:gd name="connsiteY708" fmla="*/ 3083368 h 6596391"/>
              <a:gd name="connsiteX709" fmla="*/ 3553511 w 6586410"/>
              <a:gd name="connsiteY709" fmla="*/ 2940156 h 6596391"/>
              <a:gd name="connsiteX710" fmla="*/ 3732352 w 6586410"/>
              <a:gd name="connsiteY710" fmla="*/ 2875063 h 6596391"/>
              <a:gd name="connsiteX711" fmla="*/ 3732352 w 6586410"/>
              <a:gd name="connsiteY711" fmla="*/ 3005250 h 6596391"/>
              <a:gd name="connsiteX712" fmla="*/ 3553511 w 6586410"/>
              <a:gd name="connsiteY712" fmla="*/ 2940156 h 6596391"/>
              <a:gd name="connsiteX713" fmla="*/ 3553492 w 6586410"/>
              <a:gd name="connsiteY713" fmla="*/ 2796958 h 6596391"/>
              <a:gd name="connsiteX714" fmla="*/ 3732352 w 6586410"/>
              <a:gd name="connsiteY714" fmla="*/ 2731864 h 6596391"/>
              <a:gd name="connsiteX715" fmla="*/ 3732352 w 6586410"/>
              <a:gd name="connsiteY715" fmla="*/ 2862064 h 6596391"/>
              <a:gd name="connsiteX716" fmla="*/ 3553492 w 6586410"/>
              <a:gd name="connsiteY716" fmla="*/ 2796958 h 6596391"/>
              <a:gd name="connsiteX717" fmla="*/ 3553492 w 6586410"/>
              <a:gd name="connsiteY717" fmla="*/ 2653746 h 6596391"/>
              <a:gd name="connsiteX718" fmla="*/ 3732352 w 6586410"/>
              <a:gd name="connsiteY718" fmla="*/ 2588652 h 6596391"/>
              <a:gd name="connsiteX719" fmla="*/ 3732352 w 6586410"/>
              <a:gd name="connsiteY719" fmla="*/ 2718853 h 6596391"/>
              <a:gd name="connsiteX720" fmla="*/ 3553492 w 6586410"/>
              <a:gd name="connsiteY720" fmla="*/ 2653746 h 6596391"/>
              <a:gd name="connsiteX721" fmla="*/ 3540195 w 6586410"/>
              <a:gd name="connsiteY721" fmla="*/ 2648907 h 6596391"/>
              <a:gd name="connsiteX722" fmla="*/ 3356769 w 6586410"/>
              <a:gd name="connsiteY722" fmla="*/ 2582144 h 6596391"/>
              <a:gd name="connsiteX723" fmla="*/ 3732346 w 6586410"/>
              <a:gd name="connsiteY723" fmla="*/ 2445447 h 6596391"/>
              <a:gd name="connsiteX724" fmla="*/ 3732346 w 6586410"/>
              <a:gd name="connsiteY724" fmla="*/ 2578975 h 6596391"/>
              <a:gd name="connsiteX725" fmla="*/ 3540195 w 6586410"/>
              <a:gd name="connsiteY725" fmla="*/ 2648907 h 6596391"/>
              <a:gd name="connsiteX726" fmla="*/ 3343484 w 6586410"/>
              <a:gd name="connsiteY726" fmla="*/ 2577305 h 6596391"/>
              <a:gd name="connsiteX727" fmla="*/ 3160096 w 6586410"/>
              <a:gd name="connsiteY727" fmla="*/ 2510554 h 6596391"/>
              <a:gd name="connsiteX728" fmla="*/ 3732352 w 6586410"/>
              <a:gd name="connsiteY728" fmla="*/ 2302261 h 6596391"/>
              <a:gd name="connsiteX729" fmla="*/ 3732352 w 6586410"/>
              <a:gd name="connsiteY729" fmla="*/ 2435763 h 6596391"/>
              <a:gd name="connsiteX730" fmla="*/ 3343484 w 6586410"/>
              <a:gd name="connsiteY730" fmla="*/ 2577305 h 6596391"/>
              <a:gd name="connsiteX731" fmla="*/ 3526904 w 6586410"/>
              <a:gd name="connsiteY731" fmla="*/ 2653746 h 6596391"/>
              <a:gd name="connsiteX732" fmla="*/ 3343466 w 6586410"/>
              <a:gd name="connsiteY732" fmla="*/ 2720510 h 6596391"/>
              <a:gd name="connsiteX733" fmla="*/ 3160046 w 6586410"/>
              <a:gd name="connsiteY733" fmla="*/ 2653746 h 6596391"/>
              <a:gd name="connsiteX734" fmla="*/ 3343478 w 6586410"/>
              <a:gd name="connsiteY734" fmla="*/ 2586982 h 6596391"/>
              <a:gd name="connsiteX735" fmla="*/ 3526904 w 6586410"/>
              <a:gd name="connsiteY735" fmla="*/ 2653746 h 6596391"/>
              <a:gd name="connsiteX736" fmla="*/ 3343478 w 6586410"/>
              <a:gd name="connsiteY736" fmla="*/ 2730187 h 6596391"/>
              <a:gd name="connsiteX737" fmla="*/ 3526917 w 6586410"/>
              <a:gd name="connsiteY737" fmla="*/ 2796958 h 6596391"/>
              <a:gd name="connsiteX738" fmla="*/ 3343491 w 6586410"/>
              <a:gd name="connsiteY738" fmla="*/ 2863715 h 6596391"/>
              <a:gd name="connsiteX739" fmla="*/ 3160052 w 6586410"/>
              <a:gd name="connsiteY739" fmla="*/ 2796945 h 6596391"/>
              <a:gd name="connsiteX740" fmla="*/ 3343478 w 6586410"/>
              <a:gd name="connsiteY740" fmla="*/ 2730187 h 6596391"/>
              <a:gd name="connsiteX741" fmla="*/ 3343498 w 6586410"/>
              <a:gd name="connsiteY741" fmla="*/ 2873393 h 6596391"/>
              <a:gd name="connsiteX742" fmla="*/ 3526924 w 6586410"/>
              <a:gd name="connsiteY742" fmla="*/ 2940156 h 6596391"/>
              <a:gd name="connsiteX743" fmla="*/ 3343478 w 6586410"/>
              <a:gd name="connsiteY743" fmla="*/ 3006927 h 6596391"/>
              <a:gd name="connsiteX744" fmla="*/ 3160052 w 6586410"/>
              <a:gd name="connsiteY744" fmla="*/ 2940163 h 6596391"/>
              <a:gd name="connsiteX745" fmla="*/ 3343498 w 6586410"/>
              <a:gd name="connsiteY745" fmla="*/ 2873393 h 6596391"/>
              <a:gd name="connsiteX746" fmla="*/ 3330188 w 6586410"/>
              <a:gd name="connsiteY746" fmla="*/ 3011765 h 6596391"/>
              <a:gd name="connsiteX747" fmla="*/ 3151302 w 6586410"/>
              <a:gd name="connsiteY747" fmla="*/ 3076872 h 6596391"/>
              <a:gd name="connsiteX748" fmla="*/ 3151302 w 6586410"/>
              <a:gd name="connsiteY748" fmla="*/ 2946653 h 6596391"/>
              <a:gd name="connsiteX749" fmla="*/ 3330188 w 6586410"/>
              <a:gd name="connsiteY749" fmla="*/ 3011765 h 6596391"/>
              <a:gd name="connsiteX750" fmla="*/ 3330181 w 6586410"/>
              <a:gd name="connsiteY750" fmla="*/ 3154971 h 6596391"/>
              <a:gd name="connsiteX751" fmla="*/ 3151302 w 6586410"/>
              <a:gd name="connsiteY751" fmla="*/ 3220077 h 6596391"/>
              <a:gd name="connsiteX752" fmla="*/ 3151302 w 6586410"/>
              <a:gd name="connsiteY752" fmla="*/ 3089864 h 6596391"/>
              <a:gd name="connsiteX753" fmla="*/ 3330181 w 6586410"/>
              <a:gd name="connsiteY753" fmla="*/ 3154971 h 6596391"/>
              <a:gd name="connsiteX754" fmla="*/ 3343478 w 6586410"/>
              <a:gd name="connsiteY754" fmla="*/ 3159803 h 6596391"/>
              <a:gd name="connsiteX755" fmla="*/ 3526898 w 6586410"/>
              <a:gd name="connsiteY755" fmla="*/ 3226567 h 6596391"/>
              <a:gd name="connsiteX756" fmla="*/ 3343478 w 6586410"/>
              <a:gd name="connsiteY756" fmla="*/ 3293325 h 6596391"/>
              <a:gd name="connsiteX757" fmla="*/ 3160052 w 6586410"/>
              <a:gd name="connsiteY757" fmla="*/ 3226560 h 6596391"/>
              <a:gd name="connsiteX758" fmla="*/ 3343478 w 6586410"/>
              <a:gd name="connsiteY758" fmla="*/ 3159803 h 6596391"/>
              <a:gd name="connsiteX759" fmla="*/ 3540189 w 6586410"/>
              <a:gd name="connsiteY759" fmla="*/ 3231412 h 6596391"/>
              <a:gd name="connsiteX760" fmla="*/ 3735336 w 6586410"/>
              <a:gd name="connsiteY760" fmla="*/ 3302443 h 6596391"/>
              <a:gd name="connsiteX761" fmla="*/ 3736892 w 6586410"/>
              <a:gd name="connsiteY761" fmla="*/ 3302722 h 6596391"/>
              <a:gd name="connsiteX762" fmla="*/ 3738448 w 6586410"/>
              <a:gd name="connsiteY762" fmla="*/ 3302443 h 6596391"/>
              <a:gd name="connsiteX763" fmla="*/ 3933596 w 6586410"/>
              <a:gd name="connsiteY763" fmla="*/ 3231412 h 6596391"/>
              <a:gd name="connsiteX764" fmla="*/ 4117016 w 6586410"/>
              <a:gd name="connsiteY764" fmla="*/ 3298170 h 6596391"/>
              <a:gd name="connsiteX765" fmla="*/ 3736892 w 6586410"/>
              <a:gd name="connsiteY765" fmla="*/ 3436530 h 6596391"/>
              <a:gd name="connsiteX766" fmla="*/ 3356769 w 6586410"/>
              <a:gd name="connsiteY766" fmla="*/ 3298170 h 6596391"/>
              <a:gd name="connsiteX767" fmla="*/ 3540189 w 6586410"/>
              <a:gd name="connsiteY767" fmla="*/ 3231412 h 6596391"/>
              <a:gd name="connsiteX768" fmla="*/ 3750183 w 6586410"/>
              <a:gd name="connsiteY768" fmla="*/ 3154971 h 6596391"/>
              <a:gd name="connsiteX769" fmla="*/ 3933603 w 6586410"/>
              <a:gd name="connsiteY769" fmla="*/ 3088207 h 6596391"/>
              <a:gd name="connsiteX770" fmla="*/ 4117035 w 6586410"/>
              <a:gd name="connsiteY770" fmla="*/ 3154971 h 6596391"/>
              <a:gd name="connsiteX771" fmla="*/ 3933616 w 6586410"/>
              <a:gd name="connsiteY771" fmla="*/ 3221734 h 6596391"/>
              <a:gd name="connsiteX772" fmla="*/ 3750183 w 6586410"/>
              <a:gd name="connsiteY772" fmla="*/ 3154971 h 6596391"/>
              <a:gd name="connsiteX773" fmla="*/ 3750157 w 6586410"/>
              <a:gd name="connsiteY773" fmla="*/ 3011759 h 6596391"/>
              <a:gd name="connsiteX774" fmla="*/ 3933584 w 6586410"/>
              <a:gd name="connsiteY774" fmla="*/ 2944995 h 6596391"/>
              <a:gd name="connsiteX775" fmla="*/ 4117029 w 6586410"/>
              <a:gd name="connsiteY775" fmla="*/ 3011765 h 6596391"/>
              <a:gd name="connsiteX776" fmla="*/ 3933603 w 6586410"/>
              <a:gd name="connsiteY776" fmla="*/ 3078529 h 6596391"/>
              <a:gd name="connsiteX777" fmla="*/ 3750157 w 6586410"/>
              <a:gd name="connsiteY777" fmla="*/ 3011759 h 6596391"/>
              <a:gd name="connsiteX778" fmla="*/ 3750164 w 6586410"/>
              <a:gd name="connsiteY778" fmla="*/ 2868560 h 6596391"/>
              <a:gd name="connsiteX779" fmla="*/ 3933590 w 6586410"/>
              <a:gd name="connsiteY779" fmla="*/ 2801790 h 6596391"/>
              <a:gd name="connsiteX780" fmla="*/ 4117016 w 6586410"/>
              <a:gd name="connsiteY780" fmla="*/ 2868554 h 6596391"/>
              <a:gd name="connsiteX781" fmla="*/ 3933584 w 6586410"/>
              <a:gd name="connsiteY781" fmla="*/ 2935318 h 6596391"/>
              <a:gd name="connsiteX782" fmla="*/ 3750164 w 6586410"/>
              <a:gd name="connsiteY782" fmla="*/ 2868560 h 6596391"/>
              <a:gd name="connsiteX783" fmla="*/ 3750164 w 6586410"/>
              <a:gd name="connsiteY783" fmla="*/ 2725349 h 6596391"/>
              <a:gd name="connsiteX784" fmla="*/ 3933596 w 6586410"/>
              <a:gd name="connsiteY784" fmla="*/ 2658585 h 6596391"/>
              <a:gd name="connsiteX785" fmla="*/ 4117035 w 6586410"/>
              <a:gd name="connsiteY785" fmla="*/ 2725349 h 6596391"/>
              <a:gd name="connsiteX786" fmla="*/ 3933596 w 6586410"/>
              <a:gd name="connsiteY786" fmla="*/ 2792119 h 6596391"/>
              <a:gd name="connsiteX787" fmla="*/ 3750164 w 6586410"/>
              <a:gd name="connsiteY787" fmla="*/ 2725349 h 6596391"/>
              <a:gd name="connsiteX788" fmla="*/ 3946881 w 6586410"/>
              <a:gd name="connsiteY788" fmla="*/ 2796958 h 6596391"/>
              <a:gd name="connsiteX789" fmla="*/ 4130319 w 6586410"/>
              <a:gd name="connsiteY789" fmla="*/ 2730187 h 6596391"/>
              <a:gd name="connsiteX790" fmla="*/ 4313745 w 6586410"/>
              <a:gd name="connsiteY790" fmla="*/ 2796945 h 6596391"/>
              <a:gd name="connsiteX791" fmla="*/ 4130307 w 6586410"/>
              <a:gd name="connsiteY791" fmla="*/ 2863715 h 6596391"/>
              <a:gd name="connsiteX792" fmla="*/ 3946881 w 6586410"/>
              <a:gd name="connsiteY792" fmla="*/ 2796958 h 6596391"/>
              <a:gd name="connsiteX793" fmla="*/ 3946887 w 6586410"/>
              <a:gd name="connsiteY793" fmla="*/ 2653746 h 6596391"/>
              <a:gd name="connsiteX794" fmla="*/ 4130313 w 6586410"/>
              <a:gd name="connsiteY794" fmla="*/ 2586982 h 6596391"/>
              <a:gd name="connsiteX795" fmla="*/ 4313745 w 6586410"/>
              <a:gd name="connsiteY795" fmla="*/ 2653746 h 6596391"/>
              <a:gd name="connsiteX796" fmla="*/ 4130326 w 6586410"/>
              <a:gd name="connsiteY796" fmla="*/ 2720510 h 6596391"/>
              <a:gd name="connsiteX797" fmla="*/ 3946887 w 6586410"/>
              <a:gd name="connsiteY797" fmla="*/ 2653746 h 6596391"/>
              <a:gd name="connsiteX798" fmla="*/ 3933596 w 6586410"/>
              <a:gd name="connsiteY798" fmla="*/ 2648907 h 6596391"/>
              <a:gd name="connsiteX799" fmla="*/ 3741439 w 6586410"/>
              <a:gd name="connsiteY799" fmla="*/ 2578969 h 6596391"/>
              <a:gd name="connsiteX800" fmla="*/ 3741439 w 6586410"/>
              <a:gd name="connsiteY800" fmla="*/ 2445441 h 6596391"/>
              <a:gd name="connsiteX801" fmla="*/ 4117016 w 6586410"/>
              <a:gd name="connsiteY801" fmla="*/ 2582137 h 6596391"/>
              <a:gd name="connsiteX802" fmla="*/ 3933596 w 6586410"/>
              <a:gd name="connsiteY802" fmla="*/ 2648907 h 6596391"/>
              <a:gd name="connsiteX803" fmla="*/ 3920306 w 6586410"/>
              <a:gd name="connsiteY803" fmla="*/ 2653746 h 6596391"/>
              <a:gd name="connsiteX804" fmla="*/ 3741445 w 6586410"/>
              <a:gd name="connsiteY804" fmla="*/ 2718846 h 6596391"/>
              <a:gd name="connsiteX805" fmla="*/ 3741445 w 6586410"/>
              <a:gd name="connsiteY805" fmla="*/ 2588646 h 6596391"/>
              <a:gd name="connsiteX806" fmla="*/ 3920306 w 6586410"/>
              <a:gd name="connsiteY806" fmla="*/ 2653746 h 6596391"/>
              <a:gd name="connsiteX807" fmla="*/ 3920306 w 6586410"/>
              <a:gd name="connsiteY807" fmla="*/ 2796958 h 6596391"/>
              <a:gd name="connsiteX808" fmla="*/ 3741445 w 6586410"/>
              <a:gd name="connsiteY808" fmla="*/ 2862058 h 6596391"/>
              <a:gd name="connsiteX809" fmla="*/ 3741445 w 6586410"/>
              <a:gd name="connsiteY809" fmla="*/ 2731857 h 6596391"/>
              <a:gd name="connsiteX810" fmla="*/ 3920306 w 6586410"/>
              <a:gd name="connsiteY810" fmla="*/ 2796958 h 6596391"/>
              <a:gd name="connsiteX811" fmla="*/ 3920286 w 6586410"/>
              <a:gd name="connsiteY811" fmla="*/ 2940156 h 6596391"/>
              <a:gd name="connsiteX812" fmla="*/ 3741445 w 6586410"/>
              <a:gd name="connsiteY812" fmla="*/ 3005250 h 6596391"/>
              <a:gd name="connsiteX813" fmla="*/ 3741445 w 6586410"/>
              <a:gd name="connsiteY813" fmla="*/ 2875063 h 6596391"/>
              <a:gd name="connsiteX814" fmla="*/ 3920286 w 6586410"/>
              <a:gd name="connsiteY814" fmla="*/ 2940156 h 6596391"/>
              <a:gd name="connsiteX815" fmla="*/ 3920306 w 6586410"/>
              <a:gd name="connsiteY815" fmla="*/ 3083368 h 6596391"/>
              <a:gd name="connsiteX816" fmla="*/ 3741445 w 6586410"/>
              <a:gd name="connsiteY816" fmla="*/ 3148468 h 6596391"/>
              <a:gd name="connsiteX817" fmla="*/ 3741445 w 6586410"/>
              <a:gd name="connsiteY817" fmla="*/ 3018268 h 6596391"/>
              <a:gd name="connsiteX818" fmla="*/ 3920306 w 6586410"/>
              <a:gd name="connsiteY818" fmla="*/ 3083368 h 6596391"/>
              <a:gd name="connsiteX819" fmla="*/ 3920318 w 6586410"/>
              <a:gd name="connsiteY819" fmla="*/ 3226573 h 6596391"/>
              <a:gd name="connsiteX820" fmla="*/ 3736899 w 6586410"/>
              <a:gd name="connsiteY820" fmla="*/ 3293337 h 6596391"/>
              <a:gd name="connsiteX821" fmla="*/ 3553479 w 6586410"/>
              <a:gd name="connsiteY821" fmla="*/ 3226573 h 6596391"/>
              <a:gd name="connsiteX822" fmla="*/ 3736899 w 6586410"/>
              <a:gd name="connsiteY822" fmla="*/ 3159809 h 6596391"/>
              <a:gd name="connsiteX823" fmla="*/ 3920318 w 6586410"/>
              <a:gd name="connsiteY823" fmla="*/ 3226573 h 6596391"/>
              <a:gd name="connsiteX824" fmla="*/ 3151302 w 6586410"/>
              <a:gd name="connsiteY824" fmla="*/ 2517030 h 6596391"/>
              <a:gd name="connsiteX825" fmla="*/ 3330188 w 6586410"/>
              <a:gd name="connsiteY825" fmla="*/ 2582144 h 6596391"/>
              <a:gd name="connsiteX826" fmla="*/ 3151302 w 6586410"/>
              <a:gd name="connsiteY826" fmla="*/ 2647250 h 6596391"/>
              <a:gd name="connsiteX827" fmla="*/ 3151302 w 6586410"/>
              <a:gd name="connsiteY827" fmla="*/ 2517030 h 6596391"/>
              <a:gd name="connsiteX828" fmla="*/ 3151302 w 6586410"/>
              <a:gd name="connsiteY828" fmla="*/ 2660236 h 6596391"/>
              <a:gd name="connsiteX829" fmla="*/ 3330181 w 6586410"/>
              <a:gd name="connsiteY829" fmla="*/ 2725342 h 6596391"/>
              <a:gd name="connsiteX830" fmla="*/ 3151302 w 6586410"/>
              <a:gd name="connsiteY830" fmla="*/ 2790442 h 6596391"/>
              <a:gd name="connsiteX831" fmla="*/ 3151302 w 6586410"/>
              <a:gd name="connsiteY831" fmla="*/ 2660236 h 6596391"/>
              <a:gd name="connsiteX832" fmla="*/ 3151302 w 6586410"/>
              <a:gd name="connsiteY832" fmla="*/ 2803435 h 6596391"/>
              <a:gd name="connsiteX833" fmla="*/ 3330207 w 6586410"/>
              <a:gd name="connsiteY833" fmla="*/ 2868554 h 6596391"/>
              <a:gd name="connsiteX834" fmla="*/ 3151302 w 6586410"/>
              <a:gd name="connsiteY834" fmla="*/ 2933667 h 6596391"/>
              <a:gd name="connsiteX835" fmla="*/ 3151302 w 6586410"/>
              <a:gd name="connsiteY835" fmla="*/ 2803435 h 6596391"/>
              <a:gd name="connsiteX836" fmla="*/ 3151295 w 6586410"/>
              <a:gd name="connsiteY836" fmla="*/ 2940156 h 6596391"/>
              <a:gd name="connsiteX837" fmla="*/ 3151295 w 6586410"/>
              <a:gd name="connsiteY837" fmla="*/ 2940156 h 6596391"/>
              <a:gd name="connsiteX838" fmla="*/ 3151302 w 6586410"/>
              <a:gd name="connsiteY838" fmla="*/ 2940163 h 6596391"/>
              <a:gd name="connsiteX839" fmla="*/ 3151302 w 6586410"/>
              <a:gd name="connsiteY839" fmla="*/ 2940176 h 6596391"/>
              <a:gd name="connsiteX840" fmla="*/ 3151295 w 6586410"/>
              <a:gd name="connsiteY840" fmla="*/ 2940156 h 6596391"/>
              <a:gd name="connsiteX841" fmla="*/ 3151302 w 6586410"/>
              <a:gd name="connsiteY841" fmla="*/ 3233050 h 6596391"/>
              <a:gd name="connsiteX842" fmla="*/ 3330188 w 6586410"/>
              <a:gd name="connsiteY842" fmla="*/ 3298163 h 6596391"/>
              <a:gd name="connsiteX843" fmla="*/ 3151302 w 6586410"/>
              <a:gd name="connsiteY843" fmla="*/ 3363276 h 6596391"/>
              <a:gd name="connsiteX844" fmla="*/ 3151302 w 6586410"/>
              <a:gd name="connsiteY844" fmla="*/ 3233050 h 6596391"/>
              <a:gd name="connsiteX845" fmla="*/ 4313745 w 6586410"/>
              <a:gd name="connsiteY845" fmla="*/ 3369772 h 6596391"/>
              <a:gd name="connsiteX846" fmla="*/ 3736899 w 6586410"/>
              <a:gd name="connsiteY846" fmla="*/ 3579735 h 6596391"/>
              <a:gd name="connsiteX847" fmla="*/ 3160052 w 6586410"/>
              <a:gd name="connsiteY847" fmla="*/ 3369772 h 6596391"/>
              <a:gd name="connsiteX848" fmla="*/ 3343484 w 6586410"/>
              <a:gd name="connsiteY848" fmla="*/ 3303008 h 6596391"/>
              <a:gd name="connsiteX849" fmla="*/ 3735343 w 6586410"/>
              <a:gd name="connsiteY849" fmla="*/ 3445642 h 6596391"/>
              <a:gd name="connsiteX850" fmla="*/ 3736899 w 6586410"/>
              <a:gd name="connsiteY850" fmla="*/ 3445915 h 6596391"/>
              <a:gd name="connsiteX851" fmla="*/ 3738455 w 6586410"/>
              <a:gd name="connsiteY851" fmla="*/ 3445642 h 6596391"/>
              <a:gd name="connsiteX852" fmla="*/ 4130313 w 6586410"/>
              <a:gd name="connsiteY852" fmla="*/ 3303008 h 6596391"/>
              <a:gd name="connsiteX853" fmla="*/ 4313745 w 6586410"/>
              <a:gd name="connsiteY853" fmla="*/ 3369772 h 6596391"/>
              <a:gd name="connsiteX854" fmla="*/ 4313745 w 6586410"/>
              <a:gd name="connsiteY854" fmla="*/ 3226567 h 6596391"/>
              <a:gd name="connsiteX855" fmla="*/ 4130319 w 6586410"/>
              <a:gd name="connsiteY855" fmla="*/ 3293331 h 6596391"/>
              <a:gd name="connsiteX856" fmla="*/ 3946900 w 6586410"/>
              <a:gd name="connsiteY856" fmla="*/ 3226573 h 6596391"/>
              <a:gd name="connsiteX857" fmla="*/ 4130319 w 6586410"/>
              <a:gd name="connsiteY857" fmla="*/ 3159809 h 6596391"/>
              <a:gd name="connsiteX858" fmla="*/ 4313745 w 6586410"/>
              <a:gd name="connsiteY858" fmla="*/ 3226567 h 6596391"/>
              <a:gd name="connsiteX859" fmla="*/ 4313745 w 6586410"/>
              <a:gd name="connsiteY859" fmla="*/ 3083368 h 6596391"/>
              <a:gd name="connsiteX860" fmla="*/ 4130326 w 6586410"/>
              <a:gd name="connsiteY860" fmla="*/ 3150132 h 6596391"/>
              <a:gd name="connsiteX861" fmla="*/ 3946887 w 6586410"/>
              <a:gd name="connsiteY861" fmla="*/ 3083368 h 6596391"/>
              <a:gd name="connsiteX862" fmla="*/ 4130313 w 6586410"/>
              <a:gd name="connsiteY862" fmla="*/ 3016604 h 6596391"/>
              <a:gd name="connsiteX863" fmla="*/ 4313745 w 6586410"/>
              <a:gd name="connsiteY863" fmla="*/ 3083368 h 6596391"/>
              <a:gd name="connsiteX864" fmla="*/ 4130319 w 6586410"/>
              <a:gd name="connsiteY864" fmla="*/ 3006927 h 6596391"/>
              <a:gd name="connsiteX865" fmla="*/ 3946874 w 6586410"/>
              <a:gd name="connsiteY865" fmla="*/ 2940156 h 6596391"/>
              <a:gd name="connsiteX866" fmla="*/ 4130301 w 6586410"/>
              <a:gd name="connsiteY866" fmla="*/ 2873393 h 6596391"/>
              <a:gd name="connsiteX867" fmla="*/ 4313745 w 6586410"/>
              <a:gd name="connsiteY867" fmla="*/ 2940163 h 6596391"/>
              <a:gd name="connsiteX868" fmla="*/ 4130319 w 6586410"/>
              <a:gd name="connsiteY868" fmla="*/ 3006927 h 6596391"/>
              <a:gd name="connsiteX869" fmla="*/ 4322490 w 6586410"/>
              <a:gd name="connsiteY869" fmla="*/ 2933667 h 6596391"/>
              <a:gd name="connsiteX870" fmla="*/ 4143591 w 6586410"/>
              <a:gd name="connsiteY870" fmla="*/ 2868554 h 6596391"/>
              <a:gd name="connsiteX871" fmla="*/ 4322490 w 6586410"/>
              <a:gd name="connsiteY871" fmla="*/ 2803435 h 6596391"/>
              <a:gd name="connsiteX872" fmla="*/ 4322490 w 6586410"/>
              <a:gd name="connsiteY872" fmla="*/ 2933667 h 6596391"/>
              <a:gd name="connsiteX873" fmla="*/ 4322490 w 6586410"/>
              <a:gd name="connsiteY873" fmla="*/ 2790449 h 6596391"/>
              <a:gd name="connsiteX874" fmla="*/ 4143616 w 6586410"/>
              <a:gd name="connsiteY874" fmla="*/ 2725349 h 6596391"/>
              <a:gd name="connsiteX875" fmla="*/ 4322490 w 6586410"/>
              <a:gd name="connsiteY875" fmla="*/ 2660242 h 6596391"/>
              <a:gd name="connsiteX876" fmla="*/ 4322490 w 6586410"/>
              <a:gd name="connsiteY876" fmla="*/ 2790449 h 6596391"/>
              <a:gd name="connsiteX877" fmla="*/ 4322490 w 6586410"/>
              <a:gd name="connsiteY877" fmla="*/ 2647250 h 6596391"/>
              <a:gd name="connsiteX878" fmla="*/ 4143610 w 6586410"/>
              <a:gd name="connsiteY878" fmla="*/ 2582144 h 6596391"/>
              <a:gd name="connsiteX879" fmla="*/ 4322490 w 6586410"/>
              <a:gd name="connsiteY879" fmla="*/ 2517030 h 6596391"/>
              <a:gd name="connsiteX880" fmla="*/ 4322490 w 6586410"/>
              <a:gd name="connsiteY880" fmla="*/ 2647250 h 6596391"/>
              <a:gd name="connsiteX881" fmla="*/ 4322490 w 6586410"/>
              <a:gd name="connsiteY881" fmla="*/ 2513767 h 6596391"/>
              <a:gd name="connsiteX882" fmla="*/ 4313688 w 6586410"/>
              <a:gd name="connsiteY882" fmla="*/ 2510566 h 6596391"/>
              <a:gd name="connsiteX883" fmla="*/ 4130313 w 6586410"/>
              <a:gd name="connsiteY883" fmla="*/ 2577311 h 6596391"/>
              <a:gd name="connsiteX884" fmla="*/ 3741445 w 6586410"/>
              <a:gd name="connsiteY884" fmla="*/ 2435770 h 6596391"/>
              <a:gd name="connsiteX885" fmla="*/ 3741445 w 6586410"/>
              <a:gd name="connsiteY885" fmla="*/ 2302280 h 6596391"/>
              <a:gd name="connsiteX886" fmla="*/ 3741445 w 6586410"/>
              <a:gd name="connsiteY886" fmla="*/ 2302267 h 6596391"/>
              <a:gd name="connsiteX887" fmla="*/ 4322490 w 6586410"/>
              <a:gd name="connsiteY887" fmla="*/ 2513767 h 6596391"/>
              <a:gd name="connsiteX888" fmla="*/ 4322490 w 6586410"/>
              <a:gd name="connsiteY888" fmla="*/ 2513767 h 6596391"/>
              <a:gd name="connsiteX889" fmla="*/ 4322490 w 6586410"/>
              <a:gd name="connsiteY889" fmla="*/ 2504045 h 6596391"/>
              <a:gd name="connsiteX890" fmla="*/ 4322490 w 6586410"/>
              <a:gd name="connsiteY890" fmla="*/ 2504089 h 6596391"/>
              <a:gd name="connsiteX891" fmla="*/ 4138346 w 6586410"/>
              <a:gd name="connsiteY891" fmla="*/ 2437059 h 6596391"/>
              <a:gd name="connsiteX892" fmla="*/ 3750196 w 6586410"/>
              <a:gd name="connsiteY892" fmla="*/ 2295771 h 6596391"/>
              <a:gd name="connsiteX893" fmla="*/ 3750240 w 6586410"/>
              <a:gd name="connsiteY893" fmla="*/ 2295759 h 6596391"/>
              <a:gd name="connsiteX894" fmla="*/ 4322490 w 6586410"/>
              <a:gd name="connsiteY894" fmla="*/ 2087478 h 6596391"/>
              <a:gd name="connsiteX895" fmla="*/ 4322490 w 6586410"/>
              <a:gd name="connsiteY895" fmla="*/ 2504045 h 6596391"/>
              <a:gd name="connsiteX896" fmla="*/ 3741445 w 6586410"/>
              <a:gd name="connsiteY896" fmla="*/ 2289281 h 6596391"/>
              <a:gd name="connsiteX897" fmla="*/ 3741445 w 6586410"/>
              <a:gd name="connsiteY897" fmla="*/ 1872658 h 6596391"/>
              <a:gd name="connsiteX898" fmla="*/ 4313745 w 6586410"/>
              <a:gd name="connsiteY898" fmla="*/ 2080976 h 6596391"/>
              <a:gd name="connsiteX899" fmla="*/ 3741445 w 6586410"/>
              <a:gd name="connsiteY899" fmla="*/ 2289281 h 6596391"/>
              <a:gd name="connsiteX900" fmla="*/ 4322496 w 6586410"/>
              <a:gd name="connsiteY900" fmla="*/ 1657876 h 6596391"/>
              <a:gd name="connsiteX901" fmla="*/ 4322496 w 6586410"/>
              <a:gd name="connsiteY901" fmla="*/ 2074480 h 6596391"/>
              <a:gd name="connsiteX902" fmla="*/ 3750196 w 6586410"/>
              <a:gd name="connsiteY902" fmla="*/ 1866175 h 6596391"/>
              <a:gd name="connsiteX903" fmla="*/ 4011314 w 6586410"/>
              <a:gd name="connsiteY903" fmla="*/ 1771134 h 6596391"/>
              <a:gd name="connsiteX904" fmla="*/ 4322496 w 6586410"/>
              <a:gd name="connsiteY904" fmla="*/ 1657876 h 6596391"/>
              <a:gd name="connsiteX905" fmla="*/ 4322496 w 6586410"/>
              <a:gd name="connsiteY905" fmla="*/ 1657876 h 6596391"/>
              <a:gd name="connsiteX906" fmla="*/ 4322496 w 6586410"/>
              <a:gd name="connsiteY906" fmla="*/ 1648192 h 6596391"/>
              <a:gd name="connsiteX907" fmla="*/ 4322496 w 6586410"/>
              <a:gd name="connsiteY907" fmla="*/ 1648192 h 6596391"/>
              <a:gd name="connsiteX908" fmla="*/ 3815632 w 6586410"/>
              <a:gd name="connsiteY908" fmla="*/ 1832672 h 6596391"/>
              <a:gd name="connsiteX909" fmla="*/ 3736905 w 6586410"/>
              <a:gd name="connsiteY909" fmla="*/ 1861330 h 6596391"/>
              <a:gd name="connsiteX910" fmla="*/ 3151308 w 6586410"/>
              <a:gd name="connsiteY910" fmla="*/ 1648192 h 6596391"/>
              <a:gd name="connsiteX911" fmla="*/ 3151308 w 6586410"/>
              <a:gd name="connsiteY911" fmla="*/ 1228241 h 6596391"/>
              <a:gd name="connsiteX912" fmla="*/ 3735350 w 6586410"/>
              <a:gd name="connsiteY912" fmla="*/ 1440833 h 6596391"/>
              <a:gd name="connsiteX913" fmla="*/ 3736905 w 6586410"/>
              <a:gd name="connsiteY913" fmla="*/ 1441112 h 6596391"/>
              <a:gd name="connsiteX914" fmla="*/ 3738461 w 6586410"/>
              <a:gd name="connsiteY914" fmla="*/ 1440833 h 6596391"/>
              <a:gd name="connsiteX915" fmla="*/ 4322502 w 6586410"/>
              <a:gd name="connsiteY915" fmla="*/ 1228254 h 6596391"/>
              <a:gd name="connsiteX916" fmla="*/ 4322502 w 6586410"/>
              <a:gd name="connsiteY916" fmla="*/ 1648192 h 6596391"/>
              <a:gd name="connsiteX917" fmla="*/ 4331583 w 6586410"/>
              <a:gd name="connsiteY917" fmla="*/ 1657876 h 6596391"/>
              <a:gd name="connsiteX918" fmla="*/ 4903883 w 6586410"/>
              <a:gd name="connsiteY918" fmla="*/ 1866175 h 6596391"/>
              <a:gd name="connsiteX919" fmla="*/ 4331583 w 6586410"/>
              <a:gd name="connsiteY919" fmla="*/ 2074480 h 6596391"/>
              <a:gd name="connsiteX920" fmla="*/ 4331583 w 6586410"/>
              <a:gd name="connsiteY920" fmla="*/ 1657876 h 6596391"/>
              <a:gd name="connsiteX921" fmla="*/ 4903877 w 6586410"/>
              <a:gd name="connsiteY921" fmla="*/ 2295771 h 6596391"/>
              <a:gd name="connsiteX922" fmla="*/ 4331583 w 6586410"/>
              <a:gd name="connsiteY922" fmla="*/ 2504089 h 6596391"/>
              <a:gd name="connsiteX923" fmla="*/ 4331583 w 6586410"/>
              <a:gd name="connsiteY923" fmla="*/ 2087472 h 6596391"/>
              <a:gd name="connsiteX924" fmla="*/ 4331583 w 6586410"/>
              <a:gd name="connsiteY924" fmla="*/ 2087440 h 6596391"/>
              <a:gd name="connsiteX925" fmla="*/ 4903889 w 6586410"/>
              <a:gd name="connsiteY925" fmla="*/ 2295765 h 6596391"/>
              <a:gd name="connsiteX926" fmla="*/ 4903877 w 6586410"/>
              <a:gd name="connsiteY926" fmla="*/ 2295771 h 6596391"/>
              <a:gd name="connsiteX927" fmla="*/ 4912627 w 6586410"/>
              <a:gd name="connsiteY927" fmla="*/ 2289269 h 6596391"/>
              <a:gd name="connsiteX928" fmla="*/ 4340345 w 6586410"/>
              <a:gd name="connsiteY928" fmla="*/ 2080963 h 6596391"/>
              <a:gd name="connsiteX929" fmla="*/ 4912627 w 6586410"/>
              <a:gd name="connsiteY929" fmla="*/ 1872652 h 6596391"/>
              <a:gd name="connsiteX930" fmla="*/ 4912627 w 6586410"/>
              <a:gd name="connsiteY930" fmla="*/ 2289269 h 6596391"/>
              <a:gd name="connsiteX931" fmla="*/ 4912633 w 6586410"/>
              <a:gd name="connsiteY931" fmla="*/ 1859678 h 6596391"/>
              <a:gd name="connsiteX932" fmla="*/ 4783062 w 6586410"/>
              <a:gd name="connsiteY932" fmla="*/ 1812517 h 6596391"/>
              <a:gd name="connsiteX933" fmla="*/ 4331583 w 6586410"/>
              <a:gd name="connsiteY933" fmla="*/ 1648185 h 6596391"/>
              <a:gd name="connsiteX934" fmla="*/ 4331583 w 6586410"/>
              <a:gd name="connsiteY934" fmla="*/ 1648179 h 6596391"/>
              <a:gd name="connsiteX935" fmla="*/ 4331583 w 6586410"/>
              <a:gd name="connsiteY935" fmla="*/ 1224958 h 6596391"/>
              <a:gd name="connsiteX936" fmla="*/ 4912633 w 6586410"/>
              <a:gd name="connsiteY936" fmla="*/ 1013465 h 6596391"/>
              <a:gd name="connsiteX937" fmla="*/ 4912633 w 6586410"/>
              <a:gd name="connsiteY937" fmla="*/ 1859678 h 6596391"/>
              <a:gd name="connsiteX938" fmla="*/ 4331583 w 6586410"/>
              <a:gd name="connsiteY938" fmla="*/ 3805852 h 6596391"/>
              <a:gd name="connsiteX939" fmla="*/ 4903902 w 6586410"/>
              <a:gd name="connsiteY939" fmla="*/ 4014176 h 6596391"/>
              <a:gd name="connsiteX940" fmla="*/ 4331583 w 6586410"/>
              <a:gd name="connsiteY940" fmla="*/ 4222488 h 6596391"/>
              <a:gd name="connsiteX941" fmla="*/ 4331583 w 6586410"/>
              <a:gd name="connsiteY941" fmla="*/ 3805852 h 6596391"/>
              <a:gd name="connsiteX942" fmla="*/ 4912633 w 6586410"/>
              <a:gd name="connsiteY942" fmla="*/ 4437284 h 6596391"/>
              <a:gd name="connsiteX943" fmla="*/ 4912633 w 6586410"/>
              <a:gd name="connsiteY943" fmla="*/ 4437284 h 6596391"/>
              <a:gd name="connsiteX944" fmla="*/ 4730985 w 6586410"/>
              <a:gd name="connsiteY944" fmla="*/ 4371167 h 6596391"/>
              <a:gd name="connsiteX945" fmla="*/ 4340333 w 6586410"/>
              <a:gd name="connsiteY945" fmla="*/ 4228971 h 6596391"/>
              <a:gd name="connsiteX946" fmla="*/ 4912633 w 6586410"/>
              <a:gd name="connsiteY946" fmla="*/ 4020666 h 6596391"/>
              <a:gd name="connsiteX947" fmla="*/ 4912633 w 6586410"/>
              <a:gd name="connsiteY947" fmla="*/ 4437284 h 6596391"/>
              <a:gd name="connsiteX948" fmla="*/ 4912633 w 6586410"/>
              <a:gd name="connsiteY948" fmla="*/ 3591070 h 6596391"/>
              <a:gd name="connsiteX949" fmla="*/ 4912633 w 6586410"/>
              <a:gd name="connsiteY949" fmla="*/ 4007668 h 6596391"/>
              <a:gd name="connsiteX950" fmla="*/ 4340333 w 6586410"/>
              <a:gd name="connsiteY950" fmla="*/ 3799356 h 6596391"/>
              <a:gd name="connsiteX951" fmla="*/ 4552499 w 6586410"/>
              <a:gd name="connsiteY951" fmla="*/ 3722134 h 6596391"/>
              <a:gd name="connsiteX952" fmla="*/ 4912633 w 6586410"/>
              <a:gd name="connsiteY952" fmla="*/ 3591051 h 6596391"/>
              <a:gd name="connsiteX953" fmla="*/ 4912633 w 6586410"/>
              <a:gd name="connsiteY953" fmla="*/ 3591070 h 6596391"/>
              <a:gd name="connsiteX954" fmla="*/ 4921726 w 6586410"/>
              <a:gd name="connsiteY954" fmla="*/ 3591070 h 6596391"/>
              <a:gd name="connsiteX955" fmla="*/ 4921726 w 6586410"/>
              <a:gd name="connsiteY955" fmla="*/ 3591070 h 6596391"/>
              <a:gd name="connsiteX956" fmla="*/ 5257997 w 6586410"/>
              <a:gd name="connsiteY956" fmla="*/ 3713453 h 6596391"/>
              <a:gd name="connsiteX957" fmla="*/ 5494020 w 6586410"/>
              <a:gd name="connsiteY957" fmla="*/ 3799356 h 6596391"/>
              <a:gd name="connsiteX958" fmla="*/ 5494008 w 6586410"/>
              <a:gd name="connsiteY958" fmla="*/ 3799362 h 6596391"/>
              <a:gd name="connsiteX959" fmla="*/ 4921726 w 6586410"/>
              <a:gd name="connsiteY959" fmla="*/ 4007668 h 6596391"/>
              <a:gd name="connsiteX960" fmla="*/ 4921726 w 6586410"/>
              <a:gd name="connsiteY960" fmla="*/ 3591070 h 6596391"/>
              <a:gd name="connsiteX961" fmla="*/ 4921726 w 6586410"/>
              <a:gd name="connsiteY961" fmla="*/ 4437284 h 6596391"/>
              <a:gd name="connsiteX962" fmla="*/ 4921726 w 6586410"/>
              <a:gd name="connsiteY962" fmla="*/ 4020672 h 6596391"/>
              <a:gd name="connsiteX963" fmla="*/ 5494026 w 6586410"/>
              <a:gd name="connsiteY963" fmla="*/ 4228978 h 6596391"/>
              <a:gd name="connsiteX964" fmla="*/ 4921726 w 6586410"/>
              <a:gd name="connsiteY964" fmla="*/ 4437284 h 6596391"/>
              <a:gd name="connsiteX965" fmla="*/ 5502777 w 6586410"/>
              <a:gd name="connsiteY965" fmla="*/ 4222482 h 6596391"/>
              <a:gd name="connsiteX966" fmla="*/ 4930451 w 6586410"/>
              <a:gd name="connsiteY966" fmla="*/ 4014170 h 6596391"/>
              <a:gd name="connsiteX967" fmla="*/ 5502777 w 6586410"/>
              <a:gd name="connsiteY967" fmla="*/ 3805846 h 6596391"/>
              <a:gd name="connsiteX968" fmla="*/ 5502777 w 6586410"/>
              <a:gd name="connsiteY968" fmla="*/ 4222482 h 6596391"/>
              <a:gd name="connsiteX969" fmla="*/ 6097454 w 6586410"/>
              <a:gd name="connsiteY969" fmla="*/ 6167068 h 6596391"/>
              <a:gd name="connsiteX970" fmla="*/ 6280868 w 6586410"/>
              <a:gd name="connsiteY970" fmla="*/ 6233825 h 6596391"/>
              <a:gd name="connsiteX971" fmla="*/ 6097454 w 6586410"/>
              <a:gd name="connsiteY971" fmla="*/ 6300589 h 6596391"/>
              <a:gd name="connsiteX972" fmla="*/ 5914041 w 6586410"/>
              <a:gd name="connsiteY972" fmla="*/ 6233825 h 6596391"/>
              <a:gd name="connsiteX973" fmla="*/ 6097454 w 6586410"/>
              <a:gd name="connsiteY973" fmla="*/ 6167068 h 6596391"/>
              <a:gd name="connsiteX974" fmla="*/ 6097454 w 6586410"/>
              <a:gd name="connsiteY974" fmla="*/ 5880664 h 6596391"/>
              <a:gd name="connsiteX975" fmla="*/ 6280874 w 6586410"/>
              <a:gd name="connsiteY975" fmla="*/ 5947428 h 6596391"/>
              <a:gd name="connsiteX976" fmla="*/ 6097454 w 6586410"/>
              <a:gd name="connsiteY976" fmla="*/ 6014192 h 6596391"/>
              <a:gd name="connsiteX977" fmla="*/ 5914035 w 6586410"/>
              <a:gd name="connsiteY977" fmla="*/ 5947428 h 6596391"/>
              <a:gd name="connsiteX978" fmla="*/ 6097454 w 6586410"/>
              <a:gd name="connsiteY978" fmla="*/ 5880664 h 6596391"/>
              <a:gd name="connsiteX979" fmla="*/ 5520607 w 6586410"/>
              <a:gd name="connsiteY979" fmla="*/ 5374600 h 6596391"/>
              <a:gd name="connsiteX980" fmla="*/ 5704053 w 6586410"/>
              <a:gd name="connsiteY980" fmla="*/ 5307830 h 6596391"/>
              <a:gd name="connsiteX981" fmla="*/ 5887479 w 6586410"/>
              <a:gd name="connsiteY981" fmla="*/ 5374600 h 6596391"/>
              <a:gd name="connsiteX982" fmla="*/ 5704040 w 6586410"/>
              <a:gd name="connsiteY982" fmla="*/ 5441371 h 6596391"/>
              <a:gd name="connsiteX983" fmla="*/ 5520607 w 6586410"/>
              <a:gd name="connsiteY983" fmla="*/ 5374600 h 6596391"/>
              <a:gd name="connsiteX984" fmla="*/ 5914047 w 6586410"/>
              <a:gd name="connsiteY984" fmla="*/ 5231408 h 6596391"/>
              <a:gd name="connsiteX985" fmla="*/ 6097454 w 6586410"/>
              <a:gd name="connsiteY985" fmla="*/ 5164650 h 6596391"/>
              <a:gd name="connsiteX986" fmla="*/ 6280861 w 6586410"/>
              <a:gd name="connsiteY986" fmla="*/ 5231408 h 6596391"/>
              <a:gd name="connsiteX987" fmla="*/ 6097454 w 6586410"/>
              <a:gd name="connsiteY987" fmla="*/ 5298166 h 6596391"/>
              <a:gd name="connsiteX988" fmla="*/ 5914047 w 6586410"/>
              <a:gd name="connsiteY988" fmla="*/ 5231408 h 6596391"/>
              <a:gd name="connsiteX989" fmla="*/ 6280849 w 6586410"/>
              <a:gd name="connsiteY989" fmla="*/ 5374600 h 6596391"/>
              <a:gd name="connsiteX990" fmla="*/ 6097454 w 6586410"/>
              <a:gd name="connsiteY990" fmla="*/ 5441358 h 6596391"/>
              <a:gd name="connsiteX991" fmla="*/ 5914060 w 6586410"/>
              <a:gd name="connsiteY991" fmla="*/ 5374600 h 6596391"/>
              <a:gd name="connsiteX992" fmla="*/ 6097454 w 6586410"/>
              <a:gd name="connsiteY992" fmla="*/ 5307849 h 6596391"/>
              <a:gd name="connsiteX993" fmla="*/ 6280849 w 6586410"/>
              <a:gd name="connsiteY993" fmla="*/ 5374600 h 6596391"/>
              <a:gd name="connsiteX994" fmla="*/ 6084183 w 6586410"/>
              <a:gd name="connsiteY994" fmla="*/ 5303011 h 6596391"/>
              <a:gd name="connsiteX995" fmla="*/ 5900770 w 6586410"/>
              <a:gd name="connsiteY995" fmla="*/ 5369768 h 6596391"/>
              <a:gd name="connsiteX996" fmla="*/ 5717337 w 6586410"/>
              <a:gd name="connsiteY996" fmla="*/ 5302998 h 6596391"/>
              <a:gd name="connsiteX997" fmla="*/ 5900756 w 6586410"/>
              <a:gd name="connsiteY997" fmla="*/ 5236240 h 6596391"/>
              <a:gd name="connsiteX998" fmla="*/ 6084183 w 6586410"/>
              <a:gd name="connsiteY998" fmla="*/ 5303011 h 6596391"/>
              <a:gd name="connsiteX999" fmla="*/ 5520607 w 6586410"/>
              <a:gd name="connsiteY999" fmla="*/ 5517812 h 6596391"/>
              <a:gd name="connsiteX1000" fmla="*/ 5704033 w 6586410"/>
              <a:gd name="connsiteY1000" fmla="*/ 5451048 h 6596391"/>
              <a:gd name="connsiteX1001" fmla="*/ 6084176 w 6586410"/>
              <a:gd name="connsiteY1001" fmla="*/ 5589408 h 6596391"/>
              <a:gd name="connsiteX1002" fmla="*/ 5900750 w 6586410"/>
              <a:gd name="connsiteY1002" fmla="*/ 5656172 h 6596391"/>
              <a:gd name="connsiteX1003" fmla="*/ 5520607 w 6586410"/>
              <a:gd name="connsiteY1003" fmla="*/ 5517812 h 6596391"/>
              <a:gd name="connsiteX1004" fmla="*/ 6280855 w 6586410"/>
              <a:gd name="connsiteY1004" fmla="*/ 5661017 h 6596391"/>
              <a:gd name="connsiteX1005" fmla="*/ 6097454 w 6586410"/>
              <a:gd name="connsiteY1005" fmla="*/ 5727768 h 6596391"/>
              <a:gd name="connsiteX1006" fmla="*/ 5914053 w 6586410"/>
              <a:gd name="connsiteY1006" fmla="*/ 5661017 h 6596391"/>
              <a:gd name="connsiteX1007" fmla="*/ 6097454 w 6586410"/>
              <a:gd name="connsiteY1007" fmla="*/ 5594260 h 6596391"/>
              <a:gd name="connsiteX1008" fmla="*/ 6280855 w 6586410"/>
              <a:gd name="connsiteY1008" fmla="*/ 5661017 h 6596391"/>
              <a:gd name="connsiteX1009" fmla="*/ 6477578 w 6586410"/>
              <a:gd name="connsiteY1009" fmla="*/ 5446210 h 6596391"/>
              <a:gd name="connsiteX1010" fmla="*/ 6097454 w 6586410"/>
              <a:gd name="connsiteY1010" fmla="*/ 5584576 h 6596391"/>
              <a:gd name="connsiteX1011" fmla="*/ 5717330 w 6586410"/>
              <a:gd name="connsiteY1011" fmla="*/ 5446210 h 6596391"/>
              <a:gd name="connsiteX1012" fmla="*/ 5900776 w 6586410"/>
              <a:gd name="connsiteY1012" fmla="*/ 5379439 h 6596391"/>
              <a:gd name="connsiteX1013" fmla="*/ 6095905 w 6586410"/>
              <a:gd name="connsiteY1013" fmla="*/ 5450471 h 6596391"/>
              <a:gd name="connsiteX1014" fmla="*/ 6097461 w 6586410"/>
              <a:gd name="connsiteY1014" fmla="*/ 5450743 h 6596391"/>
              <a:gd name="connsiteX1015" fmla="*/ 6099016 w 6586410"/>
              <a:gd name="connsiteY1015" fmla="*/ 5450471 h 6596391"/>
              <a:gd name="connsiteX1016" fmla="*/ 6294146 w 6586410"/>
              <a:gd name="connsiteY1016" fmla="*/ 5379439 h 6596391"/>
              <a:gd name="connsiteX1017" fmla="*/ 6477578 w 6586410"/>
              <a:gd name="connsiteY1017" fmla="*/ 5446210 h 6596391"/>
              <a:gd name="connsiteX1018" fmla="*/ 6477565 w 6586410"/>
              <a:gd name="connsiteY1018" fmla="*/ 5302998 h 6596391"/>
              <a:gd name="connsiteX1019" fmla="*/ 6294139 w 6586410"/>
              <a:gd name="connsiteY1019" fmla="*/ 5369768 h 6596391"/>
              <a:gd name="connsiteX1020" fmla="*/ 6110720 w 6586410"/>
              <a:gd name="connsiteY1020" fmla="*/ 5303011 h 6596391"/>
              <a:gd name="connsiteX1021" fmla="*/ 6294146 w 6586410"/>
              <a:gd name="connsiteY1021" fmla="*/ 5236240 h 6596391"/>
              <a:gd name="connsiteX1022" fmla="*/ 6477565 w 6586410"/>
              <a:gd name="connsiteY1022" fmla="*/ 5302998 h 6596391"/>
              <a:gd name="connsiteX1023" fmla="*/ 6097454 w 6586410"/>
              <a:gd name="connsiteY1023" fmla="*/ 5021439 h 6596391"/>
              <a:gd name="connsiteX1024" fmla="*/ 6477585 w 6586410"/>
              <a:gd name="connsiteY1024" fmla="*/ 5159793 h 6596391"/>
              <a:gd name="connsiteX1025" fmla="*/ 6294158 w 6586410"/>
              <a:gd name="connsiteY1025" fmla="*/ 5226563 h 6596391"/>
              <a:gd name="connsiteX1026" fmla="*/ 6099010 w 6586410"/>
              <a:gd name="connsiteY1026" fmla="*/ 5155532 h 6596391"/>
              <a:gd name="connsiteX1027" fmla="*/ 6095899 w 6586410"/>
              <a:gd name="connsiteY1027" fmla="*/ 5155532 h 6596391"/>
              <a:gd name="connsiteX1028" fmla="*/ 5900756 w 6586410"/>
              <a:gd name="connsiteY1028" fmla="*/ 5226563 h 6596391"/>
              <a:gd name="connsiteX1029" fmla="*/ 5717324 w 6586410"/>
              <a:gd name="connsiteY1029" fmla="*/ 5159793 h 6596391"/>
              <a:gd name="connsiteX1030" fmla="*/ 6097454 w 6586410"/>
              <a:gd name="connsiteY1030" fmla="*/ 5021439 h 6596391"/>
              <a:gd name="connsiteX1031" fmla="*/ 5887459 w 6586410"/>
              <a:gd name="connsiteY1031" fmla="*/ 5231402 h 6596391"/>
              <a:gd name="connsiteX1032" fmla="*/ 5704047 w 6586410"/>
              <a:gd name="connsiteY1032" fmla="*/ 5298166 h 6596391"/>
              <a:gd name="connsiteX1033" fmla="*/ 5520607 w 6586410"/>
              <a:gd name="connsiteY1033" fmla="*/ 5231396 h 6596391"/>
              <a:gd name="connsiteX1034" fmla="*/ 5704027 w 6586410"/>
              <a:gd name="connsiteY1034" fmla="*/ 5164638 h 6596391"/>
              <a:gd name="connsiteX1035" fmla="*/ 5887459 w 6586410"/>
              <a:gd name="connsiteY1035" fmla="*/ 5231402 h 6596391"/>
              <a:gd name="connsiteX1036" fmla="*/ 6092907 w 6586410"/>
              <a:gd name="connsiteY1036" fmla="*/ 4870201 h 6596391"/>
              <a:gd name="connsiteX1037" fmla="*/ 5697753 w 6586410"/>
              <a:gd name="connsiteY1037" fmla="*/ 5014035 h 6596391"/>
              <a:gd name="connsiteX1038" fmla="*/ 5511864 w 6586410"/>
              <a:gd name="connsiteY1038" fmla="*/ 5081700 h 6596391"/>
              <a:gd name="connsiteX1039" fmla="*/ 5511864 w 6586410"/>
              <a:gd name="connsiteY1039" fmla="*/ 5081694 h 6596391"/>
              <a:gd name="connsiteX1040" fmla="*/ 5511864 w 6586410"/>
              <a:gd name="connsiteY1040" fmla="*/ 4661762 h 6596391"/>
              <a:gd name="connsiteX1041" fmla="*/ 6092907 w 6586410"/>
              <a:gd name="connsiteY1041" fmla="*/ 4450263 h 6596391"/>
              <a:gd name="connsiteX1042" fmla="*/ 6092907 w 6586410"/>
              <a:gd name="connsiteY1042" fmla="*/ 4870201 h 6596391"/>
              <a:gd name="connsiteX1043" fmla="*/ 6097467 w 6586410"/>
              <a:gd name="connsiteY1043" fmla="*/ 4878221 h 6596391"/>
              <a:gd name="connsiteX1044" fmla="*/ 6390977 w 6586410"/>
              <a:gd name="connsiteY1044" fmla="*/ 4985060 h 6596391"/>
              <a:gd name="connsiteX1045" fmla="*/ 6097467 w 6586410"/>
              <a:gd name="connsiteY1045" fmla="*/ 4878221 h 6596391"/>
              <a:gd name="connsiteX1046" fmla="*/ 6097467 w 6586410"/>
              <a:gd name="connsiteY1046" fmla="*/ 4878221 h 6596391"/>
              <a:gd name="connsiteX1047" fmla="*/ 6092907 w 6586410"/>
              <a:gd name="connsiteY1047" fmla="*/ 3578077 h 6596391"/>
              <a:gd name="connsiteX1048" fmla="*/ 5520595 w 6586410"/>
              <a:gd name="connsiteY1048" fmla="*/ 3369766 h 6596391"/>
              <a:gd name="connsiteX1049" fmla="*/ 6092907 w 6586410"/>
              <a:gd name="connsiteY1049" fmla="*/ 3161454 h 6596391"/>
              <a:gd name="connsiteX1050" fmla="*/ 6092907 w 6586410"/>
              <a:gd name="connsiteY1050" fmla="*/ 3578077 h 6596391"/>
              <a:gd name="connsiteX1051" fmla="*/ 5511864 w 6586410"/>
              <a:gd name="connsiteY1051" fmla="*/ 2946665 h 6596391"/>
              <a:gd name="connsiteX1052" fmla="*/ 6084158 w 6586410"/>
              <a:gd name="connsiteY1052" fmla="*/ 3154971 h 6596391"/>
              <a:gd name="connsiteX1053" fmla="*/ 5511864 w 6586410"/>
              <a:gd name="connsiteY1053" fmla="*/ 3363282 h 6596391"/>
              <a:gd name="connsiteX1054" fmla="*/ 5511864 w 6586410"/>
              <a:gd name="connsiteY1054" fmla="*/ 2946665 h 6596391"/>
              <a:gd name="connsiteX1055" fmla="*/ 5511864 w 6586410"/>
              <a:gd name="connsiteY1055" fmla="*/ 3792885 h 6596391"/>
              <a:gd name="connsiteX1056" fmla="*/ 5511864 w 6586410"/>
              <a:gd name="connsiteY1056" fmla="*/ 3376281 h 6596391"/>
              <a:gd name="connsiteX1057" fmla="*/ 6084158 w 6586410"/>
              <a:gd name="connsiteY1057" fmla="*/ 3584580 h 6596391"/>
              <a:gd name="connsiteX1058" fmla="*/ 5837174 w 6586410"/>
              <a:gd name="connsiteY1058" fmla="*/ 3674477 h 6596391"/>
              <a:gd name="connsiteX1059" fmla="*/ 5511864 w 6586410"/>
              <a:gd name="connsiteY1059" fmla="*/ 3792885 h 6596391"/>
              <a:gd name="connsiteX1060" fmla="*/ 5511864 w 6586410"/>
              <a:gd name="connsiteY1060" fmla="*/ 3792885 h 6596391"/>
              <a:gd name="connsiteX1061" fmla="*/ 4921726 w 6586410"/>
              <a:gd name="connsiteY1061" fmla="*/ 1013458 h 6596391"/>
              <a:gd name="connsiteX1062" fmla="*/ 5502771 w 6586410"/>
              <a:gd name="connsiteY1062" fmla="*/ 1224945 h 6596391"/>
              <a:gd name="connsiteX1063" fmla="*/ 5502777 w 6586410"/>
              <a:gd name="connsiteY1063" fmla="*/ 1224945 h 6596391"/>
              <a:gd name="connsiteX1064" fmla="*/ 5502777 w 6586410"/>
              <a:gd name="connsiteY1064" fmla="*/ 1648179 h 6596391"/>
              <a:gd name="connsiteX1065" fmla="*/ 5502771 w 6586410"/>
              <a:gd name="connsiteY1065" fmla="*/ 1648179 h 6596391"/>
              <a:gd name="connsiteX1066" fmla="*/ 4921726 w 6586410"/>
              <a:gd name="connsiteY1066" fmla="*/ 1859666 h 6596391"/>
              <a:gd name="connsiteX1067" fmla="*/ 4921726 w 6586410"/>
              <a:gd name="connsiteY1067" fmla="*/ 1013458 h 6596391"/>
              <a:gd name="connsiteX1068" fmla="*/ 4921726 w 6586410"/>
              <a:gd name="connsiteY1068" fmla="*/ 1869350 h 6596391"/>
              <a:gd name="connsiteX1069" fmla="*/ 5502771 w 6586410"/>
              <a:gd name="connsiteY1069" fmla="*/ 1657869 h 6596391"/>
              <a:gd name="connsiteX1070" fmla="*/ 5502777 w 6586410"/>
              <a:gd name="connsiteY1070" fmla="*/ 1657869 h 6596391"/>
              <a:gd name="connsiteX1071" fmla="*/ 5502777 w 6586410"/>
              <a:gd name="connsiteY1071" fmla="*/ 2077782 h 6596391"/>
              <a:gd name="connsiteX1072" fmla="*/ 5502771 w 6586410"/>
              <a:gd name="connsiteY1072" fmla="*/ 2077782 h 6596391"/>
              <a:gd name="connsiteX1073" fmla="*/ 4921726 w 6586410"/>
              <a:gd name="connsiteY1073" fmla="*/ 2289275 h 6596391"/>
              <a:gd name="connsiteX1074" fmla="*/ 4921726 w 6586410"/>
              <a:gd name="connsiteY1074" fmla="*/ 1869350 h 6596391"/>
              <a:gd name="connsiteX1075" fmla="*/ 4921720 w 6586410"/>
              <a:gd name="connsiteY1075" fmla="*/ 3578077 h 6596391"/>
              <a:gd name="connsiteX1076" fmla="*/ 4921720 w 6586410"/>
              <a:gd name="connsiteY1076" fmla="*/ 3161454 h 6596391"/>
              <a:gd name="connsiteX1077" fmla="*/ 5494046 w 6586410"/>
              <a:gd name="connsiteY1077" fmla="*/ 3369766 h 6596391"/>
              <a:gd name="connsiteX1078" fmla="*/ 4921720 w 6586410"/>
              <a:gd name="connsiteY1078" fmla="*/ 3578077 h 6596391"/>
              <a:gd name="connsiteX1079" fmla="*/ 5502771 w 6586410"/>
              <a:gd name="connsiteY1079" fmla="*/ 3363276 h 6596391"/>
              <a:gd name="connsiteX1080" fmla="*/ 4930477 w 6586410"/>
              <a:gd name="connsiteY1080" fmla="*/ 3154964 h 6596391"/>
              <a:gd name="connsiteX1081" fmla="*/ 5502771 w 6586410"/>
              <a:gd name="connsiteY1081" fmla="*/ 2946665 h 6596391"/>
              <a:gd name="connsiteX1082" fmla="*/ 5502771 w 6586410"/>
              <a:gd name="connsiteY1082" fmla="*/ 3363276 h 6596391"/>
              <a:gd name="connsiteX1083" fmla="*/ 6092907 w 6586410"/>
              <a:gd name="connsiteY1083" fmla="*/ 2722193 h 6596391"/>
              <a:gd name="connsiteX1084" fmla="*/ 5507317 w 6586410"/>
              <a:gd name="connsiteY1084" fmla="*/ 2935350 h 6596391"/>
              <a:gd name="connsiteX1085" fmla="*/ 4921714 w 6586410"/>
              <a:gd name="connsiteY1085" fmla="*/ 2722193 h 6596391"/>
              <a:gd name="connsiteX1086" fmla="*/ 4921714 w 6586410"/>
              <a:gd name="connsiteY1086" fmla="*/ 2298959 h 6596391"/>
              <a:gd name="connsiteX1087" fmla="*/ 5507317 w 6586410"/>
              <a:gd name="connsiteY1087" fmla="*/ 2085815 h 6596391"/>
              <a:gd name="connsiteX1088" fmla="*/ 6052884 w 6586410"/>
              <a:gd name="connsiteY1088" fmla="*/ 2284386 h 6596391"/>
              <a:gd name="connsiteX1089" fmla="*/ 6092907 w 6586410"/>
              <a:gd name="connsiteY1089" fmla="*/ 2298953 h 6596391"/>
              <a:gd name="connsiteX1090" fmla="*/ 6092907 w 6586410"/>
              <a:gd name="connsiteY1090" fmla="*/ 2722193 h 6596391"/>
              <a:gd name="connsiteX1091" fmla="*/ 6092907 w 6586410"/>
              <a:gd name="connsiteY1091" fmla="*/ 1869350 h 6596391"/>
              <a:gd name="connsiteX1092" fmla="*/ 6092907 w 6586410"/>
              <a:gd name="connsiteY1092" fmla="*/ 2289281 h 6596391"/>
              <a:gd name="connsiteX1093" fmla="*/ 6092907 w 6586410"/>
              <a:gd name="connsiteY1093" fmla="*/ 2289288 h 6596391"/>
              <a:gd name="connsiteX1094" fmla="*/ 5511864 w 6586410"/>
              <a:gd name="connsiteY1094" fmla="*/ 2077788 h 6596391"/>
              <a:gd name="connsiteX1095" fmla="*/ 5511864 w 6586410"/>
              <a:gd name="connsiteY1095" fmla="*/ 2077788 h 6596391"/>
              <a:gd name="connsiteX1096" fmla="*/ 5511864 w 6586410"/>
              <a:gd name="connsiteY1096" fmla="*/ 1657863 h 6596391"/>
              <a:gd name="connsiteX1097" fmla="*/ 5511864 w 6586410"/>
              <a:gd name="connsiteY1097" fmla="*/ 1657844 h 6596391"/>
              <a:gd name="connsiteX1098" fmla="*/ 6092907 w 6586410"/>
              <a:gd name="connsiteY1098" fmla="*/ 1869350 h 6596391"/>
              <a:gd name="connsiteX1099" fmla="*/ 6092907 w 6586410"/>
              <a:gd name="connsiteY1099" fmla="*/ 1869350 h 6596391"/>
              <a:gd name="connsiteX1100" fmla="*/ 6092907 w 6586410"/>
              <a:gd name="connsiteY1100" fmla="*/ 1859672 h 6596391"/>
              <a:gd name="connsiteX1101" fmla="*/ 5520633 w 6586410"/>
              <a:gd name="connsiteY1101" fmla="*/ 1651367 h 6596391"/>
              <a:gd name="connsiteX1102" fmla="*/ 6092907 w 6586410"/>
              <a:gd name="connsiteY1102" fmla="*/ 1443068 h 6596391"/>
              <a:gd name="connsiteX1103" fmla="*/ 6092907 w 6586410"/>
              <a:gd name="connsiteY1103" fmla="*/ 1859672 h 6596391"/>
              <a:gd name="connsiteX1104" fmla="*/ 6092907 w 6586410"/>
              <a:gd name="connsiteY1104" fmla="*/ 1433397 h 6596391"/>
              <a:gd name="connsiteX1105" fmla="*/ 5511864 w 6586410"/>
              <a:gd name="connsiteY1105" fmla="*/ 1644877 h 6596391"/>
              <a:gd name="connsiteX1106" fmla="*/ 5511864 w 6586410"/>
              <a:gd name="connsiteY1106" fmla="*/ 1228254 h 6596391"/>
              <a:gd name="connsiteX1107" fmla="*/ 6084170 w 6586410"/>
              <a:gd name="connsiteY1107" fmla="*/ 1436565 h 6596391"/>
              <a:gd name="connsiteX1108" fmla="*/ 6092907 w 6586410"/>
              <a:gd name="connsiteY1108" fmla="*/ 1433397 h 6596391"/>
              <a:gd name="connsiteX1109" fmla="*/ 6092907 w 6586410"/>
              <a:gd name="connsiteY1109" fmla="*/ 1433397 h 6596391"/>
              <a:gd name="connsiteX1110" fmla="*/ 6092907 w 6586410"/>
              <a:gd name="connsiteY1110" fmla="*/ 1430076 h 6596391"/>
              <a:gd name="connsiteX1111" fmla="*/ 5520614 w 6586410"/>
              <a:gd name="connsiteY1111" fmla="*/ 1221764 h 6596391"/>
              <a:gd name="connsiteX1112" fmla="*/ 6092907 w 6586410"/>
              <a:gd name="connsiteY1112" fmla="*/ 1013458 h 6596391"/>
              <a:gd name="connsiteX1113" fmla="*/ 6092907 w 6586410"/>
              <a:gd name="connsiteY1113" fmla="*/ 1430076 h 6596391"/>
              <a:gd name="connsiteX1114" fmla="*/ 6102007 w 6586410"/>
              <a:gd name="connsiteY1114" fmla="*/ 727042 h 6596391"/>
              <a:gd name="connsiteX1115" fmla="*/ 6280880 w 6586410"/>
              <a:gd name="connsiteY1115" fmla="*/ 792148 h 6596391"/>
              <a:gd name="connsiteX1116" fmla="*/ 6102007 w 6586410"/>
              <a:gd name="connsiteY1116" fmla="*/ 857248 h 6596391"/>
              <a:gd name="connsiteX1117" fmla="*/ 6102007 w 6586410"/>
              <a:gd name="connsiteY1117" fmla="*/ 727042 h 6596391"/>
              <a:gd name="connsiteX1118" fmla="*/ 6102007 w 6586410"/>
              <a:gd name="connsiteY1118" fmla="*/ 1000466 h 6596391"/>
              <a:gd name="connsiteX1119" fmla="*/ 6102007 w 6586410"/>
              <a:gd name="connsiteY1119" fmla="*/ 870241 h 6596391"/>
              <a:gd name="connsiteX1120" fmla="*/ 6280893 w 6586410"/>
              <a:gd name="connsiteY1120" fmla="*/ 935353 h 6596391"/>
              <a:gd name="connsiteX1121" fmla="*/ 6102007 w 6586410"/>
              <a:gd name="connsiteY1121" fmla="*/ 1000466 h 6596391"/>
              <a:gd name="connsiteX1122" fmla="*/ 6477591 w 6586410"/>
              <a:gd name="connsiteY1122" fmla="*/ 863757 h 6596391"/>
              <a:gd name="connsiteX1123" fmla="*/ 6294171 w 6586410"/>
              <a:gd name="connsiteY1123" fmla="*/ 930521 h 6596391"/>
              <a:gd name="connsiteX1124" fmla="*/ 6110745 w 6586410"/>
              <a:gd name="connsiteY1124" fmla="*/ 863757 h 6596391"/>
              <a:gd name="connsiteX1125" fmla="*/ 6294171 w 6586410"/>
              <a:gd name="connsiteY1125" fmla="*/ 797000 h 6596391"/>
              <a:gd name="connsiteX1126" fmla="*/ 6477591 w 6586410"/>
              <a:gd name="connsiteY1126" fmla="*/ 863757 h 6596391"/>
              <a:gd name="connsiteX1127" fmla="*/ 6294177 w 6586410"/>
              <a:gd name="connsiteY1127" fmla="*/ 653788 h 6596391"/>
              <a:gd name="connsiteX1128" fmla="*/ 6477603 w 6586410"/>
              <a:gd name="connsiteY1128" fmla="*/ 720552 h 6596391"/>
              <a:gd name="connsiteX1129" fmla="*/ 6294165 w 6586410"/>
              <a:gd name="connsiteY1129" fmla="*/ 787316 h 6596391"/>
              <a:gd name="connsiteX1130" fmla="*/ 6110745 w 6586410"/>
              <a:gd name="connsiteY1130" fmla="*/ 720552 h 6596391"/>
              <a:gd name="connsiteX1131" fmla="*/ 6294177 w 6586410"/>
              <a:gd name="connsiteY1131" fmla="*/ 653788 h 6596391"/>
              <a:gd name="connsiteX1132" fmla="*/ 6280887 w 6586410"/>
              <a:gd name="connsiteY1132" fmla="*/ 648949 h 6596391"/>
              <a:gd name="connsiteX1133" fmla="*/ 6102007 w 6586410"/>
              <a:gd name="connsiteY1133" fmla="*/ 714056 h 6596391"/>
              <a:gd name="connsiteX1134" fmla="*/ 6102007 w 6586410"/>
              <a:gd name="connsiteY1134" fmla="*/ 583836 h 6596391"/>
              <a:gd name="connsiteX1135" fmla="*/ 6280887 w 6586410"/>
              <a:gd name="connsiteY1135" fmla="*/ 648949 h 659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Lst>
            <a:rect l="l" t="t" r="r" b="b"/>
            <a:pathLst>
              <a:path w="6586410" h="6596391">
                <a:moveTo>
                  <a:pt x="6586411" y="394562"/>
                </a:moveTo>
                <a:lnTo>
                  <a:pt x="6095905" y="573086"/>
                </a:lnTo>
                <a:cubicBezTo>
                  <a:pt x="6094108" y="573734"/>
                  <a:pt x="6092907" y="575442"/>
                  <a:pt x="6092907" y="577353"/>
                </a:cubicBezTo>
                <a:lnTo>
                  <a:pt x="6092907" y="577353"/>
                </a:lnTo>
                <a:lnTo>
                  <a:pt x="6092907" y="1003781"/>
                </a:lnTo>
                <a:lnTo>
                  <a:pt x="6095899" y="1002695"/>
                </a:lnTo>
                <a:cubicBezTo>
                  <a:pt x="6096400" y="1002505"/>
                  <a:pt x="6096927" y="1002416"/>
                  <a:pt x="6097454" y="1002416"/>
                </a:cubicBezTo>
                <a:cubicBezTo>
                  <a:pt x="6096927" y="1002416"/>
                  <a:pt x="6096406" y="1002511"/>
                  <a:pt x="6095905" y="1002695"/>
                </a:cubicBezTo>
                <a:lnTo>
                  <a:pt x="5507311" y="1216931"/>
                </a:lnTo>
                <a:lnTo>
                  <a:pt x="5507298" y="1216931"/>
                </a:lnTo>
                <a:lnTo>
                  <a:pt x="4918729" y="1002695"/>
                </a:lnTo>
                <a:cubicBezTo>
                  <a:pt x="4917726" y="1002321"/>
                  <a:pt x="4916627" y="1002321"/>
                  <a:pt x="4915624" y="1002695"/>
                </a:cubicBezTo>
                <a:lnTo>
                  <a:pt x="4331583" y="1215274"/>
                </a:lnTo>
                <a:lnTo>
                  <a:pt x="4331583" y="792161"/>
                </a:lnTo>
                <a:cubicBezTo>
                  <a:pt x="4331583" y="790256"/>
                  <a:pt x="4330389" y="788541"/>
                  <a:pt x="4328586" y="787894"/>
                </a:cubicBezTo>
                <a:lnTo>
                  <a:pt x="3738448" y="573086"/>
                </a:lnTo>
                <a:cubicBezTo>
                  <a:pt x="3737445" y="572711"/>
                  <a:pt x="3736340" y="572711"/>
                  <a:pt x="3735336" y="573086"/>
                </a:cubicBezTo>
                <a:lnTo>
                  <a:pt x="3145200" y="787881"/>
                </a:lnTo>
                <a:cubicBezTo>
                  <a:pt x="3143396" y="788529"/>
                  <a:pt x="3142196" y="790243"/>
                  <a:pt x="3142196" y="792155"/>
                </a:cubicBezTo>
                <a:lnTo>
                  <a:pt x="3142196" y="1215268"/>
                </a:lnTo>
                <a:lnTo>
                  <a:pt x="3148298" y="1217490"/>
                </a:lnTo>
                <a:cubicBezTo>
                  <a:pt x="3150102" y="1218138"/>
                  <a:pt x="3151295" y="1219853"/>
                  <a:pt x="3151295" y="1221764"/>
                </a:cubicBezTo>
                <a:lnTo>
                  <a:pt x="3151295" y="1221764"/>
                </a:lnTo>
                <a:cubicBezTo>
                  <a:pt x="3151289" y="1219853"/>
                  <a:pt x="3150102" y="1218144"/>
                  <a:pt x="3148298" y="1217497"/>
                </a:cubicBezTo>
                <a:lnTo>
                  <a:pt x="2558231" y="1002721"/>
                </a:lnTo>
                <a:cubicBezTo>
                  <a:pt x="2558225" y="1002721"/>
                  <a:pt x="2558218" y="1002714"/>
                  <a:pt x="2558211" y="1002714"/>
                </a:cubicBezTo>
                <a:cubicBezTo>
                  <a:pt x="2558193" y="1002708"/>
                  <a:pt x="2558180" y="1002695"/>
                  <a:pt x="2558161" y="1002689"/>
                </a:cubicBezTo>
                <a:lnTo>
                  <a:pt x="1971008" y="788980"/>
                </a:lnTo>
                <a:lnTo>
                  <a:pt x="1971008" y="362583"/>
                </a:lnTo>
                <a:lnTo>
                  <a:pt x="1971008" y="362545"/>
                </a:lnTo>
                <a:cubicBezTo>
                  <a:pt x="1971008" y="360640"/>
                  <a:pt x="1969815" y="358926"/>
                  <a:pt x="1968017" y="358278"/>
                </a:cubicBezTo>
                <a:lnTo>
                  <a:pt x="1558233" y="209123"/>
                </a:lnTo>
                <a:lnTo>
                  <a:pt x="1377880" y="143477"/>
                </a:lnTo>
                <a:cubicBezTo>
                  <a:pt x="1377499" y="143337"/>
                  <a:pt x="1377099" y="143299"/>
                  <a:pt x="1376699" y="143267"/>
                </a:cubicBezTo>
                <a:cubicBezTo>
                  <a:pt x="1376305" y="143229"/>
                  <a:pt x="1375918" y="143267"/>
                  <a:pt x="1375518" y="143343"/>
                </a:cubicBezTo>
                <a:cubicBezTo>
                  <a:pt x="1375270" y="143388"/>
                  <a:pt x="1375010" y="143388"/>
                  <a:pt x="1374769" y="143477"/>
                </a:cubicBezTo>
                <a:lnTo>
                  <a:pt x="982891" y="286104"/>
                </a:lnTo>
                <a:lnTo>
                  <a:pt x="799471" y="219340"/>
                </a:lnTo>
                <a:lnTo>
                  <a:pt x="1376318" y="9384"/>
                </a:lnTo>
                <a:lnTo>
                  <a:pt x="1953165" y="219340"/>
                </a:lnTo>
                <a:lnTo>
                  <a:pt x="1769739" y="286104"/>
                </a:lnTo>
                <a:lnTo>
                  <a:pt x="1783035" y="290943"/>
                </a:lnTo>
                <a:lnTo>
                  <a:pt x="1968011" y="223614"/>
                </a:lnTo>
                <a:cubicBezTo>
                  <a:pt x="1969815" y="222966"/>
                  <a:pt x="1971015" y="221251"/>
                  <a:pt x="1971015" y="219340"/>
                </a:cubicBezTo>
                <a:cubicBezTo>
                  <a:pt x="1971015" y="217429"/>
                  <a:pt x="1969821" y="215721"/>
                  <a:pt x="1968011" y="215067"/>
                </a:cubicBezTo>
                <a:lnTo>
                  <a:pt x="1377874" y="271"/>
                </a:lnTo>
                <a:cubicBezTo>
                  <a:pt x="1376870" y="-90"/>
                  <a:pt x="1375766" y="-90"/>
                  <a:pt x="1374762" y="271"/>
                </a:cubicBezTo>
                <a:lnTo>
                  <a:pt x="784625" y="215067"/>
                </a:lnTo>
                <a:cubicBezTo>
                  <a:pt x="782822" y="215721"/>
                  <a:pt x="781628" y="217429"/>
                  <a:pt x="781628" y="219340"/>
                </a:cubicBezTo>
                <a:cubicBezTo>
                  <a:pt x="781628" y="221251"/>
                  <a:pt x="782822" y="222966"/>
                  <a:pt x="784625" y="223614"/>
                </a:cubicBezTo>
                <a:lnTo>
                  <a:pt x="969601" y="290943"/>
                </a:lnTo>
                <a:lnTo>
                  <a:pt x="784625" y="358265"/>
                </a:lnTo>
                <a:cubicBezTo>
                  <a:pt x="784218" y="358411"/>
                  <a:pt x="783850" y="358627"/>
                  <a:pt x="783514" y="358875"/>
                </a:cubicBezTo>
                <a:cubicBezTo>
                  <a:pt x="782523" y="359593"/>
                  <a:pt x="781895" y="360691"/>
                  <a:pt x="781723" y="361917"/>
                </a:cubicBezTo>
                <a:cubicBezTo>
                  <a:pt x="781698" y="362126"/>
                  <a:pt x="781628" y="362317"/>
                  <a:pt x="781628" y="362533"/>
                </a:cubicBezTo>
                <a:lnTo>
                  <a:pt x="781628" y="792136"/>
                </a:lnTo>
                <a:cubicBezTo>
                  <a:pt x="781628" y="792707"/>
                  <a:pt x="781761" y="793240"/>
                  <a:pt x="781964" y="793755"/>
                </a:cubicBezTo>
                <a:cubicBezTo>
                  <a:pt x="782428" y="794955"/>
                  <a:pt x="783368" y="795946"/>
                  <a:pt x="784625" y="796403"/>
                </a:cubicBezTo>
                <a:lnTo>
                  <a:pt x="1374749" y="1011211"/>
                </a:lnTo>
                <a:cubicBezTo>
                  <a:pt x="1374756" y="1011211"/>
                  <a:pt x="1374756" y="1011211"/>
                  <a:pt x="1374762" y="1011217"/>
                </a:cubicBezTo>
                <a:cubicBezTo>
                  <a:pt x="1374769" y="1011217"/>
                  <a:pt x="1374769" y="1011217"/>
                  <a:pt x="1374769" y="1011217"/>
                </a:cubicBezTo>
                <a:lnTo>
                  <a:pt x="1964887" y="1226012"/>
                </a:lnTo>
                <a:cubicBezTo>
                  <a:pt x="1964893" y="1226012"/>
                  <a:pt x="1964900" y="1226018"/>
                  <a:pt x="1964906" y="1226018"/>
                </a:cubicBezTo>
                <a:lnTo>
                  <a:pt x="2543321" y="1436553"/>
                </a:lnTo>
                <a:lnTo>
                  <a:pt x="1964906" y="1647080"/>
                </a:lnTo>
                <a:cubicBezTo>
                  <a:pt x="1964830" y="1647106"/>
                  <a:pt x="1964772" y="1647163"/>
                  <a:pt x="1964703" y="1647195"/>
                </a:cubicBezTo>
                <a:cubicBezTo>
                  <a:pt x="1964550" y="1647258"/>
                  <a:pt x="1964410" y="1647354"/>
                  <a:pt x="1964271" y="1647436"/>
                </a:cubicBezTo>
                <a:cubicBezTo>
                  <a:pt x="1963947" y="1647614"/>
                  <a:pt x="1963642" y="1647830"/>
                  <a:pt x="1963369" y="1648090"/>
                </a:cubicBezTo>
                <a:cubicBezTo>
                  <a:pt x="1963236" y="1648217"/>
                  <a:pt x="1963115" y="1648338"/>
                  <a:pt x="1963001" y="1648477"/>
                </a:cubicBezTo>
                <a:cubicBezTo>
                  <a:pt x="1962728" y="1648801"/>
                  <a:pt x="1962512" y="1649163"/>
                  <a:pt x="1962341" y="1649563"/>
                </a:cubicBezTo>
                <a:cubicBezTo>
                  <a:pt x="1962296" y="1649652"/>
                  <a:pt x="1962220" y="1649709"/>
                  <a:pt x="1962194" y="1649805"/>
                </a:cubicBezTo>
                <a:cubicBezTo>
                  <a:pt x="1962188" y="1649830"/>
                  <a:pt x="1962188" y="1649855"/>
                  <a:pt x="1962182" y="1649887"/>
                </a:cubicBezTo>
                <a:cubicBezTo>
                  <a:pt x="1962017" y="1650370"/>
                  <a:pt x="1961966" y="1650859"/>
                  <a:pt x="1961966" y="1651341"/>
                </a:cubicBezTo>
                <a:lnTo>
                  <a:pt x="1961921" y="1651341"/>
                </a:lnTo>
                <a:lnTo>
                  <a:pt x="1961921" y="2507385"/>
                </a:lnTo>
                <a:lnTo>
                  <a:pt x="1374775" y="2721075"/>
                </a:lnTo>
                <a:cubicBezTo>
                  <a:pt x="1372978" y="2721723"/>
                  <a:pt x="1371778" y="2723437"/>
                  <a:pt x="1371778" y="2725349"/>
                </a:cubicBezTo>
                <a:cubicBezTo>
                  <a:pt x="1371778" y="2727260"/>
                  <a:pt x="1372971" y="2728975"/>
                  <a:pt x="1374775" y="2729622"/>
                </a:cubicBezTo>
                <a:lnTo>
                  <a:pt x="1953210" y="2940163"/>
                </a:lnTo>
                <a:lnTo>
                  <a:pt x="1376337" y="3150113"/>
                </a:lnTo>
                <a:lnTo>
                  <a:pt x="1377880" y="3150672"/>
                </a:lnTo>
                <a:cubicBezTo>
                  <a:pt x="1377905" y="3150678"/>
                  <a:pt x="1377924" y="3150697"/>
                  <a:pt x="1377950" y="3150710"/>
                </a:cubicBezTo>
                <a:cubicBezTo>
                  <a:pt x="1378229" y="3150818"/>
                  <a:pt x="1378458" y="3150983"/>
                  <a:pt x="1378706" y="3151135"/>
                </a:cubicBezTo>
                <a:cubicBezTo>
                  <a:pt x="1378439" y="3150970"/>
                  <a:pt x="1378185" y="3150792"/>
                  <a:pt x="1377880" y="3150684"/>
                </a:cubicBezTo>
                <a:lnTo>
                  <a:pt x="787736" y="2935877"/>
                </a:lnTo>
                <a:cubicBezTo>
                  <a:pt x="787235" y="2935686"/>
                  <a:pt x="786708" y="2935597"/>
                  <a:pt x="786187" y="2935597"/>
                </a:cubicBezTo>
                <a:cubicBezTo>
                  <a:pt x="785660" y="2935597"/>
                  <a:pt x="785133" y="2935693"/>
                  <a:pt x="784631" y="2935877"/>
                </a:cubicBezTo>
                <a:lnTo>
                  <a:pt x="194494" y="3150672"/>
                </a:lnTo>
                <a:cubicBezTo>
                  <a:pt x="192691" y="3151319"/>
                  <a:pt x="191497" y="3153034"/>
                  <a:pt x="191497" y="3154945"/>
                </a:cubicBezTo>
                <a:lnTo>
                  <a:pt x="191497" y="3584548"/>
                </a:lnTo>
                <a:cubicBezTo>
                  <a:pt x="191497" y="3585024"/>
                  <a:pt x="191573" y="3585488"/>
                  <a:pt x="191713" y="3585932"/>
                </a:cubicBezTo>
                <a:cubicBezTo>
                  <a:pt x="192132" y="3587247"/>
                  <a:pt x="193141" y="3588326"/>
                  <a:pt x="194494" y="3588815"/>
                </a:cubicBezTo>
                <a:lnTo>
                  <a:pt x="784631" y="3803629"/>
                </a:lnTo>
                <a:cubicBezTo>
                  <a:pt x="785133" y="3803820"/>
                  <a:pt x="785654" y="3803909"/>
                  <a:pt x="786181" y="3803909"/>
                </a:cubicBezTo>
                <a:cubicBezTo>
                  <a:pt x="785654" y="3803909"/>
                  <a:pt x="785127" y="3803820"/>
                  <a:pt x="784625" y="3803629"/>
                </a:cubicBezTo>
                <a:lnTo>
                  <a:pt x="772865" y="3799350"/>
                </a:lnTo>
                <a:lnTo>
                  <a:pt x="593128" y="3864767"/>
                </a:lnTo>
                <a:cubicBezTo>
                  <a:pt x="593503" y="3864634"/>
                  <a:pt x="593896" y="3864602"/>
                  <a:pt x="594290" y="3864564"/>
                </a:cubicBezTo>
                <a:cubicBezTo>
                  <a:pt x="593896" y="3864602"/>
                  <a:pt x="593509" y="3864634"/>
                  <a:pt x="593134" y="3864774"/>
                </a:cubicBezTo>
                <a:lnTo>
                  <a:pt x="2997" y="4079562"/>
                </a:lnTo>
                <a:cubicBezTo>
                  <a:pt x="1194" y="4080216"/>
                  <a:pt x="6" y="4081925"/>
                  <a:pt x="0" y="4083842"/>
                </a:cubicBezTo>
                <a:lnTo>
                  <a:pt x="0" y="4513439"/>
                </a:lnTo>
                <a:cubicBezTo>
                  <a:pt x="0" y="4513439"/>
                  <a:pt x="0" y="4513439"/>
                  <a:pt x="0" y="4513445"/>
                </a:cubicBezTo>
                <a:cubicBezTo>
                  <a:pt x="0" y="4515344"/>
                  <a:pt x="1194" y="4517052"/>
                  <a:pt x="2997" y="4517706"/>
                </a:cubicBezTo>
                <a:lnTo>
                  <a:pt x="593134" y="4732520"/>
                </a:lnTo>
                <a:cubicBezTo>
                  <a:pt x="593636" y="4732711"/>
                  <a:pt x="594157" y="4732800"/>
                  <a:pt x="594684" y="4732800"/>
                </a:cubicBezTo>
                <a:cubicBezTo>
                  <a:pt x="595211" y="4732800"/>
                  <a:pt x="595738" y="4732711"/>
                  <a:pt x="596240" y="4732520"/>
                </a:cubicBezTo>
                <a:lnTo>
                  <a:pt x="1186383" y="4517719"/>
                </a:lnTo>
                <a:lnTo>
                  <a:pt x="1966455" y="4233798"/>
                </a:lnTo>
                <a:lnTo>
                  <a:pt x="1966461" y="4233791"/>
                </a:lnTo>
                <a:lnTo>
                  <a:pt x="2555050" y="4448034"/>
                </a:lnTo>
                <a:cubicBezTo>
                  <a:pt x="2555545" y="4448218"/>
                  <a:pt x="2556066" y="4448307"/>
                  <a:pt x="2556593" y="4448307"/>
                </a:cubicBezTo>
                <a:cubicBezTo>
                  <a:pt x="2557126" y="4448307"/>
                  <a:pt x="2557646" y="4448218"/>
                  <a:pt x="2558149" y="4448034"/>
                </a:cubicBezTo>
                <a:lnTo>
                  <a:pt x="3023978" y="4278483"/>
                </a:lnTo>
                <a:lnTo>
                  <a:pt x="3148292" y="4233232"/>
                </a:lnTo>
                <a:cubicBezTo>
                  <a:pt x="3148737" y="4233074"/>
                  <a:pt x="3149155" y="4232839"/>
                  <a:pt x="3149511" y="4232559"/>
                </a:cubicBezTo>
                <a:cubicBezTo>
                  <a:pt x="3150603" y="4231715"/>
                  <a:pt x="3151277" y="4230394"/>
                  <a:pt x="3151277" y="4228965"/>
                </a:cubicBezTo>
                <a:lnTo>
                  <a:pt x="3151277" y="3799375"/>
                </a:lnTo>
                <a:cubicBezTo>
                  <a:pt x="3151277" y="3799368"/>
                  <a:pt x="3151277" y="3799368"/>
                  <a:pt x="3151277" y="3799368"/>
                </a:cubicBezTo>
                <a:lnTo>
                  <a:pt x="3151277" y="3376249"/>
                </a:lnTo>
                <a:lnTo>
                  <a:pt x="3735318" y="3588834"/>
                </a:lnTo>
                <a:cubicBezTo>
                  <a:pt x="3735819" y="3589019"/>
                  <a:pt x="3736346" y="3589114"/>
                  <a:pt x="3736874" y="3589114"/>
                </a:cubicBezTo>
                <a:cubicBezTo>
                  <a:pt x="3737401" y="3589114"/>
                  <a:pt x="3737928" y="3589019"/>
                  <a:pt x="3738429" y="3588834"/>
                </a:cubicBezTo>
                <a:lnTo>
                  <a:pt x="4328566" y="3374033"/>
                </a:lnTo>
                <a:cubicBezTo>
                  <a:pt x="4330364" y="3373379"/>
                  <a:pt x="4331564" y="3371671"/>
                  <a:pt x="4331564" y="3369759"/>
                </a:cubicBezTo>
                <a:cubicBezTo>
                  <a:pt x="4331564" y="3367842"/>
                  <a:pt x="4330370" y="3366140"/>
                  <a:pt x="4328566" y="3365486"/>
                </a:cubicBezTo>
                <a:lnTo>
                  <a:pt x="4143584" y="3298150"/>
                </a:lnTo>
                <a:lnTo>
                  <a:pt x="4328566" y="3230815"/>
                </a:lnTo>
                <a:cubicBezTo>
                  <a:pt x="4330364" y="3230167"/>
                  <a:pt x="4331564" y="3228453"/>
                  <a:pt x="4331564" y="3226548"/>
                </a:cubicBezTo>
                <a:cubicBezTo>
                  <a:pt x="4331564" y="3224637"/>
                  <a:pt x="4330370" y="3222922"/>
                  <a:pt x="4328566" y="3222274"/>
                </a:cubicBezTo>
                <a:lnTo>
                  <a:pt x="4143591" y="3154952"/>
                </a:lnTo>
                <a:lnTo>
                  <a:pt x="4328566" y="3087623"/>
                </a:lnTo>
                <a:cubicBezTo>
                  <a:pt x="4330364" y="3086975"/>
                  <a:pt x="4331564" y="3085260"/>
                  <a:pt x="4331564" y="3083349"/>
                </a:cubicBezTo>
                <a:cubicBezTo>
                  <a:pt x="4331564" y="3081438"/>
                  <a:pt x="4330370" y="3079723"/>
                  <a:pt x="4328566" y="3079075"/>
                </a:cubicBezTo>
                <a:lnTo>
                  <a:pt x="4143584" y="3011746"/>
                </a:lnTo>
                <a:lnTo>
                  <a:pt x="4328566" y="2944411"/>
                </a:lnTo>
                <a:cubicBezTo>
                  <a:pt x="4330364" y="2943763"/>
                  <a:pt x="4331564" y="2942049"/>
                  <a:pt x="4331564" y="2940137"/>
                </a:cubicBezTo>
                <a:lnTo>
                  <a:pt x="4331564" y="2940137"/>
                </a:lnTo>
                <a:lnTo>
                  <a:pt x="4331564" y="2513741"/>
                </a:lnTo>
                <a:lnTo>
                  <a:pt x="4912608" y="2302254"/>
                </a:lnTo>
                <a:lnTo>
                  <a:pt x="4912608" y="2725342"/>
                </a:lnTo>
                <a:cubicBezTo>
                  <a:pt x="4912608" y="2727254"/>
                  <a:pt x="4913808" y="2728968"/>
                  <a:pt x="4915605" y="2729616"/>
                </a:cubicBezTo>
                <a:lnTo>
                  <a:pt x="5493988" y="2940156"/>
                </a:lnTo>
                <a:lnTo>
                  <a:pt x="4915605" y="3150672"/>
                </a:lnTo>
                <a:cubicBezTo>
                  <a:pt x="4913814" y="3151319"/>
                  <a:pt x="4912608" y="3153034"/>
                  <a:pt x="4912608" y="3154945"/>
                </a:cubicBezTo>
                <a:lnTo>
                  <a:pt x="4912608" y="3581373"/>
                </a:lnTo>
                <a:lnTo>
                  <a:pt x="4915605" y="3580281"/>
                </a:lnTo>
                <a:cubicBezTo>
                  <a:pt x="4916602" y="3579913"/>
                  <a:pt x="4917713" y="3579913"/>
                  <a:pt x="4918710" y="3580281"/>
                </a:cubicBezTo>
                <a:lnTo>
                  <a:pt x="4937030" y="3586949"/>
                </a:lnTo>
                <a:lnTo>
                  <a:pt x="4930457" y="3584554"/>
                </a:lnTo>
                <a:lnTo>
                  <a:pt x="5502751" y="3376256"/>
                </a:lnTo>
                <a:lnTo>
                  <a:pt x="5502751" y="3792847"/>
                </a:lnTo>
                <a:lnTo>
                  <a:pt x="5508854" y="3795070"/>
                </a:lnTo>
                <a:cubicBezTo>
                  <a:pt x="5510657" y="3795724"/>
                  <a:pt x="5511851" y="3797432"/>
                  <a:pt x="5511851" y="3799343"/>
                </a:cubicBezTo>
                <a:lnTo>
                  <a:pt x="5511851" y="3799356"/>
                </a:lnTo>
                <a:cubicBezTo>
                  <a:pt x="5511844" y="3797445"/>
                  <a:pt x="5510657" y="3795737"/>
                  <a:pt x="5508860" y="3795089"/>
                </a:cubicBezTo>
                <a:lnTo>
                  <a:pt x="4918710" y="3580287"/>
                </a:lnTo>
                <a:cubicBezTo>
                  <a:pt x="4917707" y="3579913"/>
                  <a:pt x="4916608" y="3579913"/>
                  <a:pt x="4915605" y="3580287"/>
                </a:cubicBezTo>
                <a:lnTo>
                  <a:pt x="4325461" y="3795070"/>
                </a:lnTo>
                <a:cubicBezTo>
                  <a:pt x="4325011" y="3795228"/>
                  <a:pt x="4324598" y="3795463"/>
                  <a:pt x="4324236" y="3795737"/>
                </a:cubicBezTo>
                <a:cubicBezTo>
                  <a:pt x="4323143" y="3796587"/>
                  <a:pt x="4322477" y="3797908"/>
                  <a:pt x="4322477" y="3799337"/>
                </a:cubicBezTo>
                <a:lnTo>
                  <a:pt x="4322477" y="3799375"/>
                </a:lnTo>
                <a:lnTo>
                  <a:pt x="4322477" y="4228914"/>
                </a:lnTo>
                <a:lnTo>
                  <a:pt x="4322477" y="4228946"/>
                </a:lnTo>
                <a:cubicBezTo>
                  <a:pt x="4322477" y="4230851"/>
                  <a:pt x="4323670" y="4232559"/>
                  <a:pt x="4325468" y="4233213"/>
                </a:cubicBezTo>
                <a:lnTo>
                  <a:pt x="4915611" y="4448027"/>
                </a:lnTo>
                <a:cubicBezTo>
                  <a:pt x="4916113" y="4448212"/>
                  <a:pt x="4916633" y="4448307"/>
                  <a:pt x="4917161" y="4448307"/>
                </a:cubicBezTo>
                <a:cubicBezTo>
                  <a:pt x="4917161" y="4448307"/>
                  <a:pt x="4917161" y="4448307"/>
                  <a:pt x="4917167" y="4448307"/>
                </a:cubicBezTo>
                <a:cubicBezTo>
                  <a:pt x="4917694" y="4448307"/>
                  <a:pt x="4918215" y="4448212"/>
                  <a:pt x="4918716" y="4448027"/>
                </a:cubicBezTo>
                <a:lnTo>
                  <a:pt x="5508866" y="4233226"/>
                </a:lnTo>
                <a:cubicBezTo>
                  <a:pt x="5509311" y="4233067"/>
                  <a:pt x="5509730" y="4232832"/>
                  <a:pt x="5510086" y="4232553"/>
                </a:cubicBezTo>
                <a:cubicBezTo>
                  <a:pt x="5511178" y="4231709"/>
                  <a:pt x="5511851" y="4230388"/>
                  <a:pt x="5511851" y="4228959"/>
                </a:cubicBezTo>
                <a:lnTo>
                  <a:pt x="5511851" y="3802550"/>
                </a:lnTo>
                <a:lnTo>
                  <a:pt x="6092895" y="3591051"/>
                </a:lnTo>
                <a:lnTo>
                  <a:pt x="6092895" y="4440573"/>
                </a:lnTo>
                <a:lnTo>
                  <a:pt x="5505749" y="4654295"/>
                </a:lnTo>
                <a:cubicBezTo>
                  <a:pt x="5503952" y="4654949"/>
                  <a:pt x="5502751" y="4656657"/>
                  <a:pt x="5502751" y="4658562"/>
                </a:cubicBezTo>
                <a:lnTo>
                  <a:pt x="5502751" y="5088178"/>
                </a:lnTo>
                <a:cubicBezTo>
                  <a:pt x="5502751" y="5088203"/>
                  <a:pt x="5502771" y="5088222"/>
                  <a:pt x="5502771" y="5088247"/>
                </a:cubicBezTo>
                <a:cubicBezTo>
                  <a:pt x="5502777" y="5088882"/>
                  <a:pt x="5502948" y="5089479"/>
                  <a:pt x="5503209" y="5090038"/>
                </a:cubicBezTo>
                <a:cubicBezTo>
                  <a:pt x="5503272" y="5090171"/>
                  <a:pt x="5503329" y="5090298"/>
                  <a:pt x="5503399" y="5090432"/>
                </a:cubicBezTo>
                <a:cubicBezTo>
                  <a:pt x="5503716" y="5090984"/>
                  <a:pt x="5504129" y="5091486"/>
                  <a:pt x="5504663" y="5091860"/>
                </a:cubicBezTo>
                <a:cubicBezTo>
                  <a:pt x="5504675" y="5091873"/>
                  <a:pt x="5504682" y="5091892"/>
                  <a:pt x="5504694" y="5091899"/>
                </a:cubicBezTo>
                <a:cubicBezTo>
                  <a:pt x="5504808" y="5091981"/>
                  <a:pt x="5504942" y="5092013"/>
                  <a:pt x="5505063" y="5092077"/>
                </a:cubicBezTo>
                <a:cubicBezTo>
                  <a:pt x="5505285" y="5092210"/>
                  <a:pt x="5505488" y="5092362"/>
                  <a:pt x="5505742" y="5092458"/>
                </a:cubicBezTo>
                <a:lnTo>
                  <a:pt x="5690718" y="5159786"/>
                </a:lnTo>
                <a:lnTo>
                  <a:pt x="5505742" y="5227116"/>
                </a:lnTo>
                <a:cubicBezTo>
                  <a:pt x="5503945" y="5227763"/>
                  <a:pt x="5502751" y="5229478"/>
                  <a:pt x="5502751" y="5231389"/>
                </a:cubicBezTo>
                <a:cubicBezTo>
                  <a:pt x="5502751" y="5233294"/>
                  <a:pt x="5503945" y="5235009"/>
                  <a:pt x="5505742" y="5235656"/>
                </a:cubicBezTo>
                <a:lnTo>
                  <a:pt x="5690737" y="5302992"/>
                </a:lnTo>
                <a:lnTo>
                  <a:pt x="5505742" y="5370327"/>
                </a:lnTo>
                <a:cubicBezTo>
                  <a:pt x="5503945" y="5370987"/>
                  <a:pt x="5502751" y="5372689"/>
                  <a:pt x="5502751" y="5374600"/>
                </a:cubicBezTo>
                <a:cubicBezTo>
                  <a:pt x="5502751" y="5376518"/>
                  <a:pt x="5503945" y="5378227"/>
                  <a:pt x="5505742" y="5378880"/>
                </a:cubicBezTo>
                <a:lnTo>
                  <a:pt x="5690724" y="5446210"/>
                </a:lnTo>
                <a:lnTo>
                  <a:pt x="5505742" y="5513545"/>
                </a:lnTo>
                <a:cubicBezTo>
                  <a:pt x="5503945" y="5514199"/>
                  <a:pt x="5502751" y="5515907"/>
                  <a:pt x="5502751" y="5517818"/>
                </a:cubicBezTo>
                <a:cubicBezTo>
                  <a:pt x="5502751" y="5519730"/>
                  <a:pt x="5503945" y="5521444"/>
                  <a:pt x="5505742" y="5522092"/>
                </a:cubicBezTo>
                <a:lnTo>
                  <a:pt x="5887435" y="5661024"/>
                </a:lnTo>
                <a:lnTo>
                  <a:pt x="5505742" y="5799949"/>
                </a:lnTo>
                <a:cubicBezTo>
                  <a:pt x="5503945" y="5800609"/>
                  <a:pt x="5502751" y="5802311"/>
                  <a:pt x="5502751" y="5804223"/>
                </a:cubicBezTo>
                <a:cubicBezTo>
                  <a:pt x="5502751" y="5806140"/>
                  <a:pt x="5503945" y="5807848"/>
                  <a:pt x="5505742" y="5808496"/>
                </a:cubicBezTo>
                <a:lnTo>
                  <a:pt x="5887435" y="5947428"/>
                </a:lnTo>
                <a:lnTo>
                  <a:pt x="5505742" y="6086359"/>
                </a:lnTo>
                <a:cubicBezTo>
                  <a:pt x="5503945" y="6087007"/>
                  <a:pt x="5502751" y="6088722"/>
                  <a:pt x="5502751" y="6090633"/>
                </a:cubicBezTo>
                <a:cubicBezTo>
                  <a:pt x="5502751" y="6092544"/>
                  <a:pt x="5503945" y="6094259"/>
                  <a:pt x="5505742" y="6094906"/>
                </a:cubicBezTo>
                <a:lnTo>
                  <a:pt x="5887428" y="6233838"/>
                </a:lnTo>
                <a:lnTo>
                  <a:pt x="5505742" y="6372763"/>
                </a:lnTo>
                <a:cubicBezTo>
                  <a:pt x="5503945" y="6373424"/>
                  <a:pt x="5502751" y="6375126"/>
                  <a:pt x="5502751" y="6377037"/>
                </a:cubicBezTo>
                <a:cubicBezTo>
                  <a:pt x="5502751" y="6378955"/>
                  <a:pt x="5503945" y="6380663"/>
                  <a:pt x="5505742" y="6381311"/>
                </a:cubicBezTo>
                <a:lnTo>
                  <a:pt x="6095879" y="6596112"/>
                </a:lnTo>
                <a:cubicBezTo>
                  <a:pt x="6096381" y="6596302"/>
                  <a:pt x="6096908" y="6596391"/>
                  <a:pt x="6097435" y="6596391"/>
                </a:cubicBezTo>
                <a:cubicBezTo>
                  <a:pt x="6097962" y="6596391"/>
                  <a:pt x="6098489" y="6596302"/>
                  <a:pt x="6098991" y="6596112"/>
                </a:cubicBezTo>
                <a:lnTo>
                  <a:pt x="6586391" y="6418706"/>
                </a:lnTo>
                <a:lnTo>
                  <a:pt x="6586391" y="6409035"/>
                </a:lnTo>
                <a:lnTo>
                  <a:pt x="6097435" y="6587012"/>
                </a:lnTo>
                <a:lnTo>
                  <a:pt x="5520589" y="6377043"/>
                </a:lnTo>
                <a:lnTo>
                  <a:pt x="5900725" y="6238683"/>
                </a:lnTo>
                <a:lnTo>
                  <a:pt x="6095873" y="6309720"/>
                </a:lnTo>
                <a:cubicBezTo>
                  <a:pt x="6096375" y="6309911"/>
                  <a:pt x="6096902" y="6310000"/>
                  <a:pt x="6097429" y="6310000"/>
                </a:cubicBezTo>
                <a:cubicBezTo>
                  <a:pt x="6097956" y="6310000"/>
                  <a:pt x="6098483" y="6309911"/>
                  <a:pt x="6098985" y="6309720"/>
                </a:cubicBezTo>
                <a:lnTo>
                  <a:pt x="6294133" y="6238683"/>
                </a:lnTo>
                <a:lnTo>
                  <a:pt x="6586379" y="6345052"/>
                </a:lnTo>
                <a:lnTo>
                  <a:pt x="6586379" y="6335381"/>
                </a:lnTo>
                <a:lnTo>
                  <a:pt x="6307423" y="6233851"/>
                </a:lnTo>
                <a:lnTo>
                  <a:pt x="6586379" y="6132321"/>
                </a:lnTo>
                <a:lnTo>
                  <a:pt x="6586379" y="6122643"/>
                </a:lnTo>
                <a:lnTo>
                  <a:pt x="6294139" y="6229018"/>
                </a:lnTo>
                <a:lnTo>
                  <a:pt x="6098985" y="6157981"/>
                </a:lnTo>
                <a:cubicBezTo>
                  <a:pt x="6097982" y="6157613"/>
                  <a:pt x="6096876" y="6157613"/>
                  <a:pt x="6095873" y="6157981"/>
                </a:cubicBezTo>
                <a:lnTo>
                  <a:pt x="5900718" y="6229018"/>
                </a:lnTo>
                <a:lnTo>
                  <a:pt x="5520589" y="6090652"/>
                </a:lnTo>
                <a:lnTo>
                  <a:pt x="5900732" y="5952292"/>
                </a:lnTo>
                <a:lnTo>
                  <a:pt x="6095873" y="6023323"/>
                </a:lnTo>
                <a:cubicBezTo>
                  <a:pt x="6096375" y="6023513"/>
                  <a:pt x="6096902" y="6023602"/>
                  <a:pt x="6097429" y="6023602"/>
                </a:cubicBezTo>
                <a:cubicBezTo>
                  <a:pt x="6097956" y="6023602"/>
                  <a:pt x="6098483" y="6023513"/>
                  <a:pt x="6098985" y="6023323"/>
                </a:cubicBezTo>
                <a:lnTo>
                  <a:pt x="6294133" y="5952292"/>
                </a:lnTo>
                <a:lnTo>
                  <a:pt x="6586411" y="6058629"/>
                </a:lnTo>
                <a:lnTo>
                  <a:pt x="6586411" y="6048958"/>
                </a:lnTo>
                <a:lnTo>
                  <a:pt x="6307449" y="5947421"/>
                </a:lnTo>
                <a:lnTo>
                  <a:pt x="6586411" y="5845885"/>
                </a:lnTo>
                <a:lnTo>
                  <a:pt x="6586411" y="5836207"/>
                </a:lnTo>
                <a:lnTo>
                  <a:pt x="6294165" y="5942583"/>
                </a:lnTo>
                <a:lnTo>
                  <a:pt x="6099016" y="5871551"/>
                </a:lnTo>
                <a:cubicBezTo>
                  <a:pt x="6098013" y="5871177"/>
                  <a:pt x="6096908" y="5871177"/>
                  <a:pt x="6095905" y="5871551"/>
                </a:cubicBezTo>
                <a:lnTo>
                  <a:pt x="5900756" y="5942589"/>
                </a:lnTo>
                <a:lnTo>
                  <a:pt x="5520621" y="5804216"/>
                </a:lnTo>
                <a:lnTo>
                  <a:pt x="5900763" y="5665856"/>
                </a:lnTo>
                <a:lnTo>
                  <a:pt x="6095905" y="5736887"/>
                </a:lnTo>
                <a:cubicBezTo>
                  <a:pt x="6096406" y="5737071"/>
                  <a:pt x="6096934" y="5737160"/>
                  <a:pt x="6097461" y="5737160"/>
                </a:cubicBezTo>
                <a:cubicBezTo>
                  <a:pt x="6097988" y="5737160"/>
                  <a:pt x="6098515" y="5737071"/>
                  <a:pt x="6099016" y="5736887"/>
                </a:cubicBezTo>
                <a:lnTo>
                  <a:pt x="6294158" y="5665856"/>
                </a:lnTo>
                <a:lnTo>
                  <a:pt x="6586411" y="5772231"/>
                </a:lnTo>
                <a:lnTo>
                  <a:pt x="6586411" y="5762554"/>
                </a:lnTo>
                <a:lnTo>
                  <a:pt x="6307455" y="5661024"/>
                </a:lnTo>
                <a:lnTo>
                  <a:pt x="6586411" y="5559487"/>
                </a:lnTo>
                <a:lnTo>
                  <a:pt x="6586411" y="5549816"/>
                </a:lnTo>
                <a:lnTo>
                  <a:pt x="6294158" y="5656185"/>
                </a:lnTo>
                <a:lnTo>
                  <a:pt x="6110732" y="5589421"/>
                </a:lnTo>
                <a:lnTo>
                  <a:pt x="6490875" y="5451061"/>
                </a:lnTo>
                <a:lnTo>
                  <a:pt x="6586411" y="5485834"/>
                </a:lnTo>
                <a:lnTo>
                  <a:pt x="6586411" y="5476162"/>
                </a:lnTo>
                <a:lnTo>
                  <a:pt x="6504171" y="5446222"/>
                </a:lnTo>
                <a:lnTo>
                  <a:pt x="6586411" y="5416288"/>
                </a:lnTo>
                <a:lnTo>
                  <a:pt x="6586411" y="5406611"/>
                </a:lnTo>
                <a:lnTo>
                  <a:pt x="6490868" y="5441390"/>
                </a:lnTo>
                <a:lnTo>
                  <a:pt x="6307430" y="5374620"/>
                </a:lnTo>
                <a:lnTo>
                  <a:pt x="6490862" y="5307849"/>
                </a:lnTo>
                <a:lnTo>
                  <a:pt x="6586411" y="5342628"/>
                </a:lnTo>
                <a:lnTo>
                  <a:pt x="6586411" y="5332957"/>
                </a:lnTo>
                <a:lnTo>
                  <a:pt x="6504159" y="5303017"/>
                </a:lnTo>
                <a:lnTo>
                  <a:pt x="6586411" y="5273077"/>
                </a:lnTo>
                <a:lnTo>
                  <a:pt x="6586411" y="5263406"/>
                </a:lnTo>
                <a:lnTo>
                  <a:pt x="6490868" y="5298185"/>
                </a:lnTo>
                <a:lnTo>
                  <a:pt x="6307449" y="5231421"/>
                </a:lnTo>
                <a:lnTo>
                  <a:pt x="6490882" y="5164657"/>
                </a:lnTo>
                <a:lnTo>
                  <a:pt x="6586411" y="5199423"/>
                </a:lnTo>
                <a:lnTo>
                  <a:pt x="6586411" y="5189752"/>
                </a:lnTo>
                <a:lnTo>
                  <a:pt x="6504178" y="5159818"/>
                </a:lnTo>
                <a:lnTo>
                  <a:pt x="6586411" y="5129884"/>
                </a:lnTo>
                <a:lnTo>
                  <a:pt x="6586411" y="5120213"/>
                </a:lnTo>
                <a:lnTo>
                  <a:pt x="6490882" y="5154986"/>
                </a:lnTo>
                <a:lnTo>
                  <a:pt x="6099010" y="5012359"/>
                </a:lnTo>
                <a:cubicBezTo>
                  <a:pt x="6098007" y="5011990"/>
                  <a:pt x="6096902" y="5011990"/>
                  <a:pt x="6095899" y="5012359"/>
                </a:cubicBezTo>
                <a:lnTo>
                  <a:pt x="5704027" y="5154986"/>
                </a:lnTo>
                <a:lnTo>
                  <a:pt x="5520607" y="5088222"/>
                </a:lnTo>
                <a:lnTo>
                  <a:pt x="6097454" y="4878266"/>
                </a:lnTo>
                <a:lnTo>
                  <a:pt x="6586411" y="5056205"/>
                </a:lnTo>
                <a:lnTo>
                  <a:pt x="6586411" y="5046541"/>
                </a:lnTo>
                <a:lnTo>
                  <a:pt x="6586411" y="5046534"/>
                </a:lnTo>
                <a:lnTo>
                  <a:pt x="6453499" y="4998154"/>
                </a:lnTo>
                <a:lnTo>
                  <a:pt x="6110745" y="4873395"/>
                </a:lnTo>
                <a:lnTo>
                  <a:pt x="6586411" y="4700262"/>
                </a:lnTo>
                <a:lnTo>
                  <a:pt x="6586411" y="4690585"/>
                </a:lnTo>
                <a:lnTo>
                  <a:pt x="6102001" y="4866899"/>
                </a:lnTo>
                <a:lnTo>
                  <a:pt x="6102001" y="4450275"/>
                </a:lnTo>
                <a:lnTo>
                  <a:pt x="6586411" y="4626589"/>
                </a:lnTo>
                <a:lnTo>
                  <a:pt x="6586411" y="4616925"/>
                </a:lnTo>
                <a:lnTo>
                  <a:pt x="6110770" y="4443786"/>
                </a:lnTo>
                <a:lnTo>
                  <a:pt x="6102001" y="4446980"/>
                </a:lnTo>
                <a:lnTo>
                  <a:pt x="6102001" y="4446974"/>
                </a:lnTo>
                <a:lnTo>
                  <a:pt x="6586411" y="4270653"/>
                </a:lnTo>
                <a:lnTo>
                  <a:pt x="6586411" y="4260976"/>
                </a:lnTo>
                <a:lnTo>
                  <a:pt x="6568948" y="4267332"/>
                </a:lnTo>
                <a:lnTo>
                  <a:pt x="6187186" y="4406296"/>
                </a:lnTo>
                <a:lnTo>
                  <a:pt x="6102001" y="4437303"/>
                </a:lnTo>
                <a:lnTo>
                  <a:pt x="6102001" y="4437296"/>
                </a:lnTo>
                <a:lnTo>
                  <a:pt x="6102001" y="4437290"/>
                </a:lnTo>
                <a:lnTo>
                  <a:pt x="6102001" y="3591070"/>
                </a:lnTo>
                <a:lnTo>
                  <a:pt x="6586411" y="3767396"/>
                </a:lnTo>
                <a:lnTo>
                  <a:pt x="6586411" y="3757719"/>
                </a:lnTo>
                <a:lnTo>
                  <a:pt x="6586411" y="3757713"/>
                </a:lnTo>
                <a:lnTo>
                  <a:pt x="6110751" y="3584573"/>
                </a:lnTo>
                <a:lnTo>
                  <a:pt x="6586411" y="3411447"/>
                </a:lnTo>
                <a:lnTo>
                  <a:pt x="6586411" y="3401770"/>
                </a:lnTo>
                <a:lnTo>
                  <a:pt x="6102007" y="3578084"/>
                </a:lnTo>
                <a:lnTo>
                  <a:pt x="6102007" y="3161460"/>
                </a:lnTo>
                <a:lnTo>
                  <a:pt x="6586411" y="3337775"/>
                </a:lnTo>
                <a:lnTo>
                  <a:pt x="6586411" y="3328103"/>
                </a:lnTo>
                <a:lnTo>
                  <a:pt x="6110770" y="3154971"/>
                </a:lnTo>
                <a:lnTo>
                  <a:pt x="6586411" y="2981851"/>
                </a:lnTo>
                <a:lnTo>
                  <a:pt x="6586411" y="2972173"/>
                </a:lnTo>
                <a:lnTo>
                  <a:pt x="6097473" y="3150126"/>
                </a:lnTo>
                <a:lnTo>
                  <a:pt x="6099010" y="3150684"/>
                </a:lnTo>
                <a:cubicBezTo>
                  <a:pt x="6100807" y="3151338"/>
                  <a:pt x="6102001" y="3153047"/>
                  <a:pt x="6102001" y="3154958"/>
                </a:cubicBezTo>
                <a:lnTo>
                  <a:pt x="6102001" y="3154958"/>
                </a:lnTo>
                <a:cubicBezTo>
                  <a:pt x="6102001" y="3153053"/>
                  <a:pt x="6100807" y="3151345"/>
                  <a:pt x="6099010" y="3150697"/>
                </a:cubicBezTo>
                <a:lnTo>
                  <a:pt x="5508873" y="2935889"/>
                </a:lnTo>
                <a:lnTo>
                  <a:pt x="5520633" y="2940169"/>
                </a:lnTo>
                <a:lnTo>
                  <a:pt x="6099010" y="2729648"/>
                </a:lnTo>
                <a:cubicBezTo>
                  <a:pt x="6100807" y="2729000"/>
                  <a:pt x="6102001" y="2727285"/>
                  <a:pt x="6102001" y="2725374"/>
                </a:cubicBezTo>
                <a:lnTo>
                  <a:pt x="6102001" y="2298959"/>
                </a:lnTo>
                <a:lnTo>
                  <a:pt x="6586411" y="2122638"/>
                </a:lnTo>
                <a:lnTo>
                  <a:pt x="6586411" y="2112967"/>
                </a:lnTo>
                <a:lnTo>
                  <a:pt x="6102001" y="2289288"/>
                </a:lnTo>
                <a:lnTo>
                  <a:pt x="6102001" y="1869356"/>
                </a:lnTo>
                <a:lnTo>
                  <a:pt x="6586411" y="1693029"/>
                </a:lnTo>
                <a:lnTo>
                  <a:pt x="6586411" y="1683352"/>
                </a:lnTo>
                <a:lnTo>
                  <a:pt x="6102001" y="1859672"/>
                </a:lnTo>
                <a:lnTo>
                  <a:pt x="6102001" y="1443074"/>
                </a:lnTo>
                <a:lnTo>
                  <a:pt x="6586411" y="1619382"/>
                </a:lnTo>
                <a:lnTo>
                  <a:pt x="6586411" y="1609711"/>
                </a:lnTo>
                <a:lnTo>
                  <a:pt x="6102001" y="1433390"/>
                </a:lnTo>
                <a:lnTo>
                  <a:pt x="6102001" y="1433390"/>
                </a:lnTo>
                <a:lnTo>
                  <a:pt x="6110738" y="1436565"/>
                </a:lnTo>
                <a:lnTo>
                  <a:pt x="6586411" y="1263433"/>
                </a:lnTo>
                <a:lnTo>
                  <a:pt x="6586411" y="1253755"/>
                </a:lnTo>
                <a:lnTo>
                  <a:pt x="6102001" y="1430076"/>
                </a:lnTo>
                <a:lnTo>
                  <a:pt x="6102001" y="1013465"/>
                </a:lnTo>
                <a:lnTo>
                  <a:pt x="6586411" y="1189773"/>
                </a:lnTo>
                <a:lnTo>
                  <a:pt x="6586411" y="1180108"/>
                </a:lnTo>
                <a:lnTo>
                  <a:pt x="6099010" y="1002695"/>
                </a:lnTo>
                <a:lnTo>
                  <a:pt x="6309919" y="1079460"/>
                </a:lnTo>
                <a:lnTo>
                  <a:pt x="6477420" y="1140427"/>
                </a:lnTo>
                <a:lnTo>
                  <a:pt x="6110751" y="1006962"/>
                </a:lnTo>
                <a:lnTo>
                  <a:pt x="6294184" y="940198"/>
                </a:lnTo>
                <a:lnTo>
                  <a:pt x="6586411" y="1046561"/>
                </a:lnTo>
                <a:lnTo>
                  <a:pt x="6586411" y="1036884"/>
                </a:lnTo>
                <a:lnTo>
                  <a:pt x="6307468" y="935353"/>
                </a:lnTo>
                <a:lnTo>
                  <a:pt x="6490888" y="868596"/>
                </a:lnTo>
                <a:lnTo>
                  <a:pt x="6586411" y="903362"/>
                </a:lnTo>
                <a:lnTo>
                  <a:pt x="6586411" y="893691"/>
                </a:lnTo>
                <a:lnTo>
                  <a:pt x="6504185" y="863764"/>
                </a:lnTo>
                <a:lnTo>
                  <a:pt x="6586411" y="833836"/>
                </a:lnTo>
                <a:lnTo>
                  <a:pt x="6586411" y="824159"/>
                </a:lnTo>
                <a:lnTo>
                  <a:pt x="6490888" y="858931"/>
                </a:lnTo>
                <a:lnTo>
                  <a:pt x="6307462" y="792167"/>
                </a:lnTo>
                <a:lnTo>
                  <a:pt x="6490900" y="725403"/>
                </a:lnTo>
                <a:lnTo>
                  <a:pt x="6586411" y="760170"/>
                </a:lnTo>
                <a:lnTo>
                  <a:pt x="6586411" y="750499"/>
                </a:lnTo>
                <a:lnTo>
                  <a:pt x="6504191" y="720571"/>
                </a:lnTo>
                <a:lnTo>
                  <a:pt x="6586411" y="690631"/>
                </a:lnTo>
                <a:lnTo>
                  <a:pt x="6586411" y="680953"/>
                </a:lnTo>
                <a:lnTo>
                  <a:pt x="6490894" y="715720"/>
                </a:lnTo>
                <a:lnTo>
                  <a:pt x="6307468" y="648956"/>
                </a:lnTo>
                <a:lnTo>
                  <a:pt x="6586411" y="547426"/>
                </a:lnTo>
                <a:lnTo>
                  <a:pt x="6586411" y="537748"/>
                </a:lnTo>
                <a:lnTo>
                  <a:pt x="6294177" y="644117"/>
                </a:lnTo>
                <a:lnTo>
                  <a:pt x="6110770" y="577353"/>
                </a:lnTo>
                <a:lnTo>
                  <a:pt x="6586411" y="404233"/>
                </a:lnTo>
                <a:lnTo>
                  <a:pt x="6586411" y="394562"/>
                </a:lnTo>
                <a:close/>
                <a:moveTo>
                  <a:pt x="790746" y="369029"/>
                </a:moveTo>
                <a:lnTo>
                  <a:pt x="1363053" y="577353"/>
                </a:lnTo>
                <a:lnTo>
                  <a:pt x="790746" y="785659"/>
                </a:lnTo>
                <a:lnTo>
                  <a:pt x="790746" y="369029"/>
                </a:lnTo>
                <a:close/>
                <a:moveTo>
                  <a:pt x="1371791" y="1000466"/>
                </a:moveTo>
                <a:lnTo>
                  <a:pt x="799503" y="792148"/>
                </a:lnTo>
                <a:lnTo>
                  <a:pt x="1371791" y="583849"/>
                </a:lnTo>
                <a:lnTo>
                  <a:pt x="1371791" y="1000466"/>
                </a:lnTo>
                <a:close/>
                <a:moveTo>
                  <a:pt x="1371791" y="570851"/>
                </a:moveTo>
                <a:lnTo>
                  <a:pt x="799490" y="362545"/>
                </a:lnTo>
                <a:lnTo>
                  <a:pt x="982917" y="295788"/>
                </a:lnTo>
                <a:lnTo>
                  <a:pt x="1371791" y="437336"/>
                </a:lnTo>
                <a:lnTo>
                  <a:pt x="1371791" y="570851"/>
                </a:lnTo>
                <a:close/>
                <a:moveTo>
                  <a:pt x="1371791" y="427658"/>
                </a:moveTo>
                <a:lnTo>
                  <a:pt x="996207" y="290949"/>
                </a:lnTo>
                <a:lnTo>
                  <a:pt x="1016273" y="283647"/>
                </a:lnTo>
                <a:lnTo>
                  <a:pt x="1371791" y="154246"/>
                </a:lnTo>
                <a:lnTo>
                  <a:pt x="1371791" y="427658"/>
                </a:lnTo>
                <a:close/>
                <a:moveTo>
                  <a:pt x="200603" y="3161460"/>
                </a:moveTo>
                <a:lnTo>
                  <a:pt x="772916" y="3369772"/>
                </a:lnTo>
                <a:lnTo>
                  <a:pt x="200603" y="3578084"/>
                </a:lnTo>
                <a:lnTo>
                  <a:pt x="200603" y="3161460"/>
                </a:lnTo>
                <a:close/>
                <a:moveTo>
                  <a:pt x="781647" y="3792885"/>
                </a:moveTo>
                <a:lnTo>
                  <a:pt x="781647" y="3792885"/>
                </a:lnTo>
                <a:lnTo>
                  <a:pt x="418655" y="3660761"/>
                </a:lnTo>
                <a:lnTo>
                  <a:pt x="209353" y="3584573"/>
                </a:lnTo>
                <a:lnTo>
                  <a:pt x="781653" y="3376275"/>
                </a:lnTo>
                <a:lnTo>
                  <a:pt x="781647" y="3792885"/>
                </a:lnTo>
                <a:close/>
                <a:moveTo>
                  <a:pt x="781653" y="2946665"/>
                </a:moveTo>
                <a:lnTo>
                  <a:pt x="781653" y="3363276"/>
                </a:lnTo>
                <a:lnTo>
                  <a:pt x="209353" y="3154964"/>
                </a:lnTo>
                <a:lnTo>
                  <a:pt x="520027" y="3041884"/>
                </a:lnTo>
                <a:lnTo>
                  <a:pt x="781653" y="2946665"/>
                </a:lnTo>
                <a:lnTo>
                  <a:pt x="781653" y="2946665"/>
                </a:lnTo>
                <a:close/>
                <a:moveTo>
                  <a:pt x="9112" y="4090351"/>
                </a:moveTo>
                <a:lnTo>
                  <a:pt x="581425" y="4298663"/>
                </a:lnTo>
                <a:lnTo>
                  <a:pt x="9112" y="4506975"/>
                </a:lnTo>
                <a:lnTo>
                  <a:pt x="9112" y="4090351"/>
                </a:lnTo>
                <a:close/>
                <a:moveTo>
                  <a:pt x="590156" y="4721782"/>
                </a:moveTo>
                <a:lnTo>
                  <a:pt x="17862" y="4513464"/>
                </a:lnTo>
                <a:lnTo>
                  <a:pt x="590156" y="4305165"/>
                </a:lnTo>
                <a:lnTo>
                  <a:pt x="590156" y="4721782"/>
                </a:lnTo>
                <a:close/>
                <a:moveTo>
                  <a:pt x="590156" y="4292167"/>
                </a:moveTo>
                <a:lnTo>
                  <a:pt x="17869" y="4083855"/>
                </a:lnTo>
                <a:lnTo>
                  <a:pt x="590156" y="3875550"/>
                </a:lnTo>
                <a:lnTo>
                  <a:pt x="590156" y="4292167"/>
                </a:lnTo>
                <a:close/>
                <a:moveTo>
                  <a:pt x="1380877" y="3154964"/>
                </a:moveTo>
                <a:lnTo>
                  <a:pt x="1380877" y="3154964"/>
                </a:lnTo>
                <a:cubicBezTo>
                  <a:pt x="1380877" y="3154494"/>
                  <a:pt x="1380801" y="3154031"/>
                  <a:pt x="1380662" y="3153593"/>
                </a:cubicBezTo>
                <a:cubicBezTo>
                  <a:pt x="1380807" y="3154031"/>
                  <a:pt x="1380877" y="3154488"/>
                  <a:pt x="1380877" y="3154964"/>
                </a:cubicBezTo>
                <a:close/>
                <a:moveTo>
                  <a:pt x="1953178" y="3369772"/>
                </a:moveTo>
                <a:lnTo>
                  <a:pt x="1953178" y="3369772"/>
                </a:lnTo>
                <a:lnTo>
                  <a:pt x="1555776" y="3514419"/>
                </a:lnTo>
                <a:lnTo>
                  <a:pt x="1380877" y="3578077"/>
                </a:lnTo>
                <a:lnTo>
                  <a:pt x="1380877" y="3578071"/>
                </a:lnTo>
                <a:lnTo>
                  <a:pt x="1380877" y="3161467"/>
                </a:lnTo>
                <a:lnTo>
                  <a:pt x="1380877" y="3161467"/>
                </a:lnTo>
                <a:lnTo>
                  <a:pt x="1953178" y="3369772"/>
                </a:lnTo>
                <a:close/>
                <a:moveTo>
                  <a:pt x="1380877" y="3584573"/>
                </a:moveTo>
                <a:lnTo>
                  <a:pt x="1380877" y="3584535"/>
                </a:lnTo>
                <a:cubicBezTo>
                  <a:pt x="1380877" y="3584548"/>
                  <a:pt x="1380884" y="3584561"/>
                  <a:pt x="1380877" y="3584573"/>
                </a:cubicBezTo>
                <a:cubicBezTo>
                  <a:pt x="1380884" y="3585787"/>
                  <a:pt x="1380363" y="3586891"/>
                  <a:pt x="1379544" y="3587723"/>
                </a:cubicBezTo>
                <a:cubicBezTo>
                  <a:pt x="1380357" y="3586891"/>
                  <a:pt x="1380877" y="3585787"/>
                  <a:pt x="1380877" y="3584573"/>
                </a:cubicBezTo>
                <a:close/>
                <a:moveTo>
                  <a:pt x="790746" y="2946665"/>
                </a:moveTo>
                <a:lnTo>
                  <a:pt x="1363040" y="3154971"/>
                </a:lnTo>
                <a:lnTo>
                  <a:pt x="790746" y="3363282"/>
                </a:lnTo>
                <a:lnTo>
                  <a:pt x="790746" y="2946665"/>
                </a:lnTo>
                <a:close/>
                <a:moveTo>
                  <a:pt x="1371791" y="3161460"/>
                </a:moveTo>
                <a:lnTo>
                  <a:pt x="1371791" y="3578084"/>
                </a:lnTo>
                <a:lnTo>
                  <a:pt x="799478" y="3369772"/>
                </a:lnTo>
                <a:lnTo>
                  <a:pt x="1371791" y="3161460"/>
                </a:lnTo>
                <a:close/>
                <a:moveTo>
                  <a:pt x="790740" y="3792885"/>
                </a:moveTo>
                <a:lnTo>
                  <a:pt x="790740" y="3792873"/>
                </a:lnTo>
                <a:lnTo>
                  <a:pt x="790746" y="3376281"/>
                </a:lnTo>
                <a:lnTo>
                  <a:pt x="1363034" y="3584580"/>
                </a:lnTo>
                <a:lnTo>
                  <a:pt x="1363040" y="3584580"/>
                </a:lnTo>
                <a:lnTo>
                  <a:pt x="1201128" y="3643514"/>
                </a:lnTo>
                <a:lnTo>
                  <a:pt x="790740" y="3792885"/>
                </a:lnTo>
                <a:lnTo>
                  <a:pt x="790740" y="3792885"/>
                </a:lnTo>
                <a:close/>
                <a:moveTo>
                  <a:pt x="599250" y="4721782"/>
                </a:moveTo>
                <a:lnTo>
                  <a:pt x="599250" y="4305171"/>
                </a:lnTo>
                <a:lnTo>
                  <a:pt x="1171549" y="4513471"/>
                </a:lnTo>
                <a:lnTo>
                  <a:pt x="599250" y="4721782"/>
                </a:lnTo>
                <a:close/>
                <a:moveTo>
                  <a:pt x="1180300" y="4506975"/>
                </a:moveTo>
                <a:lnTo>
                  <a:pt x="607981" y="4298663"/>
                </a:lnTo>
                <a:lnTo>
                  <a:pt x="1180300" y="4090351"/>
                </a:lnTo>
                <a:lnTo>
                  <a:pt x="1180300" y="4506975"/>
                </a:lnTo>
                <a:close/>
                <a:moveTo>
                  <a:pt x="599250" y="4292167"/>
                </a:moveTo>
                <a:lnTo>
                  <a:pt x="599250" y="3875556"/>
                </a:lnTo>
                <a:lnTo>
                  <a:pt x="1171537" y="4083861"/>
                </a:lnTo>
                <a:lnTo>
                  <a:pt x="599250" y="4292167"/>
                </a:lnTo>
                <a:close/>
                <a:moveTo>
                  <a:pt x="1961928" y="4225784"/>
                </a:moveTo>
                <a:lnTo>
                  <a:pt x="1189393" y="4506981"/>
                </a:lnTo>
                <a:lnTo>
                  <a:pt x="1189393" y="4087049"/>
                </a:lnTo>
                <a:lnTo>
                  <a:pt x="1961928" y="3805865"/>
                </a:lnTo>
                <a:lnTo>
                  <a:pt x="1961928" y="4225784"/>
                </a:lnTo>
                <a:close/>
                <a:moveTo>
                  <a:pt x="1961928" y="3376275"/>
                </a:moveTo>
                <a:lnTo>
                  <a:pt x="1961928" y="3796200"/>
                </a:lnTo>
                <a:lnTo>
                  <a:pt x="1184853" y="4079023"/>
                </a:lnTo>
                <a:lnTo>
                  <a:pt x="1186390" y="4079582"/>
                </a:lnTo>
                <a:cubicBezTo>
                  <a:pt x="1188193" y="4080235"/>
                  <a:pt x="1189393" y="4081943"/>
                  <a:pt x="1189393" y="4083855"/>
                </a:cubicBezTo>
                <a:lnTo>
                  <a:pt x="1189393" y="4083861"/>
                </a:lnTo>
                <a:cubicBezTo>
                  <a:pt x="1189393" y="4081950"/>
                  <a:pt x="1188199" y="4080248"/>
                  <a:pt x="1186396" y="4079594"/>
                </a:cubicBezTo>
                <a:lnTo>
                  <a:pt x="596252" y="3864793"/>
                </a:lnTo>
                <a:cubicBezTo>
                  <a:pt x="595935" y="3864672"/>
                  <a:pt x="595598" y="3864659"/>
                  <a:pt x="595274" y="3864615"/>
                </a:cubicBezTo>
                <a:cubicBezTo>
                  <a:pt x="595604" y="3864659"/>
                  <a:pt x="595935" y="3864672"/>
                  <a:pt x="596252" y="3864786"/>
                </a:cubicBezTo>
                <a:lnTo>
                  <a:pt x="608000" y="3869066"/>
                </a:lnTo>
                <a:lnTo>
                  <a:pt x="787705" y="3803655"/>
                </a:lnTo>
                <a:cubicBezTo>
                  <a:pt x="787717" y="3803648"/>
                  <a:pt x="787736" y="3803655"/>
                  <a:pt x="787749" y="3803648"/>
                </a:cubicBezTo>
                <a:lnTo>
                  <a:pt x="1325258" y="3607999"/>
                </a:lnTo>
                <a:lnTo>
                  <a:pt x="1377887" y="3588841"/>
                </a:lnTo>
                <a:lnTo>
                  <a:pt x="1961928" y="3376256"/>
                </a:lnTo>
                <a:lnTo>
                  <a:pt x="1961928" y="3376275"/>
                </a:lnTo>
                <a:close/>
                <a:moveTo>
                  <a:pt x="1961928" y="3363276"/>
                </a:moveTo>
                <a:lnTo>
                  <a:pt x="1397495" y="3157834"/>
                </a:lnTo>
                <a:lnTo>
                  <a:pt x="1389628" y="3154971"/>
                </a:lnTo>
                <a:lnTo>
                  <a:pt x="1961928" y="2946672"/>
                </a:lnTo>
                <a:lnTo>
                  <a:pt x="1961928" y="3363276"/>
                </a:lnTo>
                <a:close/>
                <a:moveTo>
                  <a:pt x="1961928" y="2933673"/>
                </a:moveTo>
                <a:lnTo>
                  <a:pt x="1389628" y="2725361"/>
                </a:lnTo>
                <a:lnTo>
                  <a:pt x="1961928" y="2517062"/>
                </a:lnTo>
                <a:lnTo>
                  <a:pt x="1961928" y="2933673"/>
                </a:lnTo>
                <a:close/>
                <a:moveTo>
                  <a:pt x="1961928" y="365727"/>
                </a:moveTo>
                <a:lnTo>
                  <a:pt x="1763236" y="293407"/>
                </a:lnTo>
                <a:lnTo>
                  <a:pt x="1759718" y="292124"/>
                </a:lnTo>
                <a:lnTo>
                  <a:pt x="1961928" y="365727"/>
                </a:lnTo>
                <a:close/>
                <a:moveTo>
                  <a:pt x="1380884" y="154246"/>
                </a:moveTo>
                <a:lnTo>
                  <a:pt x="1680775" y="263390"/>
                </a:lnTo>
                <a:lnTo>
                  <a:pt x="1380884" y="154246"/>
                </a:lnTo>
                <a:lnTo>
                  <a:pt x="1756461" y="290943"/>
                </a:lnTo>
                <a:lnTo>
                  <a:pt x="1380884" y="427652"/>
                </a:lnTo>
                <a:lnTo>
                  <a:pt x="1380884" y="154246"/>
                </a:lnTo>
                <a:close/>
                <a:moveTo>
                  <a:pt x="1380884" y="437323"/>
                </a:moveTo>
                <a:lnTo>
                  <a:pt x="1769751" y="295781"/>
                </a:lnTo>
                <a:lnTo>
                  <a:pt x="1953178" y="362539"/>
                </a:lnTo>
                <a:lnTo>
                  <a:pt x="1380884" y="570844"/>
                </a:lnTo>
                <a:lnTo>
                  <a:pt x="1380884" y="437323"/>
                </a:lnTo>
                <a:close/>
                <a:moveTo>
                  <a:pt x="1961928" y="369029"/>
                </a:moveTo>
                <a:lnTo>
                  <a:pt x="1961928" y="785659"/>
                </a:lnTo>
                <a:lnTo>
                  <a:pt x="1389615" y="577353"/>
                </a:lnTo>
                <a:lnTo>
                  <a:pt x="1961928" y="369029"/>
                </a:lnTo>
                <a:close/>
                <a:moveTo>
                  <a:pt x="1380884" y="583849"/>
                </a:moveTo>
                <a:lnTo>
                  <a:pt x="1953171" y="792148"/>
                </a:lnTo>
                <a:lnTo>
                  <a:pt x="1380884" y="1000466"/>
                </a:lnTo>
                <a:lnTo>
                  <a:pt x="1380884" y="583849"/>
                </a:lnTo>
                <a:close/>
                <a:moveTo>
                  <a:pt x="1966468" y="1216919"/>
                </a:moveTo>
                <a:lnTo>
                  <a:pt x="1389628" y="1006956"/>
                </a:lnTo>
                <a:lnTo>
                  <a:pt x="1966475" y="797000"/>
                </a:lnTo>
                <a:lnTo>
                  <a:pt x="2543321" y="1006956"/>
                </a:lnTo>
                <a:lnTo>
                  <a:pt x="2176653" y="1140420"/>
                </a:lnTo>
                <a:lnTo>
                  <a:pt x="2053927" y="1185093"/>
                </a:lnTo>
                <a:lnTo>
                  <a:pt x="1966468" y="1216919"/>
                </a:lnTo>
                <a:lnTo>
                  <a:pt x="1966468" y="1216919"/>
                </a:lnTo>
                <a:close/>
                <a:moveTo>
                  <a:pt x="1971021" y="2946659"/>
                </a:moveTo>
                <a:lnTo>
                  <a:pt x="2543334" y="3154977"/>
                </a:lnTo>
                <a:lnTo>
                  <a:pt x="1971021" y="3363289"/>
                </a:lnTo>
                <a:lnTo>
                  <a:pt x="1971021" y="2946659"/>
                </a:lnTo>
                <a:close/>
                <a:moveTo>
                  <a:pt x="1971021" y="3376275"/>
                </a:moveTo>
                <a:lnTo>
                  <a:pt x="1971021" y="3376275"/>
                </a:lnTo>
                <a:lnTo>
                  <a:pt x="2194827" y="3457732"/>
                </a:lnTo>
                <a:lnTo>
                  <a:pt x="2543315" y="3584580"/>
                </a:lnTo>
                <a:lnTo>
                  <a:pt x="2543334" y="3584586"/>
                </a:lnTo>
                <a:lnTo>
                  <a:pt x="1971021" y="3792892"/>
                </a:lnTo>
                <a:lnTo>
                  <a:pt x="1971021" y="3376275"/>
                </a:lnTo>
                <a:close/>
                <a:moveTo>
                  <a:pt x="1971021" y="3805871"/>
                </a:moveTo>
                <a:lnTo>
                  <a:pt x="2543340" y="4014189"/>
                </a:lnTo>
                <a:lnTo>
                  <a:pt x="1971021" y="4222488"/>
                </a:lnTo>
                <a:lnTo>
                  <a:pt x="1971021" y="3805871"/>
                </a:lnTo>
                <a:close/>
                <a:moveTo>
                  <a:pt x="2552071" y="4437290"/>
                </a:moveTo>
                <a:lnTo>
                  <a:pt x="2552071" y="4437290"/>
                </a:lnTo>
                <a:lnTo>
                  <a:pt x="2437568" y="4395615"/>
                </a:lnTo>
                <a:lnTo>
                  <a:pt x="1979784" y="4228984"/>
                </a:lnTo>
                <a:lnTo>
                  <a:pt x="2552071" y="4020691"/>
                </a:lnTo>
                <a:lnTo>
                  <a:pt x="2552071" y="4437290"/>
                </a:lnTo>
                <a:close/>
                <a:moveTo>
                  <a:pt x="2552071" y="3591076"/>
                </a:moveTo>
                <a:lnTo>
                  <a:pt x="2552071" y="4007687"/>
                </a:lnTo>
                <a:lnTo>
                  <a:pt x="1979771" y="3799375"/>
                </a:lnTo>
                <a:lnTo>
                  <a:pt x="2286959" y="3687571"/>
                </a:lnTo>
                <a:lnTo>
                  <a:pt x="2552071" y="3591076"/>
                </a:lnTo>
                <a:lnTo>
                  <a:pt x="2552071" y="3591076"/>
                </a:lnTo>
                <a:close/>
                <a:moveTo>
                  <a:pt x="2552071" y="3578077"/>
                </a:moveTo>
                <a:lnTo>
                  <a:pt x="2552071" y="3578090"/>
                </a:lnTo>
                <a:lnTo>
                  <a:pt x="2076424" y="3404951"/>
                </a:lnTo>
                <a:lnTo>
                  <a:pt x="1979771" y="3369772"/>
                </a:lnTo>
                <a:lnTo>
                  <a:pt x="2552071" y="3161473"/>
                </a:lnTo>
                <a:lnTo>
                  <a:pt x="2552071" y="3578077"/>
                </a:lnTo>
                <a:close/>
                <a:moveTo>
                  <a:pt x="2552071" y="2731876"/>
                </a:moveTo>
                <a:lnTo>
                  <a:pt x="2552071" y="3148475"/>
                </a:lnTo>
                <a:lnTo>
                  <a:pt x="1979790" y="2940176"/>
                </a:lnTo>
                <a:lnTo>
                  <a:pt x="1971021" y="2943363"/>
                </a:lnTo>
                <a:lnTo>
                  <a:pt x="1971021" y="2943351"/>
                </a:lnTo>
                <a:lnTo>
                  <a:pt x="2552071" y="2731876"/>
                </a:lnTo>
                <a:lnTo>
                  <a:pt x="2552071" y="2731876"/>
                </a:lnTo>
                <a:close/>
                <a:moveTo>
                  <a:pt x="1971027" y="2933673"/>
                </a:moveTo>
                <a:lnTo>
                  <a:pt x="1971027" y="2517075"/>
                </a:lnTo>
                <a:lnTo>
                  <a:pt x="2543315" y="2725380"/>
                </a:lnTo>
                <a:lnTo>
                  <a:pt x="2543321" y="2725380"/>
                </a:lnTo>
                <a:lnTo>
                  <a:pt x="2424602" y="2768598"/>
                </a:lnTo>
                <a:lnTo>
                  <a:pt x="2018449" y="2916414"/>
                </a:lnTo>
                <a:lnTo>
                  <a:pt x="1971027" y="2933673"/>
                </a:lnTo>
                <a:close/>
                <a:moveTo>
                  <a:pt x="2552071" y="2718884"/>
                </a:moveTo>
                <a:lnTo>
                  <a:pt x="2401995" y="2664262"/>
                </a:lnTo>
                <a:lnTo>
                  <a:pt x="1971021" y="2507398"/>
                </a:lnTo>
                <a:lnTo>
                  <a:pt x="1971021" y="2507391"/>
                </a:lnTo>
                <a:lnTo>
                  <a:pt x="1971021" y="1657863"/>
                </a:lnTo>
                <a:lnTo>
                  <a:pt x="1971021" y="1657857"/>
                </a:lnTo>
                <a:lnTo>
                  <a:pt x="2358345" y="1798839"/>
                </a:lnTo>
                <a:lnTo>
                  <a:pt x="2552071" y="1869350"/>
                </a:lnTo>
                <a:lnTo>
                  <a:pt x="2552071" y="2718884"/>
                </a:lnTo>
                <a:close/>
                <a:moveTo>
                  <a:pt x="2552071" y="1859672"/>
                </a:moveTo>
                <a:lnTo>
                  <a:pt x="1979771" y="1651367"/>
                </a:lnTo>
                <a:lnTo>
                  <a:pt x="2552071" y="1443068"/>
                </a:lnTo>
                <a:lnTo>
                  <a:pt x="2552071" y="1859672"/>
                </a:lnTo>
                <a:close/>
                <a:moveTo>
                  <a:pt x="2552071" y="1013458"/>
                </a:moveTo>
                <a:lnTo>
                  <a:pt x="2552071" y="1430069"/>
                </a:lnTo>
                <a:lnTo>
                  <a:pt x="1979771" y="1221758"/>
                </a:lnTo>
                <a:lnTo>
                  <a:pt x="2552071" y="1013458"/>
                </a:lnTo>
                <a:lnTo>
                  <a:pt x="1968030" y="1226031"/>
                </a:lnTo>
                <a:lnTo>
                  <a:pt x="2552071" y="1013446"/>
                </a:lnTo>
                <a:lnTo>
                  <a:pt x="2552071" y="1013458"/>
                </a:lnTo>
                <a:close/>
                <a:moveTo>
                  <a:pt x="2561171" y="2722205"/>
                </a:moveTo>
                <a:lnTo>
                  <a:pt x="2561171" y="2722205"/>
                </a:lnTo>
                <a:lnTo>
                  <a:pt x="2569922" y="2725380"/>
                </a:lnTo>
                <a:lnTo>
                  <a:pt x="3142208" y="2517062"/>
                </a:lnTo>
                <a:lnTo>
                  <a:pt x="3142208" y="2933673"/>
                </a:lnTo>
                <a:lnTo>
                  <a:pt x="3142208" y="2933686"/>
                </a:lnTo>
                <a:lnTo>
                  <a:pt x="2561171" y="2722205"/>
                </a:lnTo>
                <a:close/>
                <a:moveTo>
                  <a:pt x="3133458" y="2940169"/>
                </a:moveTo>
                <a:lnTo>
                  <a:pt x="2561171" y="3148475"/>
                </a:lnTo>
                <a:lnTo>
                  <a:pt x="2561171" y="2731876"/>
                </a:lnTo>
                <a:lnTo>
                  <a:pt x="3133458" y="2940169"/>
                </a:lnTo>
                <a:close/>
                <a:moveTo>
                  <a:pt x="2561171" y="2718884"/>
                </a:moveTo>
                <a:lnTo>
                  <a:pt x="2561171" y="1869350"/>
                </a:lnTo>
                <a:lnTo>
                  <a:pt x="2754890" y="1798839"/>
                </a:lnTo>
                <a:lnTo>
                  <a:pt x="3142208" y="1657857"/>
                </a:lnTo>
                <a:lnTo>
                  <a:pt x="3142208" y="1657863"/>
                </a:lnTo>
                <a:lnTo>
                  <a:pt x="3142208" y="2507385"/>
                </a:lnTo>
                <a:lnTo>
                  <a:pt x="2561171" y="2718884"/>
                </a:lnTo>
                <a:close/>
                <a:moveTo>
                  <a:pt x="2561171" y="1859672"/>
                </a:moveTo>
                <a:lnTo>
                  <a:pt x="2561171" y="1443068"/>
                </a:lnTo>
                <a:lnTo>
                  <a:pt x="3133465" y="1651367"/>
                </a:lnTo>
                <a:lnTo>
                  <a:pt x="2561171" y="1859672"/>
                </a:lnTo>
                <a:close/>
                <a:moveTo>
                  <a:pt x="2561165" y="1006962"/>
                </a:moveTo>
                <a:lnTo>
                  <a:pt x="2561165" y="1006962"/>
                </a:lnTo>
                <a:lnTo>
                  <a:pt x="2561165" y="1006962"/>
                </a:lnTo>
                <a:lnTo>
                  <a:pt x="2561165" y="1006962"/>
                </a:lnTo>
                <a:close/>
                <a:moveTo>
                  <a:pt x="3133458" y="1221764"/>
                </a:moveTo>
                <a:lnTo>
                  <a:pt x="2561171" y="1430076"/>
                </a:lnTo>
                <a:lnTo>
                  <a:pt x="2561171" y="1013465"/>
                </a:lnTo>
                <a:lnTo>
                  <a:pt x="3133458" y="1221764"/>
                </a:lnTo>
                <a:close/>
                <a:moveTo>
                  <a:pt x="3133465" y="3369778"/>
                </a:moveTo>
                <a:lnTo>
                  <a:pt x="2561171" y="3578096"/>
                </a:lnTo>
                <a:lnTo>
                  <a:pt x="2561171" y="3161479"/>
                </a:lnTo>
                <a:lnTo>
                  <a:pt x="3133465" y="3369778"/>
                </a:lnTo>
                <a:close/>
                <a:moveTo>
                  <a:pt x="3133465" y="3799381"/>
                </a:moveTo>
                <a:lnTo>
                  <a:pt x="2561171" y="4007693"/>
                </a:lnTo>
                <a:lnTo>
                  <a:pt x="2561171" y="3591082"/>
                </a:lnTo>
                <a:lnTo>
                  <a:pt x="3133465" y="3799381"/>
                </a:lnTo>
                <a:close/>
                <a:moveTo>
                  <a:pt x="2561171" y="4437284"/>
                </a:moveTo>
                <a:lnTo>
                  <a:pt x="2561171" y="4020691"/>
                </a:lnTo>
                <a:lnTo>
                  <a:pt x="3133452" y="4228984"/>
                </a:lnTo>
                <a:lnTo>
                  <a:pt x="2561171" y="4437284"/>
                </a:lnTo>
                <a:close/>
                <a:moveTo>
                  <a:pt x="3142208" y="4222488"/>
                </a:moveTo>
                <a:lnTo>
                  <a:pt x="2569890" y="4014189"/>
                </a:lnTo>
                <a:lnTo>
                  <a:pt x="3142208" y="3805871"/>
                </a:lnTo>
                <a:lnTo>
                  <a:pt x="3142208" y="4222488"/>
                </a:lnTo>
                <a:close/>
                <a:moveTo>
                  <a:pt x="3142208" y="3792892"/>
                </a:moveTo>
                <a:lnTo>
                  <a:pt x="3142208" y="3792904"/>
                </a:lnTo>
                <a:lnTo>
                  <a:pt x="2569896" y="3584586"/>
                </a:lnTo>
                <a:lnTo>
                  <a:pt x="2569896" y="3584580"/>
                </a:lnTo>
                <a:lnTo>
                  <a:pt x="3142208" y="3376268"/>
                </a:lnTo>
                <a:lnTo>
                  <a:pt x="3142208" y="3792892"/>
                </a:lnTo>
                <a:close/>
                <a:moveTo>
                  <a:pt x="3142208" y="3083324"/>
                </a:moveTo>
                <a:lnTo>
                  <a:pt x="3142208" y="3083406"/>
                </a:lnTo>
                <a:lnTo>
                  <a:pt x="3142208" y="3226529"/>
                </a:lnTo>
                <a:lnTo>
                  <a:pt x="3142208" y="3226611"/>
                </a:lnTo>
                <a:lnTo>
                  <a:pt x="3142208" y="3363289"/>
                </a:lnTo>
                <a:lnTo>
                  <a:pt x="2569896" y="3154977"/>
                </a:lnTo>
                <a:lnTo>
                  <a:pt x="3142208" y="2946659"/>
                </a:lnTo>
                <a:lnTo>
                  <a:pt x="3142208" y="3083324"/>
                </a:lnTo>
                <a:close/>
                <a:moveTo>
                  <a:pt x="3142208" y="1644877"/>
                </a:moveTo>
                <a:lnTo>
                  <a:pt x="2569896" y="1436565"/>
                </a:lnTo>
                <a:lnTo>
                  <a:pt x="3142208" y="1228254"/>
                </a:lnTo>
                <a:lnTo>
                  <a:pt x="3142208" y="1644877"/>
                </a:lnTo>
                <a:close/>
                <a:moveTo>
                  <a:pt x="3151302" y="795336"/>
                </a:moveTo>
                <a:lnTo>
                  <a:pt x="3736899" y="582192"/>
                </a:lnTo>
                <a:lnTo>
                  <a:pt x="4322490" y="795336"/>
                </a:lnTo>
                <a:lnTo>
                  <a:pt x="4322490" y="1218570"/>
                </a:lnTo>
                <a:lnTo>
                  <a:pt x="3736899" y="1431727"/>
                </a:lnTo>
                <a:lnTo>
                  <a:pt x="3151302" y="1218570"/>
                </a:lnTo>
                <a:lnTo>
                  <a:pt x="3151302" y="795336"/>
                </a:lnTo>
                <a:close/>
                <a:moveTo>
                  <a:pt x="3151302" y="2504045"/>
                </a:moveTo>
                <a:lnTo>
                  <a:pt x="3151302" y="2080976"/>
                </a:lnTo>
                <a:lnTo>
                  <a:pt x="3151302" y="1657863"/>
                </a:lnTo>
                <a:lnTo>
                  <a:pt x="3732346" y="1869350"/>
                </a:lnTo>
                <a:lnTo>
                  <a:pt x="3732352" y="1869350"/>
                </a:lnTo>
                <a:lnTo>
                  <a:pt x="3732352" y="2292584"/>
                </a:lnTo>
                <a:lnTo>
                  <a:pt x="3732346" y="2292584"/>
                </a:lnTo>
                <a:lnTo>
                  <a:pt x="3151302" y="2504083"/>
                </a:lnTo>
                <a:lnTo>
                  <a:pt x="3151302" y="2504045"/>
                </a:lnTo>
                <a:close/>
                <a:moveTo>
                  <a:pt x="3540207" y="2801790"/>
                </a:moveTo>
                <a:lnTo>
                  <a:pt x="3723633" y="2868560"/>
                </a:lnTo>
                <a:lnTo>
                  <a:pt x="3540214" y="2935318"/>
                </a:lnTo>
                <a:lnTo>
                  <a:pt x="3356781" y="2868554"/>
                </a:lnTo>
                <a:lnTo>
                  <a:pt x="3540207" y="2801790"/>
                </a:lnTo>
                <a:close/>
                <a:moveTo>
                  <a:pt x="3540201" y="2792119"/>
                </a:moveTo>
                <a:lnTo>
                  <a:pt x="3356763" y="2725349"/>
                </a:lnTo>
                <a:lnTo>
                  <a:pt x="3540201" y="2658585"/>
                </a:lnTo>
                <a:lnTo>
                  <a:pt x="3723633" y="2725349"/>
                </a:lnTo>
                <a:lnTo>
                  <a:pt x="3540201" y="2792119"/>
                </a:lnTo>
                <a:close/>
                <a:moveTo>
                  <a:pt x="3723640" y="3011759"/>
                </a:moveTo>
                <a:lnTo>
                  <a:pt x="3540195" y="3078529"/>
                </a:lnTo>
                <a:lnTo>
                  <a:pt x="3356769" y="3011765"/>
                </a:lnTo>
                <a:lnTo>
                  <a:pt x="3540214" y="2944995"/>
                </a:lnTo>
                <a:lnTo>
                  <a:pt x="3723640" y="3011759"/>
                </a:lnTo>
                <a:close/>
                <a:moveTo>
                  <a:pt x="3526904" y="3083368"/>
                </a:moveTo>
                <a:lnTo>
                  <a:pt x="3343466" y="3150132"/>
                </a:lnTo>
                <a:lnTo>
                  <a:pt x="3160046" y="3083368"/>
                </a:lnTo>
                <a:lnTo>
                  <a:pt x="3343478" y="3016604"/>
                </a:lnTo>
                <a:lnTo>
                  <a:pt x="3526904" y="3083368"/>
                </a:lnTo>
                <a:close/>
                <a:moveTo>
                  <a:pt x="3540195" y="3088207"/>
                </a:moveTo>
                <a:lnTo>
                  <a:pt x="3723615" y="3154971"/>
                </a:lnTo>
                <a:lnTo>
                  <a:pt x="3540182" y="3221734"/>
                </a:lnTo>
                <a:lnTo>
                  <a:pt x="3356763" y="3154971"/>
                </a:lnTo>
                <a:lnTo>
                  <a:pt x="3540195" y="3088207"/>
                </a:lnTo>
                <a:close/>
                <a:moveTo>
                  <a:pt x="3553492" y="3083368"/>
                </a:moveTo>
                <a:lnTo>
                  <a:pt x="3732352" y="3018268"/>
                </a:lnTo>
                <a:lnTo>
                  <a:pt x="3732352" y="3148468"/>
                </a:lnTo>
                <a:lnTo>
                  <a:pt x="3553492" y="3083368"/>
                </a:lnTo>
                <a:close/>
                <a:moveTo>
                  <a:pt x="3553511" y="2940156"/>
                </a:moveTo>
                <a:lnTo>
                  <a:pt x="3732352" y="2875063"/>
                </a:lnTo>
                <a:lnTo>
                  <a:pt x="3732352" y="3005250"/>
                </a:lnTo>
                <a:lnTo>
                  <a:pt x="3553511" y="2940156"/>
                </a:lnTo>
                <a:close/>
                <a:moveTo>
                  <a:pt x="3553492" y="2796958"/>
                </a:moveTo>
                <a:lnTo>
                  <a:pt x="3732352" y="2731864"/>
                </a:lnTo>
                <a:lnTo>
                  <a:pt x="3732352" y="2862064"/>
                </a:lnTo>
                <a:lnTo>
                  <a:pt x="3553492" y="2796958"/>
                </a:lnTo>
                <a:close/>
                <a:moveTo>
                  <a:pt x="3553492" y="2653746"/>
                </a:moveTo>
                <a:lnTo>
                  <a:pt x="3732352" y="2588652"/>
                </a:lnTo>
                <a:lnTo>
                  <a:pt x="3732352" y="2718853"/>
                </a:lnTo>
                <a:lnTo>
                  <a:pt x="3553492" y="2653746"/>
                </a:lnTo>
                <a:close/>
                <a:moveTo>
                  <a:pt x="3540195" y="2648907"/>
                </a:moveTo>
                <a:lnTo>
                  <a:pt x="3356769" y="2582144"/>
                </a:lnTo>
                <a:lnTo>
                  <a:pt x="3732346" y="2445447"/>
                </a:lnTo>
                <a:lnTo>
                  <a:pt x="3732346" y="2578975"/>
                </a:lnTo>
                <a:lnTo>
                  <a:pt x="3540195" y="2648907"/>
                </a:lnTo>
                <a:close/>
                <a:moveTo>
                  <a:pt x="3343484" y="2577305"/>
                </a:moveTo>
                <a:lnTo>
                  <a:pt x="3160096" y="2510554"/>
                </a:lnTo>
                <a:lnTo>
                  <a:pt x="3732352" y="2302261"/>
                </a:lnTo>
                <a:lnTo>
                  <a:pt x="3732352" y="2435763"/>
                </a:lnTo>
                <a:lnTo>
                  <a:pt x="3343484" y="2577305"/>
                </a:lnTo>
                <a:close/>
                <a:moveTo>
                  <a:pt x="3526904" y="2653746"/>
                </a:moveTo>
                <a:lnTo>
                  <a:pt x="3343466" y="2720510"/>
                </a:lnTo>
                <a:lnTo>
                  <a:pt x="3160046" y="2653746"/>
                </a:lnTo>
                <a:lnTo>
                  <a:pt x="3343478" y="2586982"/>
                </a:lnTo>
                <a:lnTo>
                  <a:pt x="3526904" y="2653746"/>
                </a:lnTo>
                <a:close/>
                <a:moveTo>
                  <a:pt x="3343478" y="2730187"/>
                </a:moveTo>
                <a:lnTo>
                  <a:pt x="3526917" y="2796958"/>
                </a:lnTo>
                <a:lnTo>
                  <a:pt x="3343491" y="2863715"/>
                </a:lnTo>
                <a:lnTo>
                  <a:pt x="3160052" y="2796945"/>
                </a:lnTo>
                <a:lnTo>
                  <a:pt x="3343478" y="2730187"/>
                </a:lnTo>
                <a:close/>
                <a:moveTo>
                  <a:pt x="3343498" y="2873393"/>
                </a:moveTo>
                <a:lnTo>
                  <a:pt x="3526924" y="2940156"/>
                </a:lnTo>
                <a:lnTo>
                  <a:pt x="3343478" y="3006927"/>
                </a:lnTo>
                <a:lnTo>
                  <a:pt x="3160052" y="2940163"/>
                </a:lnTo>
                <a:lnTo>
                  <a:pt x="3343498" y="2873393"/>
                </a:lnTo>
                <a:close/>
                <a:moveTo>
                  <a:pt x="3330188" y="3011765"/>
                </a:moveTo>
                <a:lnTo>
                  <a:pt x="3151302" y="3076872"/>
                </a:lnTo>
                <a:lnTo>
                  <a:pt x="3151302" y="2946653"/>
                </a:lnTo>
                <a:lnTo>
                  <a:pt x="3330188" y="3011765"/>
                </a:lnTo>
                <a:close/>
                <a:moveTo>
                  <a:pt x="3330181" y="3154971"/>
                </a:moveTo>
                <a:lnTo>
                  <a:pt x="3151302" y="3220077"/>
                </a:lnTo>
                <a:lnTo>
                  <a:pt x="3151302" y="3089864"/>
                </a:lnTo>
                <a:lnTo>
                  <a:pt x="3330181" y="3154971"/>
                </a:lnTo>
                <a:close/>
                <a:moveTo>
                  <a:pt x="3343478" y="3159803"/>
                </a:moveTo>
                <a:lnTo>
                  <a:pt x="3526898" y="3226567"/>
                </a:lnTo>
                <a:lnTo>
                  <a:pt x="3343478" y="3293325"/>
                </a:lnTo>
                <a:lnTo>
                  <a:pt x="3160052" y="3226560"/>
                </a:lnTo>
                <a:lnTo>
                  <a:pt x="3343478" y="3159803"/>
                </a:lnTo>
                <a:close/>
                <a:moveTo>
                  <a:pt x="3540189" y="3231412"/>
                </a:moveTo>
                <a:lnTo>
                  <a:pt x="3735336" y="3302443"/>
                </a:lnTo>
                <a:cubicBezTo>
                  <a:pt x="3735838" y="3302634"/>
                  <a:pt x="3736365" y="3302722"/>
                  <a:pt x="3736892" y="3302722"/>
                </a:cubicBezTo>
                <a:cubicBezTo>
                  <a:pt x="3737419" y="3302722"/>
                  <a:pt x="3737946" y="3302634"/>
                  <a:pt x="3738448" y="3302443"/>
                </a:cubicBezTo>
                <a:lnTo>
                  <a:pt x="3933596" y="3231412"/>
                </a:lnTo>
                <a:lnTo>
                  <a:pt x="4117016" y="3298170"/>
                </a:lnTo>
                <a:lnTo>
                  <a:pt x="3736892" y="3436530"/>
                </a:lnTo>
                <a:lnTo>
                  <a:pt x="3356769" y="3298170"/>
                </a:lnTo>
                <a:lnTo>
                  <a:pt x="3540189" y="3231412"/>
                </a:lnTo>
                <a:close/>
                <a:moveTo>
                  <a:pt x="3750183" y="3154971"/>
                </a:moveTo>
                <a:lnTo>
                  <a:pt x="3933603" y="3088207"/>
                </a:lnTo>
                <a:lnTo>
                  <a:pt x="4117035" y="3154971"/>
                </a:lnTo>
                <a:lnTo>
                  <a:pt x="3933616" y="3221734"/>
                </a:lnTo>
                <a:lnTo>
                  <a:pt x="3750183" y="3154971"/>
                </a:lnTo>
                <a:close/>
                <a:moveTo>
                  <a:pt x="3750157" y="3011759"/>
                </a:moveTo>
                <a:lnTo>
                  <a:pt x="3933584" y="2944995"/>
                </a:lnTo>
                <a:lnTo>
                  <a:pt x="4117029" y="3011765"/>
                </a:lnTo>
                <a:lnTo>
                  <a:pt x="3933603" y="3078529"/>
                </a:lnTo>
                <a:lnTo>
                  <a:pt x="3750157" y="3011759"/>
                </a:lnTo>
                <a:close/>
                <a:moveTo>
                  <a:pt x="3750164" y="2868560"/>
                </a:moveTo>
                <a:lnTo>
                  <a:pt x="3933590" y="2801790"/>
                </a:lnTo>
                <a:lnTo>
                  <a:pt x="4117016" y="2868554"/>
                </a:lnTo>
                <a:lnTo>
                  <a:pt x="3933584" y="2935318"/>
                </a:lnTo>
                <a:lnTo>
                  <a:pt x="3750164" y="2868560"/>
                </a:lnTo>
                <a:close/>
                <a:moveTo>
                  <a:pt x="3750164" y="2725349"/>
                </a:moveTo>
                <a:lnTo>
                  <a:pt x="3933596" y="2658585"/>
                </a:lnTo>
                <a:lnTo>
                  <a:pt x="4117035" y="2725349"/>
                </a:lnTo>
                <a:lnTo>
                  <a:pt x="3933596" y="2792119"/>
                </a:lnTo>
                <a:lnTo>
                  <a:pt x="3750164" y="2725349"/>
                </a:lnTo>
                <a:close/>
                <a:moveTo>
                  <a:pt x="3946881" y="2796958"/>
                </a:moveTo>
                <a:lnTo>
                  <a:pt x="4130319" y="2730187"/>
                </a:lnTo>
                <a:lnTo>
                  <a:pt x="4313745" y="2796945"/>
                </a:lnTo>
                <a:lnTo>
                  <a:pt x="4130307" y="2863715"/>
                </a:lnTo>
                <a:lnTo>
                  <a:pt x="3946881" y="2796958"/>
                </a:lnTo>
                <a:close/>
                <a:moveTo>
                  <a:pt x="3946887" y="2653746"/>
                </a:moveTo>
                <a:lnTo>
                  <a:pt x="4130313" y="2586982"/>
                </a:lnTo>
                <a:lnTo>
                  <a:pt x="4313745" y="2653746"/>
                </a:lnTo>
                <a:lnTo>
                  <a:pt x="4130326" y="2720510"/>
                </a:lnTo>
                <a:lnTo>
                  <a:pt x="3946887" y="2653746"/>
                </a:lnTo>
                <a:close/>
                <a:moveTo>
                  <a:pt x="3933596" y="2648907"/>
                </a:moveTo>
                <a:lnTo>
                  <a:pt x="3741439" y="2578969"/>
                </a:lnTo>
                <a:lnTo>
                  <a:pt x="3741439" y="2445441"/>
                </a:lnTo>
                <a:lnTo>
                  <a:pt x="4117016" y="2582137"/>
                </a:lnTo>
                <a:lnTo>
                  <a:pt x="3933596" y="2648907"/>
                </a:lnTo>
                <a:close/>
                <a:moveTo>
                  <a:pt x="3920306" y="2653746"/>
                </a:moveTo>
                <a:lnTo>
                  <a:pt x="3741445" y="2718846"/>
                </a:lnTo>
                <a:lnTo>
                  <a:pt x="3741445" y="2588646"/>
                </a:lnTo>
                <a:lnTo>
                  <a:pt x="3920306" y="2653746"/>
                </a:lnTo>
                <a:close/>
                <a:moveTo>
                  <a:pt x="3920306" y="2796958"/>
                </a:moveTo>
                <a:lnTo>
                  <a:pt x="3741445" y="2862058"/>
                </a:lnTo>
                <a:lnTo>
                  <a:pt x="3741445" y="2731857"/>
                </a:lnTo>
                <a:lnTo>
                  <a:pt x="3920306" y="2796958"/>
                </a:lnTo>
                <a:close/>
                <a:moveTo>
                  <a:pt x="3920286" y="2940156"/>
                </a:moveTo>
                <a:lnTo>
                  <a:pt x="3741445" y="3005250"/>
                </a:lnTo>
                <a:lnTo>
                  <a:pt x="3741445" y="2875063"/>
                </a:lnTo>
                <a:lnTo>
                  <a:pt x="3920286" y="2940156"/>
                </a:lnTo>
                <a:close/>
                <a:moveTo>
                  <a:pt x="3920306" y="3083368"/>
                </a:moveTo>
                <a:lnTo>
                  <a:pt x="3741445" y="3148468"/>
                </a:lnTo>
                <a:lnTo>
                  <a:pt x="3741445" y="3018268"/>
                </a:lnTo>
                <a:lnTo>
                  <a:pt x="3920306" y="3083368"/>
                </a:lnTo>
                <a:close/>
                <a:moveTo>
                  <a:pt x="3920318" y="3226573"/>
                </a:moveTo>
                <a:lnTo>
                  <a:pt x="3736899" y="3293337"/>
                </a:lnTo>
                <a:lnTo>
                  <a:pt x="3553479" y="3226573"/>
                </a:lnTo>
                <a:lnTo>
                  <a:pt x="3736899" y="3159809"/>
                </a:lnTo>
                <a:lnTo>
                  <a:pt x="3920318" y="3226573"/>
                </a:lnTo>
                <a:close/>
                <a:moveTo>
                  <a:pt x="3151302" y="2517030"/>
                </a:moveTo>
                <a:lnTo>
                  <a:pt x="3330188" y="2582144"/>
                </a:lnTo>
                <a:lnTo>
                  <a:pt x="3151302" y="2647250"/>
                </a:lnTo>
                <a:lnTo>
                  <a:pt x="3151302" y="2517030"/>
                </a:lnTo>
                <a:close/>
                <a:moveTo>
                  <a:pt x="3151302" y="2660236"/>
                </a:moveTo>
                <a:lnTo>
                  <a:pt x="3330181" y="2725342"/>
                </a:lnTo>
                <a:lnTo>
                  <a:pt x="3151302" y="2790442"/>
                </a:lnTo>
                <a:lnTo>
                  <a:pt x="3151302" y="2660236"/>
                </a:lnTo>
                <a:close/>
                <a:moveTo>
                  <a:pt x="3151302" y="2803435"/>
                </a:moveTo>
                <a:lnTo>
                  <a:pt x="3330207" y="2868554"/>
                </a:lnTo>
                <a:lnTo>
                  <a:pt x="3151302" y="2933667"/>
                </a:lnTo>
                <a:lnTo>
                  <a:pt x="3151302" y="2803435"/>
                </a:lnTo>
                <a:close/>
                <a:moveTo>
                  <a:pt x="3151295" y="2940156"/>
                </a:moveTo>
                <a:lnTo>
                  <a:pt x="3151295" y="2940156"/>
                </a:lnTo>
                <a:cubicBezTo>
                  <a:pt x="3151302" y="2940156"/>
                  <a:pt x="3151302" y="2940163"/>
                  <a:pt x="3151302" y="2940163"/>
                </a:cubicBezTo>
                <a:cubicBezTo>
                  <a:pt x="3151302" y="2940169"/>
                  <a:pt x="3151302" y="2940169"/>
                  <a:pt x="3151302" y="2940176"/>
                </a:cubicBezTo>
                <a:cubicBezTo>
                  <a:pt x="3151302" y="2940169"/>
                  <a:pt x="3151295" y="2940163"/>
                  <a:pt x="3151295" y="2940156"/>
                </a:cubicBezTo>
                <a:close/>
                <a:moveTo>
                  <a:pt x="3151302" y="3233050"/>
                </a:moveTo>
                <a:lnTo>
                  <a:pt x="3330188" y="3298163"/>
                </a:lnTo>
                <a:lnTo>
                  <a:pt x="3151302" y="3363276"/>
                </a:lnTo>
                <a:lnTo>
                  <a:pt x="3151302" y="3233050"/>
                </a:lnTo>
                <a:close/>
                <a:moveTo>
                  <a:pt x="4313745" y="3369772"/>
                </a:moveTo>
                <a:lnTo>
                  <a:pt x="3736899" y="3579735"/>
                </a:lnTo>
                <a:lnTo>
                  <a:pt x="3160052" y="3369772"/>
                </a:lnTo>
                <a:lnTo>
                  <a:pt x="3343484" y="3303008"/>
                </a:lnTo>
                <a:lnTo>
                  <a:pt x="3735343" y="3445642"/>
                </a:lnTo>
                <a:cubicBezTo>
                  <a:pt x="3735845" y="3445820"/>
                  <a:pt x="3736372" y="3445915"/>
                  <a:pt x="3736899" y="3445915"/>
                </a:cubicBezTo>
                <a:cubicBezTo>
                  <a:pt x="3737425" y="3445915"/>
                  <a:pt x="3737953" y="3445820"/>
                  <a:pt x="3738455" y="3445642"/>
                </a:cubicBezTo>
                <a:lnTo>
                  <a:pt x="4130313" y="3303008"/>
                </a:lnTo>
                <a:lnTo>
                  <a:pt x="4313745" y="3369772"/>
                </a:lnTo>
                <a:close/>
                <a:moveTo>
                  <a:pt x="4313745" y="3226567"/>
                </a:moveTo>
                <a:lnTo>
                  <a:pt x="4130319" y="3293331"/>
                </a:lnTo>
                <a:lnTo>
                  <a:pt x="3946900" y="3226573"/>
                </a:lnTo>
                <a:lnTo>
                  <a:pt x="4130319" y="3159809"/>
                </a:lnTo>
                <a:lnTo>
                  <a:pt x="4313745" y="3226567"/>
                </a:lnTo>
                <a:close/>
                <a:moveTo>
                  <a:pt x="4313745" y="3083368"/>
                </a:moveTo>
                <a:lnTo>
                  <a:pt x="4130326" y="3150132"/>
                </a:lnTo>
                <a:lnTo>
                  <a:pt x="3946887" y="3083368"/>
                </a:lnTo>
                <a:lnTo>
                  <a:pt x="4130313" y="3016604"/>
                </a:lnTo>
                <a:lnTo>
                  <a:pt x="4313745" y="3083368"/>
                </a:lnTo>
                <a:close/>
                <a:moveTo>
                  <a:pt x="4130319" y="3006927"/>
                </a:moveTo>
                <a:lnTo>
                  <a:pt x="3946874" y="2940156"/>
                </a:lnTo>
                <a:lnTo>
                  <a:pt x="4130301" y="2873393"/>
                </a:lnTo>
                <a:lnTo>
                  <a:pt x="4313745" y="2940163"/>
                </a:lnTo>
                <a:lnTo>
                  <a:pt x="4130319" y="3006927"/>
                </a:lnTo>
                <a:close/>
                <a:moveTo>
                  <a:pt x="4322490" y="2933667"/>
                </a:moveTo>
                <a:lnTo>
                  <a:pt x="4143591" y="2868554"/>
                </a:lnTo>
                <a:lnTo>
                  <a:pt x="4322490" y="2803435"/>
                </a:lnTo>
                <a:lnTo>
                  <a:pt x="4322490" y="2933667"/>
                </a:lnTo>
                <a:close/>
                <a:moveTo>
                  <a:pt x="4322490" y="2790449"/>
                </a:moveTo>
                <a:lnTo>
                  <a:pt x="4143616" y="2725349"/>
                </a:lnTo>
                <a:lnTo>
                  <a:pt x="4322490" y="2660242"/>
                </a:lnTo>
                <a:lnTo>
                  <a:pt x="4322490" y="2790449"/>
                </a:lnTo>
                <a:close/>
                <a:moveTo>
                  <a:pt x="4322490" y="2647250"/>
                </a:moveTo>
                <a:lnTo>
                  <a:pt x="4143610" y="2582144"/>
                </a:lnTo>
                <a:lnTo>
                  <a:pt x="4322490" y="2517030"/>
                </a:lnTo>
                <a:lnTo>
                  <a:pt x="4322490" y="2647250"/>
                </a:lnTo>
                <a:close/>
                <a:moveTo>
                  <a:pt x="4322490" y="2513767"/>
                </a:moveTo>
                <a:lnTo>
                  <a:pt x="4313688" y="2510566"/>
                </a:lnTo>
                <a:lnTo>
                  <a:pt x="4130313" y="2577311"/>
                </a:lnTo>
                <a:lnTo>
                  <a:pt x="3741445" y="2435770"/>
                </a:lnTo>
                <a:lnTo>
                  <a:pt x="3741445" y="2302280"/>
                </a:lnTo>
                <a:lnTo>
                  <a:pt x="3741445" y="2302267"/>
                </a:lnTo>
                <a:lnTo>
                  <a:pt x="4322490" y="2513767"/>
                </a:lnTo>
                <a:lnTo>
                  <a:pt x="4322490" y="2513767"/>
                </a:lnTo>
                <a:close/>
                <a:moveTo>
                  <a:pt x="4322490" y="2504045"/>
                </a:moveTo>
                <a:lnTo>
                  <a:pt x="4322490" y="2504089"/>
                </a:lnTo>
                <a:lnTo>
                  <a:pt x="4138346" y="2437059"/>
                </a:lnTo>
                <a:lnTo>
                  <a:pt x="3750196" y="2295771"/>
                </a:lnTo>
                <a:lnTo>
                  <a:pt x="3750240" y="2295759"/>
                </a:lnTo>
                <a:lnTo>
                  <a:pt x="4322490" y="2087478"/>
                </a:lnTo>
                <a:lnTo>
                  <a:pt x="4322490" y="2504045"/>
                </a:lnTo>
                <a:close/>
                <a:moveTo>
                  <a:pt x="3741445" y="2289281"/>
                </a:moveTo>
                <a:lnTo>
                  <a:pt x="3741445" y="1872658"/>
                </a:lnTo>
                <a:lnTo>
                  <a:pt x="4313745" y="2080976"/>
                </a:lnTo>
                <a:lnTo>
                  <a:pt x="3741445" y="2289281"/>
                </a:lnTo>
                <a:close/>
                <a:moveTo>
                  <a:pt x="4322496" y="1657876"/>
                </a:moveTo>
                <a:lnTo>
                  <a:pt x="4322496" y="2074480"/>
                </a:lnTo>
                <a:lnTo>
                  <a:pt x="3750196" y="1866175"/>
                </a:lnTo>
                <a:lnTo>
                  <a:pt x="4011314" y="1771134"/>
                </a:lnTo>
                <a:lnTo>
                  <a:pt x="4322496" y="1657876"/>
                </a:lnTo>
                <a:lnTo>
                  <a:pt x="4322496" y="1657876"/>
                </a:lnTo>
                <a:close/>
                <a:moveTo>
                  <a:pt x="4322496" y="1648192"/>
                </a:moveTo>
                <a:lnTo>
                  <a:pt x="4322496" y="1648192"/>
                </a:lnTo>
                <a:lnTo>
                  <a:pt x="3815632" y="1832672"/>
                </a:lnTo>
                <a:lnTo>
                  <a:pt x="3736905" y="1861330"/>
                </a:lnTo>
                <a:lnTo>
                  <a:pt x="3151308" y="1648192"/>
                </a:lnTo>
                <a:lnTo>
                  <a:pt x="3151308" y="1228241"/>
                </a:lnTo>
                <a:lnTo>
                  <a:pt x="3735350" y="1440833"/>
                </a:lnTo>
                <a:cubicBezTo>
                  <a:pt x="3735851" y="1441023"/>
                  <a:pt x="3736378" y="1441112"/>
                  <a:pt x="3736905" y="1441112"/>
                </a:cubicBezTo>
                <a:cubicBezTo>
                  <a:pt x="3737432" y="1441112"/>
                  <a:pt x="3737960" y="1441023"/>
                  <a:pt x="3738461" y="1440833"/>
                </a:cubicBezTo>
                <a:lnTo>
                  <a:pt x="4322502" y="1228254"/>
                </a:lnTo>
                <a:lnTo>
                  <a:pt x="4322502" y="1648192"/>
                </a:lnTo>
                <a:close/>
                <a:moveTo>
                  <a:pt x="4331583" y="1657876"/>
                </a:moveTo>
                <a:lnTo>
                  <a:pt x="4903883" y="1866175"/>
                </a:lnTo>
                <a:lnTo>
                  <a:pt x="4331583" y="2074480"/>
                </a:lnTo>
                <a:lnTo>
                  <a:pt x="4331583" y="1657876"/>
                </a:lnTo>
                <a:close/>
                <a:moveTo>
                  <a:pt x="4903877" y="2295771"/>
                </a:moveTo>
                <a:lnTo>
                  <a:pt x="4331583" y="2504089"/>
                </a:lnTo>
                <a:lnTo>
                  <a:pt x="4331583" y="2087472"/>
                </a:lnTo>
                <a:lnTo>
                  <a:pt x="4331583" y="2087440"/>
                </a:lnTo>
                <a:lnTo>
                  <a:pt x="4903889" y="2295765"/>
                </a:lnTo>
                <a:lnTo>
                  <a:pt x="4903877" y="2295771"/>
                </a:lnTo>
                <a:close/>
                <a:moveTo>
                  <a:pt x="4912627" y="2289269"/>
                </a:moveTo>
                <a:lnTo>
                  <a:pt x="4340345" y="2080963"/>
                </a:lnTo>
                <a:lnTo>
                  <a:pt x="4912627" y="1872652"/>
                </a:lnTo>
                <a:lnTo>
                  <a:pt x="4912627" y="2289269"/>
                </a:lnTo>
                <a:close/>
                <a:moveTo>
                  <a:pt x="4912633" y="1859678"/>
                </a:moveTo>
                <a:lnTo>
                  <a:pt x="4783062" y="1812517"/>
                </a:lnTo>
                <a:lnTo>
                  <a:pt x="4331583" y="1648185"/>
                </a:lnTo>
                <a:lnTo>
                  <a:pt x="4331583" y="1648179"/>
                </a:lnTo>
                <a:lnTo>
                  <a:pt x="4331583" y="1224958"/>
                </a:lnTo>
                <a:lnTo>
                  <a:pt x="4912633" y="1013465"/>
                </a:lnTo>
                <a:lnTo>
                  <a:pt x="4912633" y="1859678"/>
                </a:lnTo>
                <a:close/>
                <a:moveTo>
                  <a:pt x="4331583" y="3805852"/>
                </a:moveTo>
                <a:lnTo>
                  <a:pt x="4903902" y="4014176"/>
                </a:lnTo>
                <a:lnTo>
                  <a:pt x="4331583" y="4222488"/>
                </a:lnTo>
                <a:lnTo>
                  <a:pt x="4331583" y="3805852"/>
                </a:lnTo>
                <a:close/>
                <a:moveTo>
                  <a:pt x="4912633" y="4437284"/>
                </a:moveTo>
                <a:lnTo>
                  <a:pt x="4912633" y="4437284"/>
                </a:lnTo>
                <a:lnTo>
                  <a:pt x="4730985" y="4371167"/>
                </a:lnTo>
                <a:lnTo>
                  <a:pt x="4340333" y="4228971"/>
                </a:lnTo>
                <a:lnTo>
                  <a:pt x="4912633" y="4020666"/>
                </a:lnTo>
                <a:lnTo>
                  <a:pt x="4912633" y="4437284"/>
                </a:lnTo>
                <a:close/>
                <a:moveTo>
                  <a:pt x="4912633" y="3591070"/>
                </a:moveTo>
                <a:lnTo>
                  <a:pt x="4912633" y="4007668"/>
                </a:lnTo>
                <a:lnTo>
                  <a:pt x="4340333" y="3799356"/>
                </a:lnTo>
                <a:lnTo>
                  <a:pt x="4552499" y="3722134"/>
                </a:lnTo>
                <a:lnTo>
                  <a:pt x="4912633" y="3591051"/>
                </a:lnTo>
                <a:lnTo>
                  <a:pt x="4912633" y="3591070"/>
                </a:lnTo>
                <a:close/>
                <a:moveTo>
                  <a:pt x="4921726" y="3591070"/>
                </a:moveTo>
                <a:lnTo>
                  <a:pt x="4921726" y="3591070"/>
                </a:lnTo>
                <a:lnTo>
                  <a:pt x="5257997" y="3713453"/>
                </a:lnTo>
                <a:lnTo>
                  <a:pt x="5494020" y="3799356"/>
                </a:lnTo>
                <a:lnTo>
                  <a:pt x="5494008" y="3799362"/>
                </a:lnTo>
                <a:lnTo>
                  <a:pt x="4921726" y="4007668"/>
                </a:lnTo>
                <a:lnTo>
                  <a:pt x="4921726" y="3591070"/>
                </a:lnTo>
                <a:close/>
                <a:moveTo>
                  <a:pt x="4921726" y="4437284"/>
                </a:moveTo>
                <a:lnTo>
                  <a:pt x="4921726" y="4020672"/>
                </a:lnTo>
                <a:lnTo>
                  <a:pt x="5494026" y="4228978"/>
                </a:lnTo>
                <a:lnTo>
                  <a:pt x="4921726" y="4437284"/>
                </a:lnTo>
                <a:close/>
                <a:moveTo>
                  <a:pt x="5502777" y="4222482"/>
                </a:moveTo>
                <a:lnTo>
                  <a:pt x="4930451" y="4014170"/>
                </a:lnTo>
                <a:lnTo>
                  <a:pt x="5502777" y="3805846"/>
                </a:lnTo>
                <a:lnTo>
                  <a:pt x="5502777" y="4222482"/>
                </a:lnTo>
                <a:close/>
                <a:moveTo>
                  <a:pt x="6097454" y="6167068"/>
                </a:moveTo>
                <a:lnTo>
                  <a:pt x="6280868" y="6233825"/>
                </a:lnTo>
                <a:lnTo>
                  <a:pt x="6097454" y="6300589"/>
                </a:lnTo>
                <a:lnTo>
                  <a:pt x="5914041" y="6233825"/>
                </a:lnTo>
                <a:lnTo>
                  <a:pt x="6097454" y="6167068"/>
                </a:lnTo>
                <a:close/>
                <a:moveTo>
                  <a:pt x="6097454" y="5880664"/>
                </a:moveTo>
                <a:lnTo>
                  <a:pt x="6280874" y="5947428"/>
                </a:lnTo>
                <a:lnTo>
                  <a:pt x="6097454" y="6014192"/>
                </a:lnTo>
                <a:lnTo>
                  <a:pt x="5914035" y="5947428"/>
                </a:lnTo>
                <a:lnTo>
                  <a:pt x="6097454" y="5880664"/>
                </a:lnTo>
                <a:close/>
                <a:moveTo>
                  <a:pt x="5520607" y="5374600"/>
                </a:moveTo>
                <a:lnTo>
                  <a:pt x="5704053" y="5307830"/>
                </a:lnTo>
                <a:lnTo>
                  <a:pt x="5887479" y="5374600"/>
                </a:lnTo>
                <a:lnTo>
                  <a:pt x="5704040" y="5441371"/>
                </a:lnTo>
                <a:lnTo>
                  <a:pt x="5520607" y="5374600"/>
                </a:lnTo>
                <a:close/>
                <a:moveTo>
                  <a:pt x="5914047" y="5231408"/>
                </a:moveTo>
                <a:lnTo>
                  <a:pt x="6097454" y="5164650"/>
                </a:lnTo>
                <a:lnTo>
                  <a:pt x="6280861" y="5231408"/>
                </a:lnTo>
                <a:lnTo>
                  <a:pt x="6097454" y="5298166"/>
                </a:lnTo>
                <a:lnTo>
                  <a:pt x="5914047" y="5231408"/>
                </a:lnTo>
                <a:close/>
                <a:moveTo>
                  <a:pt x="6280849" y="5374600"/>
                </a:moveTo>
                <a:lnTo>
                  <a:pt x="6097454" y="5441358"/>
                </a:lnTo>
                <a:lnTo>
                  <a:pt x="5914060" y="5374600"/>
                </a:lnTo>
                <a:lnTo>
                  <a:pt x="6097454" y="5307849"/>
                </a:lnTo>
                <a:lnTo>
                  <a:pt x="6280849" y="5374600"/>
                </a:lnTo>
                <a:close/>
                <a:moveTo>
                  <a:pt x="6084183" y="5303011"/>
                </a:moveTo>
                <a:lnTo>
                  <a:pt x="5900770" y="5369768"/>
                </a:lnTo>
                <a:lnTo>
                  <a:pt x="5717337" y="5302998"/>
                </a:lnTo>
                <a:lnTo>
                  <a:pt x="5900756" y="5236240"/>
                </a:lnTo>
                <a:lnTo>
                  <a:pt x="6084183" y="5303011"/>
                </a:lnTo>
                <a:close/>
                <a:moveTo>
                  <a:pt x="5520607" y="5517812"/>
                </a:moveTo>
                <a:lnTo>
                  <a:pt x="5704033" y="5451048"/>
                </a:lnTo>
                <a:lnTo>
                  <a:pt x="6084176" y="5589408"/>
                </a:lnTo>
                <a:lnTo>
                  <a:pt x="5900750" y="5656172"/>
                </a:lnTo>
                <a:lnTo>
                  <a:pt x="5520607" y="5517812"/>
                </a:lnTo>
                <a:close/>
                <a:moveTo>
                  <a:pt x="6280855" y="5661017"/>
                </a:moveTo>
                <a:lnTo>
                  <a:pt x="6097454" y="5727768"/>
                </a:lnTo>
                <a:lnTo>
                  <a:pt x="5914053" y="5661017"/>
                </a:lnTo>
                <a:lnTo>
                  <a:pt x="6097454" y="5594260"/>
                </a:lnTo>
                <a:lnTo>
                  <a:pt x="6280855" y="5661017"/>
                </a:lnTo>
                <a:close/>
                <a:moveTo>
                  <a:pt x="6477578" y="5446210"/>
                </a:moveTo>
                <a:lnTo>
                  <a:pt x="6097454" y="5584576"/>
                </a:lnTo>
                <a:lnTo>
                  <a:pt x="5717330" y="5446210"/>
                </a:lnTo>
                <a:lnTo>
                  <a:pt x="5900776" y="5379439"/>
                </a:lnTo>
                <a:lnTo>
                  <a:pt x="6095905" y="5450471"/>
                </a:lnTo>
                <a:cubicBezTo>
                  <a:pt x="6096406" y="5450655"/>
                  <a:pt x="6096934" y="5450743"/>
                  <a:pt x="6097461" y="5450743"/>
                </a:cubicBezTo>
                <a:cubicBezTo>
                  <a:pt x="6097988" y="5450743"/>
                  <a:pt x="6098515" y="5450655"/>
                  <a:pt x="6099016" y="5450471"/>
                </a:cubicBezTo>
                <a:lnTo>
                  <a:pt x="6294146" y="5379439"/>
                </a:lnTo>
                <a:lnTo>
                  <a:pt x="6477578" y="5446210"/>
                </a:lnTo>
                <a:close/>
                <a:moveTo>
                  <a:pt x="6477565" y="5302998"/>
                </a:moveTo>
                <a:lnTo>
                  <a:pt x="6294139" y="5369768"/>
                </a:lnTo>
                <a:lnTo>
                  <a:pt x="6110720" y="5303011"/>
                </a:lnTo>
                <a:lnTo>
                  <a:pt x="6294146" y="5236240"/>
                </a:lnTo>
                <a:lnTo>
                  <a:pt x="6477565" y="5302998"/>
                </a:lnTo>
                <a:close/>
                <a:moveTo>
                  <a:pt x="6097454" y="5021439"/>
                </a:moveTo>
                <a:lnTo>
                  <a:pt x="6477585" y="5159793"/>
                </a:lnTo>
                <a:lnTo>
                  <a:pt x="6294158" y="5226563"/>
                </a:lnTo>
                <a:lnTo>
                  <a:pt x="6099010" y="5155532"/>
                </a:lnTo>
                <a:cubicBezTo>
                  <a:pt x="6098007" y="5155164"/>
                  <a:pt x="6096902" y="5155164"/>
                  <a:pt x="6095899" y="5155532"/>
                </a:cubicBezTo>
                <a:lnTo>
                  <a:pt x="5900756" y="5226563"/>
                </a:lnTo>
                <a:lnTo>
                  <a:pt x="5717324" y="5159793"/>
                </a:lnTo>
                <a:lnTo>
                  <a:pt x="6097454" y="5021439"/>
                </a:lnTo>
                <a:close/>
                <a:moveTo>
                  <a:pt x="5887459" y="5231402"/>
                </a:moveTo>
                <a:lnTo>
                  <a:pt x="5704047" y="5298166"/>
                </a:lnTo>
                <a:lnTo>
                  <a:pt x="5520607" y="5231396"/>
                </a:lnTo>
                <a:lnTo>
                  <a:pt x="5704027" y="5164638"/>
                </a:lnTo>
                <a:lnTo>
                  <a:pt x="5887459" y="5231402"/>
                </a:lnTo>
                <a:close/>
                <a:moveTo>
                  <a:pt x="6092907" y="4870201"/>
                </a:moveTo>
                <a:lnTo>
                  <a:pt x="5697753" y="5014035"/>
                </a:lnTo>
                <a:lnTo>
                  <a:pt x="5511864" y="5081700"/>
                </a:lnTo>
                <a:lnTo>
                  <a:pt x="5511864" y="5081694"/>
                </a:lnTo>
                <a:lnTo>
                  <a:pt x="5511864" y="4661762"/>
                </a:lnTo>
                <a:lnTo>
                  <a:pt x="6092907" y="4450263"/>
                </a:lnTo>
                <a:lnTo>
                  <a:pt x="6092907" y="4870201"/>
                </a:lnTo>
                <a:close/>
                <a:moveTo>
                  <a:pt x="6097467" y="4878221"/>
                </a:moveTo>
                <a:lnTo>
                  <a:pt x="6390977" y="4985060"/>
                </a:lnTo>
                <a:lnTo>
                  <a:pt x="6097467" y="4878221"/>
                </a:lnTo>
                <a:lnTo>
                  <a:pt x="6097467" y="4878221"/>
                </a:lnTo>
                <a:close/>
                <a:moveTo>
                  <a:pt x="6092907" y="3578077"/>
                </a:moveTo>
                <a:lnTo>
                  <a:pt x="5520595" y="3369766"/>
                </a:lnTo>
                <a:lnTo>
                  <a:pt x="6092907" y="3161454"/>
                </a:lnTo>
                <a:lnTo>
                  <a:pt x="6092907" y="3578077"/>
                </a:lnTo>
                <a:close/>
                <a:moveTo>
                  <a:pt x="5511864" y="2946665"/>
                </a:moveTo>
                <a:lnTo>
                  <a:pt x="6084158" y="3154971"/>
                </a:lnTo>
                <a:lnTo>
                  <a:pt x="5511864" y="3363282"/>
                </a:lnTo>
                <a:lnTo>
                  <a:pt x="5511864" y="2946665"/>
                </a:lnTo>
                <a:close/>
                <a:moveTo>
                  <a:pt x="5511864" y="3792885"/>
                </a:moveTo>
                <a:lnTo>
                  <a:pt x="5511864" y="3376281"/>
                </a:lnTo>
                <a:lnTo>
                  <a:pt x="6084158" y="3584580"/>
                </a:lnTo>
                <a:lnTo>
                  <a:pt x="5837174" y="3674477"/>
                </a:lnTo>
                <a:lnTo>
                  <a:pt x="5511864" y="3792885"/>
                </a:lnTo>
                <a:lnTo>
                  <a:pt x="5511864" y="3792885"/>
                </a:lnTo>
                <a:close/>
                <a:moveTo>
                  <a:pt x="4921726" y="1013458"/>
                </a:moveTo>
                <a:lnTo>
                  <a:pt x="5502771" y="1224945"/>
                </a:lnTo>
                <a:lnTo>
                  <a:pt x="5502777" y="1224945"/>
                </a:lnTo>
                <a:lnTo>
                  <a:pt x="5502777" y="1648179"/>
                </a:lnTo>
                <a:lnTo>
                  <a:pt x="5502771" y="1648179"/>
                </a:lnTo>
                <a:lnTo>
                  <a:pt x="4921726" y="1859666"/>
                </a:lnTo>
                <a:lnTo>
                  <a:pt x="4921726" y="1013458"/>
                </a:lnTo>
                <a:close/>
                <a:moveTo>
                  <a:pt x="4921726" y="1869350"/>
                </a:moveTo>
                <a:lnTo>
                  <a:pt x="5502771" y="1657869"/>
                </a:lnTo>
                <a:lnTo>
                  <a:pt x="5502777" y="1657869"/>
                </a:lnTo>
                <a:lnTo>
                  <a:pt x="5502777" y="2077782"/>
                </a:lnTo>
                <a:lnTo>
                  <a:pt x="5502771" y="2077782"/>
                </a:lnTo>
                <a:lnTo>
                  <a:pt x="4921726" y="2289275"/>
                </a:lnTo>
                <a:lnTo>
                  <a:pt x="4921726" y="1869350"/>
                </a:lnTo>
                <a:close/>
                <a:moveTo>
                  <a:pt x="4921720" y="3578077"/>
                </a:moveTo>
                <a:lnTo>
                  <a:pt x="4921720" y="3161454"/>
                </a:lnTo>
                <a:lnTo>
                  <a:pt x="5494046" y="3369766"/>
                </a:lnTo>
                <a:lnTo>
                  <a:pt x="4921720" y="3578077"/>
                </a:lnTo>
                <a:close/>
                <a:moveTo>
                  <a:pt x="5502771" y="3363276"/>
                </a:moveTo>
                <a:lnTo>
                  <a:pt x="4930477" y="3154964"/>
                </a:lnTo>
                <a:lnTo>
                  <a:pt x="5502771" y="2946665"/>
                </a:lnTo>
                <a:lnTo>
                  <a:pt x="5502771" y="3363276"/>
                </a:lnTo>
                <a:close/>
                <a:moveTo>
                  <a:pt x="6092907" y="2722193"/>
                </a:moveTo>
                <a:lnTo>
                  <a:pt x="5507317" y="2935350"/>
                </a:lnTo>
                <a:lnTo>
                  <a:pt x="4921714" y="2722193"/>
                </a:lnTo>
                <a:lnTo>
                  <a:pt x="4921714" y="2298959"/>
                </a:lnTo>
                <a:lnTo>
                  <a:pt x="5507317" y="2085815"/>
                </a:lnTo>
                <a:lnTo>
                  <a:pt x="6052884" y="2284386"/>
                </a:lnTo>
                <a:lnTo>
                  <a:pt x="6092907" y="2298953"/>
                </a:lnTo>
                <a:lnTo>
                  <a:pt x="6092907" y="2722193"/>
                </a:lnTo>
                <a:close/>
                <a:moveTo>
                  <a:pt x="6092907" y="1869350"/>
                </a:moveTo>
                <a:lnTo>
                  <a:pt x="6092907" y="2289281"/>
                </a:lnTo>
                <a:lnTo>
                  <a:pt x="6092907" y="2289288"/>
                </a:lnTo>
                <a:lnTo>
                  <a:pt x="5511864" y="2077788"/>
                </a:lnTo>
                <a:lnTo>
                  <a:pt x="5511864" y="2077788"/>
                </a:lnTo>
                <a:lnTo>
                  <a:pt x="5511864" y="1657863"/>
                </a:lnTo>
                <a:lnTo>
                  <a:pt x="5511864" y="1657844"/>
                </a:lnTo>
                <a:lnTo>
                  <a:pt x="6092907" y="1869350"/>
                </a:lnTo>
                <a:lnTo>
                  <a:pt x="6092907" y="1869350"/>
                </a:lnTo>
                <a:close/>
                <a:moveTo>
                  <a:pt x="6092907" y="1859672"/>
                </a:moveTo>
                <a:lnTo>
                  <a:pt x="5520633" y="1651367"/>
                </a:lnTo>
                <a:lnTo>
                  <a:pt x="6092907" y="1443068"/>
                </a:lnTo>
                <a:lnTo>
                  <a:pt x="6092907" y="1859672"/>
                </a:lnTo>
                <a:close/>
                <a:moveTo>
                  <a:pt x="6092907" y="1433397"/>
                </a:moveTo>
                <a:lnTo>
                  <a:pt x="5511864" y="1644877"/>
                </a:lnTo>
                <a:lnTo>
                  <a:pt x="5511864" y="1228254"/>
                </a:lnTo>
                <a:lnTo>
                  <a:pt x="6084170" y="1436565"/>
                </a:lnTo>
                <a:lnTo>
                  <a:pt x="6092907" y="1433397"/>
                </a:lnTo>
                <a:lnTo>
                  <a:pt x="6092907" y="1433397"/>
                </a:lnTo>
                <a:close/>
                <a:moveTo>
                  <a:pt x="6092907" y="1430076"/>
                </a:moveTo>
                <a:lnTo>
                  <a:pt x="5520614" y="1221764"/>
                </a:lnTo>
                <a:lnTo>
                  <a:pt x="6092907" y="1013458"/>
                </a:lnTo>
                <a:lnTo>
                  <a:pt x="6092907" y="1430076"/>
                </a:lnTo>
                <a:close/>
                <a:moveTo>
                  <a:pt x="6102007" y="727042"/>
                </a:moveTo>
                <a:lnTo>
                  <a:pt x="6280880" y="792148"/>
                </a:lnTo>
                <a:lnTo>
                  <a:pt x="6102007" y="857248"/>
                </a:lnTo>
                <a:lnTo>
                  <a:pt x="6102007" y="727042"/>
                </a:lnTo>
                <a:close/>
                <a:moveTo>
                  <a:pt x="6102007" y="1000466"/>
                </a:moveTo>
                <a:lnTo>
                  <a:pt x="6102007" y="870241"/>
                </a:lnTo>
                <a:lnTo>
                  <a:pt x="6280893" y="935353"/>
                </a:lnTo>
                <a:lnTo>
                  <a:pt x="6102007" y="1000466"/>
                </a:lnTo>
                <a:close/>
                <a:moveTo>
                  <a:pt x="6477591" y="863757"/>
                </a:moveTo>
                <a:lnTo>
                  <a:pt x="6294171" y="930521"/>
                </a:lnTo>
                <a:lnTo>
                  <a:pt x="6110745" y="863757"/>
                </a:lnTo>
                <a:lnTo>
                  <a:pt x="6294171" y="797000"/>
                </a:lnTo>
                <a:lnTo>
                  <a:pt x="6477591" y="863757"/>
                </a:lnTo>
                <a:close/>
                <a:moveTo>
                  <a:pt x="6294177" y="653788"/>
                </a:moveTo>
                <a:lnTo>
                  <a:pt x="6477603" y="720552"/>
                </a:lnTo>
                <a:lnTo>
                  <a:pt x="6294165" y="787316"/>
                </a:lnTo>
                <a:lnTo>
                  <a:pt x="6110745" y="720552"/>
                </a:lnTo>
                <a:lnTo>
                  <a:pt x="6294177" y="653788"/>
                </a:lnTo>
                <a:close/>
                <a:moveTo>
                  <a:pt x="6280887" y="648949"/>
                </a:moveTo>
                <a:lnTo>
                  <a:pt x="6102007" y="714056"/>
                </a:lnTo>
                <a:lnTo>
                  <a:pt x="6102007" y="583836"/>
                </a:lnTo>
                <a:lnTo>
                  <a:pt x="6280887" y="648949"/>
                </a:lnTo>
                <a:close/>
              </a:path>
            </a:pathLst>
          </a:custGeom>
          <a:solidFill>
            <a:srgbClr val="2F3541"/>
          </a:solidFill>
          <a:ln w="6350" cap="flat">
            <a:noFill/>
            <a:prstDash val="solid"/>
            <a:miter/>
          </a:ln>
        </p:spPr>
        <p:txBody>
          <a:bodyPr rtlCol="0" anchor="ctr"/>
          <a:lstStyle/>
          <a:p>
            <a:endParaRPr lang="en-US" sz="1350"/>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3600">
                <a:solidFill>
                  <a:schemeClr val="bg1"/>
                </a:solidFill>
              </a:defRPr>
            </a:lvl1pPr>
          </a:lstStyle>
          <a:p>
            <a:r>
              <a:rPr lang="en-US"/>
              <a:t>Statement, 36pt</a:t>
            </a:r>
          </a:p>
        </p:txBody>
      </p:sp>
      <p:sp>
        <p:nvSpPr>
          <p:cNvPr id="9" name="Text Placeholder 2">
            <a:extLst>
              <a:ext uri="{FF2B5EF4-FFF2-40B4-BE49-F238E27FC236}">
                <a16:creationId xmlns:a16="http://schemas.microsoft.com/office/drawing/2014/main" id="{FD205A68-6EB7-B158-D7FA-191BD8E7CB3F}"/>
              </a:ext>
            </a:extLst>
          </p:cNvPr>
          <p:cNvSpPr>
            <a:spLocks noGrp="1"/>
          </p:cNvSpPr>
          <p:nvPr>
            <p:ph type="body" idx="1"/>
          </p:nvPr>
        </p:nvSpPr>
        <p:spPr>
          <a:xfrm>
            <a:off x="552451" y="630936"/>
            <a:ext cx="6368100" cy="298450"/>
          </a:xfrm>
        </p:spPr>
        <p:txBody>
          <a:bodyPr/>
          <a:lstStyle>
            <a:lvl1pPr>
              <a:defRPr>
                <a:solidFill>
                  <a:schemeClr val="bg1"/>
                </a:solidFill>
              </a:defRPr>
            </a:lvl1pPr>
          </a:lstStyle>
          <a:p>
            <a:pPr lvl="0"/>
            <a:r>
              <a:rPr lang="en-US">
                <a:solidFill>
                  <a:schemeClr val="bg1"/>
                </a:solidFill>
              </a:rPr>
              <a:t>Click to edit Master text styles</a:t>
            </a:r>
          </a:p>
        </p:txBody>
      </p:sp>
      <p:sp>
        <p:nvSpPr>
          <p:cNvPr id="5" name="Date Placeholder 3">
            <a:extLst>
              <a:ext uri="{FF2B5EF4-FFF2-40B4-BE49-F238E27FC236}">
                <a16:creationId xmlns:a16="http://schemas.microsoft.com/office/drawing/2014/main" id="{7F6A5D9F-ED3F-047D-85D4-21729A42C429}"/>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
        <p:nvSpPr>
          <p:cNvPr id="3" name="fortress_black_logo">
            <a:extLst>
              <a:ext uri="{FF2B5EF4-FFF2-40B4-BE49-F238E27FC236}">
                <a16:creationId xmlns:a16="http://schemas.microsoft.com/office/drawing/2014/main" id="{C891CDD0-77D1-09C4-CBF8-1D2BA3DBC4D1}"/>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160617045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Quote 1">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274320" indent="-342900">
              <a:spcBef>
                <a:spcPts val="0"/>
              </a:spcBef>
              <a:spcAft>
                <a:spcPts val="1350"/>
              </a:spcAft>
              <a:buNone/>
              <a:defRPr sz="3600" b="1"/>
            </a:lvl1pPr>
            <a:lvl2pPr marL="274320" indent="0">
              <a:buNone/>
              <a:defRPr sz="1400" b="1"/>
            </a:lvl2pPr>
            <a:lvl3pPr marL="274320" indent="0">
              <a:buNone/>
              <a:defRPr sz="1100"/>
            </a:lvl3pPr>
            <a:lvl4pPr marL="411480" indent="0">
              <a:buNone/>
              <a:defRPr sz="1050"/>
            </a:lvl4pPr>
            <a:lvl5pPr marL="548640" indent="0">
              <a:buNone/>
              <a:defRPr/>
            </a:lvl5pPr>
          </a:lstStyle>
          <a:p>
            <a:pPr lvl="0"/>
            <a:r>
              <a:rPr lang="en-US" sz="3600" b="1">
                <a:latin typeface="Arial" panose="020B0604020202020204" pitchFamily="34" charset="0"/>
                <a:cs typeface="Arial" panose="020B0604020202020204" pitchFamily="34" charset="0"/>
              </a:rPr>
              <a:t>“</a:t>
            </a:r>
            <a:r>
              <a:rPr lang="en-US"/>
              <a:t>Quote text, 36pt”</a:t>
            </a:r>
          </a:p>
          <a:p>
            <a:pPr lvl="1"/>
            <a:r>
              <a:rPr lang="en-US"/>
              <a:t>Level 2 - Name and Last Name, Bold 14pt</a:t>
            </a:r>
          </a:p>
          <a:p>
            <a:pPr lvl="2"/>
            <a:r>
              <a:rPr lang="en-US"/>
              <a:t>Level 3 - Title and Company, Reg 11pt</a:t>
            </a:r>
          </a:p>
        </p:txBody>
      </p:sp>
      <p:sp>
        <p:nvSpPr>
          <p:cNvPr id="3" name="Date Placeholder 3">
            <a:extLst>
              <a:ext uri="{FF2B5EF4-FFF2-40B4-BE49-F238E27FC236}">
                <a16:creationId xmlns:a16="http://schemas.microsoft.com/office/drawing/2014/main" id="{394FA479-47FB-4EDC-A6A4-D9719693EAC0}"/>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54504950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8289123-1672-D2FA-DA3D-12FFC5AEFCF4}"/>
              </a:ext>
              <a:ext uri="{C183D7F6-B498-43B3-948B-1728B52AA6E4}">
                <adec:decorative xmlns:adec="http://schemas.microsoft.com/office/drawing/2017/decorative" val="1"/>
              </a:ext>
            </a:extLst>
          </p:cNvPr>
          <p:cNvGrpSpPr>
            <a:grpSpLocks noChangeAspect="1"/>
          </p:cNvGrpSpPr>
          <p:nvPr userDrawn="1"/>
        </p:nvGrpSpPr>
        <p:grpSpPr>
          <a:xfrm>
            <a:off x="1782029" y="1508761"/>
            <a:ext cx="487680" cy="287687"/>
            <a:chOff x="4869933" y="259128"/>
            <a:chExt cx="499723" cy="393055"/>
          </a:xfrm>
          <a:solidFill>
            <a:schemeClr val="tx1"/>
          </a:solidFill>
        </p:grpSpPr>
        <p:sp>
          <p:nvSpPr>
            <p:cNvPr id="10" name="Freeform: Shape 12">
              <a:extLst>
                <a:ext uri="{FF2B5EF4-FFF2-40B4-BE49-F238E27FC236}">
                  <a16:creationId xmlns:a16="http://schemas.microsoft.com/office/drawing/2014/main" id="{B756AD57-2F8F-D288-05F2-901A6F0F284C}"/>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Freeform: Shape 11">
              <a:extLst>
                <a:ext uri="{FF2B5EF4-FFF2-40B4-BE49-F238E27FC236}">
                  <a16:creationId xmlns:a16="http://schemas.microsoft.com/office/drawing/2014/main" id="{3CB7ED1D-1E33-287D-D217-261068928F0C}"/>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gr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Text Placeholder 7">
            <a:extLst>
              <a:ext uri="{FF2B5EF4-FFF2-40B4-BE49-F238E27FC236}">
                <a16:creationId xmlns:a16="http://schemas.microsoft.com/office/drawing/2014/main" id="{8E62A23C-EC1D-86ED-87A8-78F92A4E0708}"/>
              </a:ext>
            </a:extLst>
          </p:cNvPr>
          <p:cNvSpPr>
            <a:spLocks noGrp="1"/>
          </p:cNvSpPr>
          <p:nvPr>
            <p:ph type="body" sz="quarter" idx="13" hasCustomPrompt="1"/>
          </p:nvPr>
        </p:nvSpPr>
        <p:spPr>
          <a:xfrm>
            <a:off x="552450" y="1276350"/>
            <a:ext cx="11088689" cy="4895850"/>
          </a:xfrm>
        </p:spPr>
        <p:txBody>
          <a:bodyPr lIns="914400" tIns="731520" rIns="914400"/>
          <a:lstStyle>
            <a:lvl1pPr marL="0" indent="0">
              <a:spcBef>
                <a:spcPts val="0"/>
              </a:spcBef>
              <a:spcAft>
                <a:spcPts val="1350"/>
              </a:spcAft>
              <a:buNone/>
              <a:defRPr sz="1800" b="0"/>
            </a:lvl1pPr>
            <a:lvl2pPr marL="0" indent="0">
              <a:buNone/>
              <a:defRPr sz="1400" b="1"/>
            </a:lvl2pPr>
            <a:lvl3pPr marL="0" indent="0">
              <a:buNone/>
              <a:defRPr sz="1200"/>
            </a:lvl3pPr>
            <a:lvl4pPr marL="411480" indent="0">
              <a:buNone/>
              <a:defRPr sz="1050"/>
            </a:lvl4pPr>
            <a:lvl5pPr marL="548640" indent="0">
              <a:buNone/>
              <a:defRPr/>
            </a:lvl5pPr>
          </a:lstStyle>
          <a:p>
            <a:pPr lvl="0"/>
            <a:r>
              <a:rPr lang="en-US"/>
              <a:t>Quote text, 18pt</a:t>
            </a:r>
          </a:p>
          <a:p>
            <a:pPr lvl="1"/>
            <a:r>
              <a:rPr lang="en-US"/>
              <a:t>Level 2 - Name and Last Name, 14pt</a:t>
            </a:r>
          </a:p>
          <a:p>
            <a:pPr lvl="2"/>
            <a:r>
              <a:rPr lang="en-US"/>
              <a:t>Level 3 - Title and Company, 12pt</a:t>
            </a:r>
          </a:p>
        </p:txBody>
      </p:sp>
      <p:sp>
        <p:nvSpPr>
          <p:cNvPr id="12" name="Date Placeholder 3">
            <a:extLst>
              <a:ext uri="{FF2B5EF4-FFF2-40B4-BE49-F238E27FC236}">
                <a16:creationId xmlns:a16="http://schemas.microsoft.com/office/drawing/2014/main" id="{4D6E576D-51B6-DE6A-FCC9-C19A44E9D53F}"/>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070534352"/>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 3">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A56B1DB-E97F-97EC-53A9-74AC8016945C}"/>
              </a:ext>
              <a:ext uri="{C183D7F6-B498-43B3-948B-1728B52AA6E4}">
                <adec:decorative xmlns:adec="http://schemas.microsoft.com/office/drawing/2017/decorative" val="1"/>
              </a:ext>
            </a:extLst>
          </p:cNvPr>
          <p:cNvGrpSpPr>
            <a:grpSpLocks noChangeAspect="1"/>
          </p:cNvGrpSpPr>
          <p:nvPr userDrawn="1"/>
        </p:nvGrpSpPr>
        <p:grpSpPr>
          <a:xfrm>
            <a:off x="1782029" y="1508761"/>
            <a:ext cx="487680" cy="287687"/>
            <a:chOff x="4869933" y="259128"/>
            <a:chExt cx="499723" cy="393055"/>
          </a:xfrm>
          <a:solidFill>
            <a:schemeClr val="tx1"/>
          </a:solidFill>
        </p:grpSpPr>
        <p:sp>
          <p:nvSpPr>
            <p:cNvPr id="4" name="Freeform: Shape 12">
              <a:extLst>
                <a:ext uri="{FF2B5EF4-FFF2-40B4-BE49-F238E27FC236}">
                  <a16:creationId xmlns:a16="http://schemas.microsoft.com/office/drawing/2014/main" id="{C64C6549-7874-DEDF-F38C-947472D7E028}"/>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7" name="Freeform: Shape 11">
              <a:extLst>
                <a:ext uri="{FF2B5EF4-FFF2-40B4-BE49-F238E27FC236}">
                  <a16:creationId xmlns:a16="http://schemas.microsoft.com/office/drawing/2014/main" id="{298C40DE-C83F-70CB-ADBF-235A8040708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gr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50" y="1276350"/>
            <a:ext cx="11088689" cy="4895850"/>
          </a:xfrm>
        </p:spPr>
        <p:txBody>
          <a:bodyPr lIns="914400" tIns="731520" rIns="914400"/>
          <a:lstStyle>
            <a:lvl1pPr marL="0" indent="0">
              <a:spcBef>
                <a:spcPts val="0"/>
              </a:spcBef>
              <a:spcAft>
                <a:spcPts val="1350"/>
              </a:spcAft>
              <a:buNone/>
              <a:defRPr sz="1800" b="0"/>
            </a:lvl1pPr>
            <a:lvl2pPr marL="0" indent="0">
              <a:buNone/>
              <a:defRPr sz="1400" b="1"/>
            </a:lvl2pPr>
            <a:lvl3pPr marL="0" indent="0">
              <a:buNone/>
              <a:defRPr sz="1200"/>
            </a:lvl3pPr>
            <a:lvl4pPr marL="411480" indent="0">
              <a:buNone/>
              <a:defRPr sz="1050"/>
            </a:lvl4pPr>
            <a:lvl5pPr marL="548640" indent="0">
              <a:buNone/>
              <a:defRPr/>
            </a:lvl5pPr>
          </a:lstStyle>
          <a:p>
            <a:pPr lvl="0"/>
            <a:r>
              <a:rPr lang="en-US"/>
              <a:t>Quote text, 18pt</a:t>
            </a:r>
          </a:p>
          <a:p>
            <a:pPr lvl="1"/>
            <a:r>
              <a:rPr lang="en-US"/>
              <a:t>Level 2 - Name and Last Name, 14pt</a:t>
            </a:r>
          </a:p>
          <a:p>
            <a:pPr lvl="2"/>
            <a:r>
              <a:rPr lang="en-US"/>
              <a:t>Level 3 - Title and Company, 12pt</a:t>
            </a:r>
          </a:p>
        </p:txBody>
      </p:sp>
      <p:sp>
        <p:nvSpPr>
          <p:cNvPr id="8" name="Date Placeholder 3">
            <a:extLst>
              <a:ext uri="{FF2B5EF4-FFF2-40B4-BE49-F238E27FC236}">
                <a16:creationId xmlns:a16="http://schemas.microsoft.com/office/drawing/2014/main" id="{9EDCAE59-C9D9-5161-04F8-3D94C26411A1}"/>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00206389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fortress_black_logo">
            <a:extLst>
              <a:ext uri="{FF2B5EF4-FFF2-40B4-BE49-F238E27FC236}">
                <a16:creationId xmlns:a16="http://schemas.microsoft.com/office/drawing/2014/main" id="{A576F339-5E19-E141-3F6C-2F3BC63426E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7" name="Date Placeholder 3">
            <a:extLst>
              <a:ext uri="{FF2B5EF4-FFF2-40B4-BE49-F238E27FC236}">
                <a16:creationId xmlns:a16="http://schemas.microsoft.com/office/drawing/2014/main" id="{A9C75A38-1DB9-B9E4-3823-8364F66BE57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400616186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0"/>
              </a:ext>
            </a:extLst>
          </p:cNvPr>
          <p:cNvSpPr>
            <a:spLocks noGrp="1"/>
          </p:cNvSpPr>
          <p:nvPr>
            <p:ph type="dt" sz="half" idx="15"/>
          </p:nvPr>
        </p:nvSpPr>
        <p:spPr/>
        <p:txBody>
          <a:bodyPr/>
          <a:lstStyle/>
          <a:p>
            <a:r>
              <a:rPr lang="en-US"/>
              <a:t>05/28/25</a:t>
            </a:r>
          </a:p>
        </p:txBody>
      </p:sp>
    </p:spTree>
    <p:extLst>
      <p:ext uri="{BB962C8B-B14F-4D97-AF65-F5344CB8AC3E}">
        <p14:creationId xmlns:p14="http://schemas.microsoft.com/office/powerpoint/2010/main" val="75890174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Full width image free layout1">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7" name="Date Placeholder 3">
            <a:extLst>
              <a:ext uri="{FF2B5EF4-FFF2-40B4-BE49-F238E27FC236}">
                <a16:creationId xmlns:a16="http://schemas.microsoft.com/office/drawing/2014/main" id="{F9BB6715-56AD-6556-FE3B-257A0B102020}"/>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617396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ull width image free layout2">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7" name="Date Placeholder 3">
            <a:extLst>
              <a:ext uri="{FF2B5EF4-FFF2-40B4-BE49-F238E27FC236}">
                <a16:creationId xmlns:a16="http://schemas.microsoft.com/office/drawing/2014/main" id="{521985E6-7100-F6A8-B787-727D1744298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52971362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40" y="519110"/>
            <a:ext cx="5359401" cy="274320"/>
          </a:xfrm>
        </p:spPr>
        <p:txBody>
          <a:bodyPr/>
          <a:lstStyle>
            <a:lvl1pPr marL="0" indent="0" algn="r">
              <a:lnSpc>
                <a:spcPct val="100000"/>
              </a:lnSpc>
              <a:spcBef>
                <a:spcPts val="0"/>
              </a:spcBef>
              <a:spcAft>
                <a:spcPts val="600"/>
              </a:spcAft>
              <a:buNone/>
              <a:defRPr sz="900" b="0">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algn="r">
              <a:lnSpc>
                <a:spcPct val="100000"/>
              </a:lnSpc>
              <a:spcBef>
                <a:spcPts val="0"/>
              </a:spcBef>
              <a:spcAft>
                <a:spcPts val="600"/>
              </a:spcAft>
            </a:pPr>
            <a:r>
              <a:rPr lang="en-US" sz="900" b="1">
                <a:latin typeface="Arial" panose="020B0604020202020204" pitchFamily="34" charset="0"/>
                <a:cs typeface="Arial" panose="020B0604020202020204" pitchFamily="34" charset="0"/>
              </a:rPr>
              <a:t>Industry</a:t>
            </a:r>
            <a:r>
              <a:rPr lang="en-US" sz="900">
                <a:latin typeface="Arial" panose="020B0604020202020204" pitchFamily="34" charset="0"/>
                <a:cs typeface="Arial" panose="020B0604020202020204" pitchFamily="34" charset="0"/>
              </a:rPr>
              <a:t>: Lorem ipsum dolor sit </a:t>
            </a:r>
            <a:r>
              <a:rPr lang="en-US" sz="900" err="1">
                <a:latin typeface="Arial" panose="020B0604020202020204" pitchFamily="34" charset="0"/>
                <a:cs typeface="Arial" panose="020B0604020202020204" pitchFamily="34" charset="0"/>
              </a:rPr>
              <a:t>amet</a:t>
            </a:r>
            <a:r>
              <a:rPr lang="en-US" sz="900">
                <a:latin typeface="Arial" panose="020B0604020202020204" pitchFamily="34" charset="0"/>
                <a:cs typeface="Arial" panose="020B0604020202020204" pitchFamily="34" charset="0"/>
              </a:rPr>
              <a:t>, 9pt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900"/>
            </a:lvl1pPr>
          </a:lstStyle>
          <a:p>
            <a:r>
              <a:rPr lang="en-US"/>
              <a:t>Strategic Partner logo</a:t>
            </a:r>
          </a:p>
        </p:txBody>
      </p:sp>
      <p:sp>
        <p:nvSpPr>
          <p:cNvPr id="5" name="Content Placeholder 4">
            <a:extLst>
              <a:ext uri="{FF2B5EF4-FFF2-40B4-BE49-F238E27FC236}">
                <a16:creationId xmlns:a16="http://schemas.microsoft.com/office/drawing/2014/main" id="{A5068100-1244-FD22-48D3-0BBDB1127127}"/>
              </a:ext>
            </a:extLst>
          </p:cNvPr>
          <p:cNvSpPr>
            <a:spLocks noGrp="1"/>
          </p:cNvSpPr>
          <p:nvPr>
            <p:ph sz="quarter" idx="16" hasCustomPrompt="1"/>
          </p:nvPr>
        </p:nvSpPr>
        <p:spPr>
          <a:xfrm>
            <a:off x="549276"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B7AB1E7E-DA56-4153-918F-68267230DBC0}"/>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848736226"/>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1E6AB38C-0FCD-C60C-2D19-FF00ED6DCF1D}"/>
              </a:ext>
            </a:extLst>
          </p:cNvPr>
          <p:cNvSpPr>
            <a:spLocks noGrp="1"/>
          </p:cNvSpPr>
          <p:nvPr>
            <p:ph type="body" sz="quarter" idx="16"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Date Placeholder 3">
            <a:extLst>
              <a:ext uri="{FF2B5EF4-FFF2-40B4-BE49-F238E27FC236}">
                <a16:creationId xmlns:a16="http://schemas.microsoft.com/office/drawing/2014/main" id="{E37D29DD-B6F5-C42D-1E96-944407E7047E}"/>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957442504"/>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Date Placeholder 3">
            <a:extLst>
              <a:ext uri="{FF2B5EF4-FFF2-40B4-BE49-F238E27FC236}">
                <a16:creationId xmlns:a16="http://schemas.microsoft.com/office/drawing/2014/main" id="{89D625CB-141E-5FE9-2835-D8562BA672AF}"/>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52822613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4" y="859"/>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sz="1350"/>
          </a:p>
        </p:txBody>
      </p:sp>
      <p:grpSp>
        <p:nvGrpSpPr>
          <p:cNvPr id="2" name="vert_logo_grp" descr="That is the end of the presentation.">
            <a:extLst>
              <a:ext uri="{FF2B5EF4-FFF2-40B4-BE49-F238E27FC236}">
                <a16:creationId xmlns:a16="http://schemas.microsoft.com/office/drawing/2014/main" id="{58F27916-420D-E19D-129E-C6D18DCAE107}"/>
              </a:ext>
            </a:extLst>
          </p:cNvPr>
          <p:cNvGrpSpPr>
            <a:grpSpLocks noChangeAspect="1"/>
          </p:cNvGrpSpPr>
          <p:nvPr userDrawn="1"/>
        </p:nvGrpSpPr>
        <p:grpSpPr bwMode="black">
          <a:xfrm>
            <a:off x="4206240" y="2773098"/>
            <a:ext cx="3779520" cy="1369860"/>
            <a:chOff x="5513695" y="815830"/>
            <a:chExt cx="4571796" cy="2209353"/>
          </a:xfrm>
        </p:grpSpPr>
        <p:sp>
          <p:nvSpPr>
            <p:cNvPr id="3" name="Equinix_white">
              <a:extLst>
                <a:ext uri="{FF2B5EF4-FFF2-40B4-BE49-F238E27FC236}">
                  <a16:creationId xmlns:a16="http://schemas.microsoft.com/office/drawing/2014/main" id="{D5EA4E32-FDED-76EE-4023-CECBD5F3697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sz="1800"/>
            </a:p>
          </p:txBody>
        </p:sp>
        <p:sp>
          <p:nvSpPr>
            <p:cNvPr id="4" name="fortress_red">
              <a:extLst>
                <a:ext uri="{FF2B5EF4-FFF2-40B4-BE49-F238E27FC236}">
                  <a16:creationId xmlns:a16="http://schemas.microsoft.com/office/drawing/2014/main" id="{65569E95-2E80-9508-FC27-39853A892BC2}"/>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36870795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1" y="536194"/>
            <a:ext cx="11089796" cy="369332"/>
          </a:xfrm>
          <a:prstGeom prst="rect">
            <a:avLst/>
          </a:prstGeom>
        </p:spPr>
        <p:txBody>
          <a:bodyPr anchor="t" anchorCtr="0">
            <a:spAutoFit/>
          </a:bodyPr>
          <a:lstStyle/>
          <a:p>
            <a:r>
              <a:rPr lang="en-US"/>
              <a:t>Click to edit Master title style</a:t>
            </a:r>
          </a:p>
        </p:txBody>
      </p:sp>
      <p:sp>
        <p:nvSpPr>
          <p:cNvPr id="5" name="Text Placeholder 27"/>
          <p:cNvSpPr>
            <a:spLocks noGrp="1"/>
          </p:cNvSpPr>
          <p:nvPr>
            <p:ph type="body" sz="quarter" idx="13" hasCustomPrompt="1"/>
          </p:nvPr>
        </p:nvSpPr>
        <p:spPr>
          <a:xfrm>
            <a:off x="553421" y="1005843"/>
            <a:ext cx="11089799" cy="207749"/>
          </a:xfrm>
          <a:prstGeom prst="rect">
            <a:avLst/>
          </a:prstGeom>
        </p:spPr>
        <p:txBody>
          <a:bodyPr>
            <a:spAutoFit/>
          </a:bodyPr>
          <a:lstStyle>
            <a:lvl1pPr marL="0" indent="0">
              <a:lnSpc>
                <a:spcPct val="100000"/>
              </a:lnSpc>
              <a:spcBef>
                <a:spcPts val="0"/>
              </a:spcBef>
              <a:buNone/>
              <a:defRPr sz="1350" b="0">
                <a:solidFill>
                  <a:schemeClr val="tx1"/>
                </a:solidFill>
              </a:defRPr>
            </a:lvl1pPr>
            <a:lvl2pPr marL="195263" indent="0">
              <a:buNone/>
              <a:defRPr/>
            </a:lvl2pPr>
            <a:lvl3pPr marL="375047" indent="0">
              <a:buNone/>
              <a:defRPr/>
            </a:lvl3pPr>
            <a:lvl4pPr marL="507206" indent="0">
              <a:buNone/>
              <a:defRPr/>
            </a:lvl4pPr>
            <a:lvl5pPr marL="644128" indent="0">
              <a:buNone/>
              <a:defRPr/>
            </a:lvl5pPr>
          </a:lstStyle>
          <a:p>
            <a:pPr lvl="0"/>
            <a:r>
              <a:rPr lang="en-US"/>
              <a:t>Click to add subtitle</a:t>
            </a:r>
          </a:p>
        </p:txBody>
      </p:sp>
      <p:sp>
        <p:nvSpPr>
          <p:cNvPr id="3" name="Footer Placeholder 4">
            <a:extLst>
              <a:ext uri="{FF2B5EF4-FFF2-40B4-BE49-F238E27FC236}">
                <a16:creationId xmlns:a16="http://schemas.microsoft.com/office/drawing/2014/main" id="{DA884E54-7F50-E922-AC70-4342A2130C59}"/>
              </a:ext>
              <a:ext uri="{C183D7F6-B498-43B3-948B-1728B52AA6E4}">
                <adec:decorative xmlns:adec="http://schemas.microsoft.com/office/drawing/2017/decorative" val="1"/>
              </a:ext>
            </a:extLst>
          </p:cNvPr>
          <p:cNvSpPr>
            <a:spLocks noGrp="1"/>
          </p:cNvSpPr>
          <p:nvPr>
            <p:ph type="ftr" sz="quarter" idx="11"/>
          </p:nvPr>
        </p:nvSpPr>
        <p:spPr>
          <a:xfrm>
            <a:off x="552450" y="6492240"/>
            <a:ext cx="1093471" cy="365760"/>
          </a:xfrm>
        </p:spPr>
        <p:txBody>
          <a:bodyPr/>
          <a:lstStyle/>
          <a:p>
            <a:r>
              <a:rPr lang="en-US"/>
              <a:t>© 2025 Equinix, Inc.</a:t>
            </a:r>
          </a:p>
        </p:txBody>
      </p:sp>
      <p:sp>
        <p:nvSpPr>
          <p:cNvPr id="4" name="Slide Number Placeholder 5">
            <a:extLst>
              <a:ext uri="{FF2B5EF4-FFF2-40B4-BE49-F238E27FC236}">
                <a16:creationId xmlns:a16="http://schemas.microsoft.com/office/drawing/2014/main" id="{3D7B8DB0-B6DF-AA04-6835-6846119FBAF7}"/>
              </a:ext>
            </a:extLst>
          </p:cNvPr>
          <p:cNvSpPr>
            <a:spLocks noGrp="1"/>
          </p:cNvSpPr>
          <p:nvPr>
            <p:ph type="sldNum" sz="quarter" idx="12"/>
          </p:nvPr>
        </p:nvSpPr>
        <p:spPr>
          <a:xfrm>
            <a:off x="1737360" y="6492877"/>
            <a:ext cx="457200" cy="365125"/>
          </a:xfrm>
        </p:spPr>
        <p:txBody>
          <a:bodyPr/>
          <a:lstStyle/>
          <a:p>
            <a:fld id="{F8A89D12-4F33-44AF-85FC-689FEAF79A41}" type="slidenum">
              <a:rPr lang="en-US" smtClean="0"/>
              <a:t>‹#›</a:t>
            </a:fld>
            <a:endParaRPr lang="en-US"/>
          </a:p>
        </p:txBody>
      </p:sp>
      <p:sp>
        <p:nvSpPr>
          <p:cNvPr id="6" name="Date Placeholder 7">
            <a:extLst>
              <a:ext uri="{FF2B5EF4-FFF2-40B4-BE49-F238E27FC236}">
                <a16:creationId xmlns:a16="http://schemas.microsoft.com/office/drawing/2014/main" id="{3E552BA5-25D2-D654-BB61-66BF794E3B8E}"/>
              </a:ext>
              <a:ext uri="{C183D7F6-B498-43B3-948B-1728B52AA6E4}">
                <adec:decorative xmlns:adec="http://schemas.microsoft.com/office/drawing/2017/decorative" val="0"/>
              </a:ext>
            </a:extLst>
          </p:cNvPr>
          <p:cNvSpPr>
            <a:spLocks noGrp="1"/>
          </p:cNvSpPr>
          <p:nvPr>
            <p:ph type="dt" sz="half" idx="14"/>
          </p:nvPr>
        </p:nvSpPr>
        <p:spPr>
          <a:xfrm>
            <a:off x="6281737" y="6219462"/>
            <a:ext cx="4638675" cy="365125"/>
          </a:xfrm>
        </p:spPr>
        <p:txBody>
          <a:bodyPr/>
          <a:lstStyle/>
          <a:p>
            <a:r>
              <a:rPr lang="en-US"/>
              <a:t>05/28/25</a:t>
            </a:r>
          </a:p>
        </p:txBody>
      </p:sp>
    </p:spTree>
    <p:extLst>
      <p:ext uri="{BB962C8B-B14F-4D97-AF65-F5344CB8AC3E}">
        <p14:creationId xmlns:p14="http://schemas.microsoft.com/office/powerpoint/2010/main" val="405777079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9545649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Arial" panose="020B0604020202020204" pitchFamily="34" charset="0"/>
              <a:ea typeface="+mj-ea"/>
              <a:cs typeface="+mj-cs"/>
              <a:sym typeface="Trebuchet MS" panose="020B0603020202020204" pitchFamily="34" charset="0"/>
            </a:endParaRPr>
          </a:p>
        </p:txBody>
      </p:sp>
      <p:pic>
        <p:nvPicPr>
          <p:cNvPr id="17" name="Picture 16" descr="A red and purple gradient&#10;&#10;Description automatically generated">
            <a:extLst>
              <a:ext uri="{FF2B5EF4-FFF2-40B4-BE49-F238E27FC236}">
                <a16:creationId xmlns:a16="http://schemas.microsoft.com/office/drawing/2014/main" id="{C82890A4-A126-43BA-AEDD-46CA4E7F63F1}"/>
              </a:ext>
            </a:extLst>
          </p:cNvPr>
          <p:cNvPicPr>
            <a:picLocks noChangeAspect="1"/>
          </p:cNvPicPr>
          <p:nvPr userDrawn="1"/>
        </p:nvPicPr>
        <p:blipFill>
          <a:blip r:embed="rId6"/>
          <a:stretch>
            <a:fillRect/>
          </a:stretch>
        </p:blipFill>
        <p:spPr>
          <a:xfrm>
            <a:off x="0" y="-7004"/>
            <a:ext cx="12204452" cy="6865004"/>
          </a:xfrm>
          <a:prstGeom prst="rect">
            <a:avLst/>
          </a:prstGeom>
        </p:spPr>
      </p:pic>
      <p:pic>
        <p:nvPicPr>
          <p:cNvPr id="23" name="Picture 22">
            <a:extLst>
              <a:ext uri="{FF2B5EF4-FFF2-40B4-BE49-F238E27FC236}">
                <a16:creationId xmlns:a16="http://schemas.microsoft.com/office/drawing/2014/main" id="{F3B212C8-E88E-4B43-BA39-F6A64E24F061}"/>
              </a:ext>
            </a:extLst>
          </p:cNvPr>
          <p:cNvPicPr>
            <a:picLocks noChangeAspect="1"/>
          </p:cNvPicPr>
          <p:nvPr userDrawn="1"/>
        </p:nvPicPr>
        <p:blipFill>
          <a:blip r:embed="rId7"/>
          <a:stretch>
            <a:fillRect/>
          </a:stretch>
        </p:blipFill>
        <p:spPr>
          <a:xfrm>
            <a:off x="548640" y="640081"/>
            <a:ext cx="2288505" cy="334244"/>
          </a:xfrm>
          <a:prstGeom prst="rect">
            <a:avLst/>
          </a:prstGeom>
        </p:spPr>
      </p:pic>
      <p:sp>
        <p:nvSpPr>
          <p:cNvPr id="24" name="Title 1">
            <a:extLst>
              <a:ext uri="{FF2B5EF4-FFF2-40B4-BE49-F238E27FC236}">
                <a16:creationId xmlns:a16="http://schemas.microsoft.com/office/drawing/2014/main" id="{BAA9886B-26A2-401D-9EAD-4F963747E724}"/>
              </a:ext>
            </a:extLst>
          </p:cNvPr>
          <p:cNvSpPr>
            <a:spLocks noGrp="1"/>
          </p:cNvSpPr>
          <p:nvPr>
            <p:ph type="ctrTitle" hasCustomPrompt="1"/>
          </p:nvPr>
        </p:nvSpPr>
        <p:spPr>
          <a:xfrm>
            <a:off x="548640" y="1466850"/>
            <a:ext cx="8601710" cy="2190750"/>
          </a:xfrm>
        </p:spPr>
        <p:txBody>
          <a:bodyPr vert="horz"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25" name="Subtitle 2">
            <a:extLst>
              <a:ext uri="{FF2B5EF4-FFF2-40B4-BE49-F238E27FC236}">
                <a16:creationId xmlns:a16="http://schemas.microsoft.com/office/drawing/2014/main" id="{6723F30F-0D1C-4213-856A-975BC7309DF9}"/>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Tree>
    <p:extLst>
      <p:ext uri="{BB962C8B-B14F-4D97-AF65-F5344CB8AC3E}">
        <p14:creationId xmlns:p14="http://schemas.microsoft.com/office/powerpoint/2010/main" val="22437118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5_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r>
              <a:rPr lang="en-US"/>
              <a:t>05/28/25</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53891335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BC830-8E58-3114-6F74-2AD8C2A7F7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AFDFC-06D3-9A2A-3F3A-204FE80349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F70C5-A13F-07B5-969C-602A81037D4E}"/>
              </a:ext>
            </a:extLst>
          </p:cNvPr>
          <p:cNvSpPr>
            <a:spLocks noGrp="1"/>
          </p:cNvSpPr>
          <p:nvPr>
            <p:ph type="dt" sz="half" idx="10"/>
          </p:nvPr>
        </p:nvSpPr>
        <p:spPr/>
        <p:txBody>
          <a:bodyPr/>
          <a:lstStyle/>
          <a:p>
            <a:fld id="{E8682663-A430-45A8-B5D7-D9AB721404BE}" type="datetimeFigureOut">
              <a:rPr lang="en-US" smtClean="0"/>
              <a:t>9/3/25</a:t>
            </a:fld>
            <a:endParaRPr lang="en-US"/>
          </a:p>
        </p:txBody>
      </p:sp>
      <p:sp>
        <p:nvSpPr>
          <p:cNvPr id="5" name="Footer Placeholder 4">
            <a:extLst>
              <a:ext uri="{FF2B5EF4-FFF2-40B4-BE49-F238E27FC236}">
                <a16:creationId xmlns:a16="http://schemas.microsoft.com/office/drawing/2014/main" id="{8236CFE9-075B-3308-BD27-DC016CF94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855A8-BEED-EDD7-E097-9D9D3BF9993F}"/>
              </a:ext>
            </a:extLst>
          </p:cNvPr>
          <p:cNvSpPr>
            <a:spLocks noGrp="1"/>
          </p:cNvSpPr>
          <p:nvPr>
            <p:ph type="sldNum" sz="quarter" idx="12"/>
          </p:nvPr>
        </p:nvSpPr>
        <p:spPr/>
        <p:txBody>
          <a:bodyPr/>
          <a:lstStyle/>
          <a:p>
            <a:fld id="{BE521A94-5AB7-4F9C-8A3C-2D0CC46CE7F1}" type="slidenum">
              <a:rPr lang="en-US" smtClean="0"/>
              <a:t>‹#›</a:t>
            </a:fld>
            <a:endParaRPr lang="en-US"/>
          </a:p>
        </p:txBody>
      </p:sp>
    </p:spTree>
    <p:extLst>
      <p:ext uri="{BB962C8B-B14F-4D97-AF65-F5344CB8AC3E}">
        <p14:creationId xmlns:p14="http://schemas.microsoft.com/office/powerpoint/2010/main" val="2449833146"/>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1_1 Col Ligh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8687533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1_2 Col Light">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466850"/>
            <a:ext cx="5356225" cy="4705350"/>
          </a:xfrm>
        </p:spPr>
        <p:txBody>
          <a:bodyPr/>
          <a:lstStyle>
            <a:lvl2pPr>
              <a:defRPr/>
            </a:lvl2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466850"/>
            <a:ext cx="5357812" cy="470535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15031585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3223911"/>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85651" cy="6858000"/>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5" y="1359183"/>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lvl1pPr>
          </a:lstStyle>
          <a:p>
            <a:pPr lvl="0"/>
            <a:r>
              <a:rPr lang="en-US"/>
              <a:t>Optional Presenter Name, Reg 12pt</a:t>
            </a:r>
          </a:p>
        </p:txBody>
      </p:sp>
      <p:grpSp>
        <p:nvGrpSpPr>
          <p:cNvPr id="4" name="horz_logo_grp">
            <a:extLst>
              <a:ext uri="{FF2B5EF4-FFF2-40B4-BE49-F238E27FC236}">
                <a16:creationId xmlns:a16="http://schemas.microsoft.com/office/drawing/2014/main" id="{11551C6E-54C0-619C-1DB7-97F6FD698A36}"/>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tx1"/>
          </a:solidFill>
        </p:grpSpPr>
        <p:sp>
          <p:nvSpPr>
            <p:cNvPr id="7" name="Equinix_black">
              <a:extLst>
                <a:ext uri="{FF2B5EF4-FFF2-40B4-BE49-F238E27FC236}">
                  <a16:creationId xmlns:a16="http://schemas.microsoft.com/office/drawing/2014/main" id="{2C276D5D-0B22-A3E3-9515-6B90C45F3B32}"/>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8" name="fortress_black">
              <a:extLst>
                <a:ext uri="{FF2B5EF4-FFF2-40B4-BE49-F238E27FC236}">
                  <a16:creationId xmlns:a16="http://schemas.microsoft.com/office/drawing/2014/main" id="{DC1596FE-F7EE-277E-2699-2060D50214F8}"/>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96736202"/>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6D059F-CBDE-D2CE-799E-9B256A1B53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solidFill>
                  <a:schemeClr val="bg1"/>
                </a:solidFill>
              </a:defRPr>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solidFill>
                  <a:schemeClr val="bg1"/>
                </a:solidFill>
              </a:defRPr>
            </a:lvl1pPr>
          </a:lstStyle>
          <a:p>
            <a:pPr lvl="0"/>
            <a:r>
              <a:rPr lang="en-US"/>
              <a:t>Optional Presenter Name, Reg 12pt</a:t>
            </a:r>
          </a:p>
        </p:txBody>
      </p:sp>
      <p:grpSp>
        <p:nvGrpSpPr>
          <p:cNvPr id="4" name="horz_logo_grp">
            <a:extLst>
              <a:ext uri="{FF2B5EF4-FFF2-40B4-BE49-F238E27FC236}">
                <a16:creationId xmlns:a16="http://schemas.microsoft.com/office/drawing/2014/main" id="{406F369B-965C-1F7C-2B71-BCCFDDF8B563}"/>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bg1"/>
          </a:solidFill>
        </p:grpSpPr>
        <p:sp>
          <p:nvSpPr>
            <p:cNvPr id="6" name="Equinix_black">
              <a:extLst>
                <a:ext uri="{FF2B5EF4-FFF2-40B4-BE49-F238E27FC236}">
                  <a16:creationId xmlns:a16="http://schemas.microsoft.com/office/drawing/2014/main" id="{3CCFA3D8-2BDA-2CBC-EC17-78E20188F84A}"/>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8" name="fortress_black">
              <a:extLst>
                <a:ext uri="{FF2B5EF4-FFF2-40B4-BE49-F238E27FC236}">
                  <a16:creationId xmlns:a16="http://schemas.microsoft.com/office/drawing/2014/main" id="{6DB9C60F-1AFF-0B98-FAAD-048275261C1C}"/>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613939921"/>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B8ECFB1-3E0D-89C3-2EE0-3DD73F448B4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solidFill>
                  <a:schemeClr val="bg1"/>
                </a:solidFill>
              </a:defRPr>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solidFill>
                  <a:schemeClr val="bg1"/>
                </a:solidFill>
              </a:defRPr>
            </a:lvl1pPr>
          </a:lstStyle>
          <a:p>
            <a:pPr lvl="0"/>
            <a:r>
              <a:rPr lang="en-US"/>
              <a:t>Optional Presenter Name, Reg 12pt</a:t>
            </a:r>
          </a:p>
        </p:txBody>
      </p:sp>
      <p:grpSp>
        <p:nvGrpSpPr>
          <p:cNvPr id="4" name="horz_logo_grp">
            <a:extLst>
              <a:ext uri="{FF2B5EF4-FFF2-40B4-BE49-F238E27FC236}">
                <a16:creationId xmlns:a16="http://schemas.microsoft.com/office/drawing/2014/main" id="{612EE43E-5871-5192-57D5-5056DCEA3D61}"/>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bg1"/>
          </a:solidFill>
        </p:grpSpPr>
        <p:sp>
          <p:nvSpPr>
            <p:cNvPr id="6" name="Equinix_black">
              <a:extLst>
                <a:ext uri="{FF2B5EF4-FFF2-40B4-BE49-F238E27FC236}">
                  <a16:creationId xmlns:a16="http://schemas.microsoft.com/office/drawing/2014/main" id="{9DD05270-E304-C800-0F7A-77EF902734A9}"/>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7" name="fortress_black">
              <a:extLst>
                <a:ext uri="{FF2B5EF4-FFF2-40B4-BE49-F238E27FC236}">
                  <a16:creationId xmlns:a16="http://schemas.microsoft.com/office/drawing/2014/main" id="{75B891B4-DAF9-9D7B-393F-6DFA2C439E74}"/>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181775852"/>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type="secHead" preserve="1">
  <p:cSld name="Divider 1">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7020FE-4CB1-D39D-65C7-B865A480F34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86359"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3379"/>
            <a:ext cx="6368100" cy="1554480"/>
          </a:xfrm>
        </p:spPr>
        <p:txBody>
          <a:bodyPr/>
          <a:lstStyle>
            <a:lvl1pPr marL="0" indent="0">
              <a:buNone/>
              <a:defRPr sz="1200" b="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black_logo">
            <a:extLst>
              <a:ext uri="{FF2B5EF4-FFF2-40B4-BE49-F238E27FC236}">
                <a16:creationId xmlns:a16="http://schemas.microsoft.com/office/drawing/2014/main" id="{B32ED1A1-317A-42CD-B642-C72A0B878E3E}"/>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4224303304"/>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6EB182-729A-7670-277F-F9A8EDFBD33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solidFill>
                  <a:schemeClr val="bg1"/>
                </a:solidFill>
              </a:defRPr>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6472"/>
            <a:ext cx="6368100" cy="1554480"/>
          </a:xfrm>
        </p:spPr>
        <p:txBody>
          <a:bodyPr/>
          <a:lstStyle>
            <a:lvl1pPr marL="0" indent="0">
              <a:buNone/>
              <a:defRPr sz="1200" b="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F5F09458-08B8-621B-0CBF-BDBC87C040E8}"/>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353316087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35EDD5-E2AA-ECB1-546C-AA77A35012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solidFill>
                  <a:schemeClr val="bg1"/>
                </a:solidFill>
              </a:defRPr>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6472"/>
            <a:ext cx="6368100" cy="1554480"/>
          </a:xfrm>
        </p:spPr>
        <p:txBody>
          <a:bodyPr/>
          <a:lstStyle>
            <a:lvl1pPr marL="0" indent="0">
              <a:buNone/>
              <a:defRPr sz="1200" b="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FCAB6E72-573F-C754-449C-E84857C3D952}"/>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2655802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Agenda, Bold 24pt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39" y="1554482"/>
            <a:ext cx="11091672" cy="589915"/>
          </a:xfr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12pt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A3EA41A7-8F9C-E8D3-05A0-5A8DFA12A42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16827940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1" y="457200"/>
            <a:ext cx="11088687" cy="548640"/>
          </a:xfrm>
        </p:spPr>
        <p:txBody>
          <a:bodyPr anchor="t"/>
          <a:lstStyle>
            <a:lvl1pPr>
              <a:defRPr/>
            </a:lvl1pPr>
          </a:lstStyle>
          <a:p>
            <a:r>
              <a:rPr lang="en-US"/>
              <a:t>Title text, 24pt</a:t>
            </a:r>
          </a:p>
        </p:txBody>
      </p:sp>
      <p:sp>
        <p:nvSpPr>
          <p:cNvPr id="3" name="Text Placeholder 2">
            <a:extLst>
              <a:ext uri="{FF2B5EF4-FFF2-40B4-BE49-F238E27FC236}">
                <a16:creationId xmlns:a16="http://schemas.microsoft.com/office/drawing/2014/main" id="{29F1D91E-5EBC-CFFF-C4FF-658D5BCBE502}"/>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9" name="Content Placeholder 8">
            <a:extLst>
              <a:ext uri="{FF2B5EF4-FFF2-40B4-BE49-F238E27FC236}">
                <a16:creationId xmlns:a16="http://schemas.microsoft.com/office/drawing/2014/main" id="{4464C14F-BB82-5E54-CAD2-71A59FA18C2E}"/>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3">
            <a:extLst>
              <a:ext uri="{FF2B5EF4-FFF2-40B4-BE49-F238E27FC236}">
                <a16:creationId xmlns:a16="http://schemas.microsoft.com/office/drawing/2014/main" id="{70D5516A-ED08-4BFD-AE35-E980307B851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24307309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1 Col Light Aqua">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ADA1B686-3EA1-290F-1850-EF5160AC70A9}"/>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5EFF485B-7B19-AF14-FD3C-4480B7FCBB74}"/>
              </a:ext>
            </a:extLst>
          </p:cNvPr>
          <p:cNvSpPr>
            <a:spLocks noGrp="1"/>
          </p:cNvSpPr>
          <p:nvPr>
            <p:ph sz="quarter" idx="16" hasCustomPrompt="1"/>
          </p:nvPr>
        </p:nvSpPr>
        <p:spPr>
          <a:xfrm>
            <a:off x="548639" y="1554480"/>
            <a:ext cx="11094720" cy="4617720"/>
          </a:xfrm>
        </p:spPr>
        <p:txBody>
          <a:bodyPr/>
          <a:lstStyle>
            <a:lvl3pPr>
              <a:defRPr/>
            </a:lvl3pPr>
            <a:lvl4pPr>
              <a:defRPr/>
            </a:lvl4pPr>
          </a:lstStyle>
          <a:p>
            <a:pPr lvl="0"/>
            <a:r>
              <a:rPr lang="en-US"/>
              <a:t>First level, reg 14pt no bullet:</a:t>
            </a:r>
          </a:p>
          <a:p>
            <a:pPr lvl="1"/>
            <a:r>
              <a:rPr lang="en-US"/>
              <a:t>Second level, reg 14pt first bullet. </a:t>
            </a:r>
            <a:r>
              <a:rPr lang="en-US" noProof="0"/>
              <a:t>If using periods, be consistent.</a:t>
            </a:r>
            <a:endParaRPr lang="en-US"/>
          </a:p>
          <a:p>
            <a:pPr lvl="2"/>
            <a:r>
              <a:rPr lang="en-US"/>
              <a:t>Third level, reg 12pt second bullet. </a:t>
            </a:r>
            <a:r>
              <a:rPr lang="en-US" noProof="0"/>
              <a:t>If using periods, be consistent.</a:t>
            </a:r>
            <a:endParaRPr lang="en-US"/>
          </a:p>
          <a:p>
            <a:pPr lvl="3"/>
            <a:r>
              <a:rPr lang="en-US"/>
              <a:t>Fourth level, reg 11pt third bullet. </a:t>
            </a:r>
            <a:r>
              <a:rPr lang="en-US" noProof="0"/>
              <a:t>If using periods, be consistent.</a:t>
            </a:r>
            <a:endParaRPr lang="en-US"/>
          </a:p>
          <a:p>
            <a:pPr lvl="4"/>
            <a:r>
              <a:rPr lang="en-US"/>
              <a:t>Fifth level, reg 11pt fourth bullet. </a:t>
            </a:r>
            <a:r>
              <a:rPr lang="en-US" noProof="0"/>
              <a:t>If using periods, be consistent.</a:t>
            </a:r>
            <a:endParaRPr lang="en-US"/>
          </a:p>
        </p:txBody>
      </p:sp>
      <p:sp>
        <p:nvSpPr>
          <p:cNvPr id="9" name="Date Placeholder 3">
            <a:extLst>
              <a:ext uri="{FF2B5EF4-FFF2-40B4-BE49-F238E27FC236}">
                <a16:creationId xmlns:a16="http://schemas.microsoft.com/office/drawing/2014/main" id="{6F2873EB-95AD-AA3A-311F-BE8D68F68523}"/>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57391111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89252E26-4487-B48F-9389-DC1ED6B915AF}"/>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70B6E5D7-37B7-7959-17C2-352C295E1678}"/>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6CF9507B-33F5-7463-17A5-0897C826F4F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83827894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1E8464C6-B635-9E5C-6217-A2685A3637D3}"/>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59CABA76-1E8E-2CDF-68BC-05D07BAECD4B}"/>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9A51C252-6969-B316-B3A3-F4500C49CA7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015718872"/>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CE3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B35D8FB1-CF62-4329-60A7-5504FB75FB3E}"/>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01064090-7E16-1B67-58DC-F0F1A599B78E}"/>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DE6AA0F2-1EA2-8EE0-5973-F14FA1FF4EB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175378300"/>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 Col Light Purple">
    <p:bg>
      <p:bgPr>
        <a:solidFill>
          <a:srgbClr val="EDCC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3E88FDF8-3DE4-309C-C75C-D8C6984A1EE6}"/>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959E68AB-4D85-CC4B-91F4-99DD00BEC89A}"/>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DDBC1F0B-9AEA-927E-2A12-D623B4C5E32E}"/>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627509066"/>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28365807-71CB-01E7-FCA6-0290AC189FA1}"/>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2" y="1554480"/>
            <a:ext cx="5356225" cy="4617720"/>
          </a:xfrm>
        </p:spPr>
        <p:txBody>
          <a:bodyPr/>
          <a:lstStyle>
            <a:lvl2pPr>
              <a:defRPr/>
            </a:lvl2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2"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C7133D10-38A0-E9A1-127C-FA1363758B5C}"/>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522526988"/>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DE6EFFD6-2BCA-A3D2-382D-EF991ABB2991}"/>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8685"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554480"/>
            <a:ext cx="3447288"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1" y="1554480"/>
            <a:ext cx="3443288"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3">
            <a:extLst>
              <a:ext uri="{FF2B5EF4-FFF2-40B4-BE49-F238E27FC236}">
                <a16:creationId xmlns:a16="http://schemas.microsoft.com/office/drawing/2014/main" id="{5B2221D2-B986-6900-86CC-BCEB55DED077}"/>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2428579"/>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63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BF014CA0-1869-FF65-94DE-81CD83B5712F}"/>
              </a:ext>
            </a:extLst>
          </p:cNvPr>
          <p:cNvSpPr>
            <a:spLocks noGrp="1"/>
          </p:cNvSpPr>
          <p:nvPr>
            <p:ph type="body" sz="quarter" idx="16"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78152"/>
            <a:ext cx="2487168" cy="459404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1"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9"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7"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1" name="Date Placeholder 3">
            <a:extLst>
              <a:ext uri="{FF2B5EF4-FFF2-40B4-BE49-F238E27FC236}">
                <a16:creationId xmlns:a16="http://schemas.microsoft.com/office/drawing/2014/main" id="{1E9C0B0F-9A8F-2E21-C7B4-CCC1FDFB6A81}"/>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87798105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24pt</a:t>
            </a:r>
          </a:p>
        </p:txBody>
      </p:sp>
      <p:sp>
        <p:nvSpPr>
          <p:cNvPr id="4" name="Text Placeholder 2">
            <a:extLst>
              <a:ext uri="{FF2B5EF4-FFF2-40B4-BE49-F238E27FC236}">
                <a16:creationId xmlns:a16="http://schemas.microsoft.com/office/drawing/2014/main" id="{D83D55D1-91B9-F3B6-0B79-E0B83AEE276D}"/>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1" y="1554480"/>
            <a:ext cx="110886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fortress_black_logo">
            <a:extLst>
              <a:ext uri="{FF2B5EF4-FFF2-40B4-BE49-F238E27FC236}">
                <a16:creationId xmlns:a16="http://schemas.microsoft.com/office/drawing/2014/main" id="{04666A49-5189-73B1-810C-0B2ABAA70C30}"/>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0" name="Date Placeholder 3">
            <a:extLst>
              <a:ext uri="{FF2B5EF4-FFF2-40B4-BE49-F238E27FC236}">
                <a16:creationId xmlns:a16="http://schemas.microsoft.com/office/drawing/2014/main" id="{A9887F13-CB11-4E82-6C70-E6BBB1AF034A}"/>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35391578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24pt</a:t>
            </a:r>
          </a:p>
        </p:txBody>
      </p:sp>
      <p:sp>
        <p:nvSpPr>
          <p:cNvPr id="8" name="Text Placeholder 2">
            <a:extLst>
              <a:ext uri="{FF2B5EF4-FFF2-40B4-BE49-F238E27FC236}">
                <a16:creationId xmlns:a16="http://schemas.microsoft.com/office/drawing/2014/main" id="{487DD921-D00D-4F59-D967-0EC39655C179}"/>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2" y="1554480"/>
            <a:ext cx="535622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8" y="1554480"/>
            <a:ext cx="5357811"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fortress_black_logo">
            <a:extLst>
              <a:ext uri="{FF2B5EF4-FFF2-40B4-BE49-F238E27FC236}">
                <a16:creationId xmlns:a16="http://schemas.microsoft.com/office/drawing/2014/main" id="{260A0F17-BDF2-5E55-52BE-320E44785DEC}"/>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1" name="Date Placeholder 3">
            <a:extLst>
              <a:ext uri="{FF2B5EF4-FFF2-40B4-BE49-F238E27FC236}">
                <a16:creationId xmlns:a16="http://schemas.microsoft.com/office/drawing/2014/main" id="{3C1C3156-0F2C-0A86-2B25-FEBAEEE82154}"/>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95079624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24pt</a:t>
            </a:r>
          </a:p>
        </p:txBody>
      </p:sp>
      <p:sp>
        <p:nvSpPr>
          <p:cNvPr id="9" name="Text Placeholder 2">
            <a:extLst>
              <a:ext uri="{FF2B5EF4-FFF2-40B4-BE49-F238E27FC236}">
                <a16:creationId xmlns:a16="http://schemas.microsoft.com/office/drawing/2014/main" id="{7CA6F943-6475-2985-9120-928F3CCE0BEF}"/>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5"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fortress_black_logo">
            <a:extLst>
              <a:ext uri="{FF2B5EF4-FFF2-40B4-BE49-F238E27FC236}">
                <a16:creationId xmlns:a16="http://schemas.microsoft.com/office/drawing/2014/main" id="{2DDAE192-6E11-F82D-C2A8-E1846450E442}"/>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2" name="Date Placeholder 3">
            <a:extLst>
              <a:ext uri="{FF2B5EF4-FFF2-40B4-BE49-F238E27FC236}">
                <a16:creationId xmlns:a16="http://schemas.microsoft.com/office/drawing/2014/main" id="{55031590-B68D-97B5-C2E8-8CB850AF1BA8}"/>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650197411"/>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24pt</a:t>
            </a:r>
          </a:p>
        </p:txBody>
      </p:sp>
      <p:sp>
        <p:nvSpPr>
          <p:cNvPr id="10" name="Text Placeholder 2">
            <a:extLst>
              <a:ext uri="{FF2B5EF4-FFF2-40B4-BE49-F238E27FC236}">
                <a16:creationId xmlns:a16="http://schemas.microsoft.com/office/drawing/2014/main" id="{EF4A7690-D1D5-EB1B-5DB0-91456981AEDF}"/>
              </a:ext>
            </a:extLst>
          </p:cNvPr>
          <p:cNvSpPr>
            <a:spLocks noGrp="1"/>
          </p:cNvSpPr>
          <p:nvPr>
            <p:ph type="body" sz="quarter" idx="16"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16" name="Content Placeholder 2">
            <a:extLst>
              <a:ext uri="{FF2B5EF4-FFF2-40B4-BE49-F238E27FC236}">
                <a16:creationId xmlns:a16="http://schemas.microsoft.com/office/drawing/2014/main" id="{E5CD8E63-7720-EC4A-80C0-DDBD1A0782F3}"/>
              </a:ext>
            </a:extLst>
          </p:cNvPr>
          <p:cNvSpPr>
            <a:spLocks noGrp="1"/>
          </p:cNvSpPr>
          <p:nvPr>
            <p:ph sz="half" idx="1" hasCustomPrompt="1"/>
          </p:nvPr>
        </p:nvSpPr>
        <p:spPr>
          <a:xfrm>
            <a:off x="548640" y="1578152"/>
            <a:ext cx="2487168" cy="459404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7" name="Content Placeholder 3">
            <a:extLst>
              <a:ext uri="{FF2B5EF4-FFF2-40B4-BE49-F238E27FC236}">
                <a16:creationId xmlns:a16="http://schemas.microsoft.com/office/drawing/2014/main" id="{0DE9B674-CB3F-8C94-7618-67CF8F49A2D1}"/>
              </a:ext>
            </a:extLst>
          </p:cNvPr>
          <p:cNvSpPr>
            <a:spLocks noGrp="1"/>
          </p:cNvSpPr>
          <p:nvPr>
            <p:ph sz="half" idx="2" hasCustomPrompt="1"/>
          </p:nvPr>
        </p:nvSpPr>
        <p:spPr>
          <a:xfrm>
            <a:off x="3409951"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8" name="Content Placeholder 4">
            <a:extLst>
              <a:ext uri="{FF2B5EF4-FFF2-40B4-BE49-F238E27FC236}">
                <a16:creationId xmlns:a16="http://schemas.microsoft.com/office/drawing/2014/main" id="{36682D4F-D08D-AFE7-ABD7-E8A13393AE11}"/>
              </a:ext>
            </a:extLst>
          </p:cNvPr>
          <p:cNvSpPr>
            <a:spLocks noGrp="1"/>
          </p:cNvSpPr>
          <p:nvPr>
            <p:ph sz="half" idx="13" hasCustomPrompt="1"/>
          </p:nvPr>
        </p:nvSpPr>
        <p:spPr>
          <a:xfrm>
            <a:off x="6281739"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9" name="Content Placeholder 5">
            <a:extLst>
              <a:ext uri="{FF2B5EF4-FFF2-40B4-BE49-F238E27FC236}">
                <a16:creationId xmlns:a16="http://schemas.microsoft.com/office/drawing/2014/main" id="{BFCB0896-CEB5-47FD-253D-40ECC125F195}"/>
              </a:ext>
            </a:extLst>
          </p:cNvPr>
          <p:cNvSpPr>
            <a:spLocks noGrp="1"/>
          </p:cNvSpPr>
          <p:nvPr>
            <p:ph sz="half" idx="14" hasCustomPrompt="1"/>
          </p:nvPr>
        </p:nvSpPr>
        <p:spPr>
          <a:xfrm>
            <a:off x="9153527"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20" name="fortress_black_logo">
            <a:extLst>
              <a:ext uri="{FF2B5EF4-FFF2-40B4-BE49-F238E27FC236}">
                <a16:creationId xmlns:a16="http://schemas.microsoft.com/office/drawing/2014/main" id="{E02251DE-2C3C-F68D-66D3-728CB8AD3610}"/>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21" name="Date Placeholder 3">
            <a:extLst>
              <a:ext uri="{FF2B5EF4-FFF2-40B4-BE49-F238E27FC236}">
                <a16:creationId xmlns:a16="http://schemas.microsoft.com/office/drawing/2014/main" id="{E6CCE2A4-433F-5B1B-8EC1-CEFFE7EDE2EE}"/>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71791391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7200"/>
            <a:ext cx="4892040" cy="822960"/>
          </a:xfrm>
        </p:spPr>
        <p:txBody>
          <a:bodyPr anchor="t"/>
          <a:lstStyle>
            <a:lvl1pPr>
              <a:defRPr/>
            </a:lvl1pPr>
          </a:lstStyle>
          <a:p>
            <a:r>
              <a:rPr lang="en-US"/>
              <a:t>Title text, </a:t>
            </a:r>
            <a:br>
              <a:rPr lang="en-US"/>
            </a:br>
            <a:r>
              <a:rPr lang="en-US"/>
              <a:t>24pt</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1" y="1554480"/>
            <a:ext cx="4892040" cy="4617720"/>
          </a:xfrm>
        </p:spPr>
        <p:txBody>
          <a:bodyPr/>
          <a:lstStyle>
            <a:lvl5pPr>
              <a:spcBef>
                <a:spcPts val="600"/>
              </a:spcBef>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457200"/>
            <a:ext cx="5545139" cy="5715000"/>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Date Placeholder 3">
            <a:extLst>
              <a:ext uri="{FF2B5EF4-FFF2-40B4-BE49-F238E27FC236}">
                <a16:creationId xmlns:a16="http://schemas.microsoft.com/office/drawing/2014/main" id="{1666F368-0C64-9088-3021-6B35AC6B0D12}"/>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57768577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457200"/>
            <a:ext cx="5543551" cy="5715000"/>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7200"/>
            <a:ext cx="4892040" cy="822960"/>
          </a:xfrm>
        </p:spPr>
        <p:txBody>
          <a:bodyPr anchor="t"/>
          <a:lstStyle>
            <a:lvl1pPr>
              <a:defRPr/>
            </a:lvl1pPr>
          </a:lstStyle>
          <a:p>
            <a:r>
              <a:rPr lang="en-US"/>
              <a:t>Title text, </a:t>
            </a:r>
            <a:br>
              <a:rPr lang="en-US"/>
            </a:br>
            <a:r>
              <a:rPr lang="en-US"/>
              <a:t>24pt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554480"/>
            <a:ext cx="489204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3" name="Date Placeholder 3">
            <a:extLst>
              <a:ext uri="{FF2B5EF4-FFF2-40B4-BE49-F238E27FC236}">
                <a16:creationId xmlns:a16="http://schemas.microsoft.com/office/drawing/2014/main" id="{E6D4D2A3-2FC6-D031-2B04-CD1D95898293}"/>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803693202"/>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50"/>
            <a:ext cx="5547360" cy="5241851"/>
          </a:xfrm>
        </p:spPr>
        <p:txBody>
          <a:bodyPr anchor="t"/>
          <a:lstStyle>
            <a:lvl1pPr>
              <a:defRPr sz="3600">
                <a:solidFill>
                  <a:schemeClr val="tx1"/>
                </a:solidFill>
              </a:defRPr>
            </a:lvl1pPr>
          </a:lstStyle>
          <a:p>
            <a:r>
              <a:rPr lang="en-US"/>
              <a:t>Title text, 36pt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900"/>
              </a:spcBef>
              <a:buNone/>
              <a:defRPr sz="1600" b="0"/>
            </a:lvl1pPr>
            <a:lvl2pPr marL="137160" indent="-137160">
              <a:spcBef>
                <a:spcPts val="450"/>
              </a:spcBef>
              <a:buFont typeface="Arial" panose="020B0604020202020204" pitchFamily="34" charset="0"/>
              <a:buChar char="•"/>
              <a:defRPr sz="1400"/>
            </a:lvl2pPr>
            <a:lvl3pPr marL="274320" indent="-137160">
              <a:spcBef>
                <a:spcPts val="450"/>
              </a:spcBef>
              <a:buFont typeface="Arial" panose="020B0604020202020204" pitchFamily="34" charset="0"/>
              <a:buChar char="–"/>
              <a:defRPr sz="1200"/>
            </a:lvl3pPr>
            <a:lvl4pPr marL="411480" indent="-137160">
              <a:spcBef>
                <a:spcPts val="450"/>
              </a:spcBef>
              <a:buFont typeface="Arial" panose="020B0604020202020204" pitchFamily="34" charset="0"/>
              <a:buChar char="•"/>
              <a:defRPr sz="1100"/>
            </a:lvl4pPr>
            <a:lvl5pPr marL="548640" indent="-137160">
              <a:spcBef>
                <a:spcPts val="450"/>
              </a:spcBef>
              <a:buFont typeface="Arial" panose="020B0604020202020204" pitchFamily="34" charset="0"/>
              <a:buChar char="–"/>
              <a:defRPr sz="1100"/>
            </a:lvl5pPr>
          </a:lstStyle>
          <a:p>
            <a:pPr lvl="0"/>
            <a:r>
              <a:rPr lang="en-US"/>
              <a:t>First level, reg 16pt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7" name="Date Placeholder 3">
            <a:extLst>
              <a:ext uri="{FF2B5EF4-FFF2-40B4-BE49-F238E27FC236}">
                <a16:creationId xmlns:a16="http://schemas.microsoft.com/office/drawing/2014/main" id="{6E36C5EA-B57B-2150-F10E-A52EF44354C4}"/>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027304726"/>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1" y="930348"/>
            <a:ext cx="4892040" cy="5241852"/>
          </a:xfrm>
        </p:spPr>
        <p:txBody>
          <a:bodyPr anchor="t"/>
          <a:lstStyle>
            <a:lvl1pPr>
              <a:defRPr sz="3600">
                <a:solidFill>
                  <a:schemeClr val="bg1"/>
                </a:solidFill>
              </a:defRPr>
            </a:lvl1pPr>
          </a:lstStyle>
          <a:p>
            <a:r>
              <a:rPr lang="en-US"/>
              <a:t>Title text, 36pt</a:t>
            </a:r>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2" y="0"/>
            <a:ext cx="6092951" cy="6858000"/>
          </a:xfrm>
        </p:spPr>
        <p:txBody>
          <a:bodyPr lIns="182880" tIns="182880" rIns="0"/>
          <a:lstStyle>
            <a:lvl1pPr>
              <a:defRPr>
                <a:solidFill>
                  <a:schemeClr val="bg1"/>
                </a:solidFill>
              </a:defRPr>
            </a:lvl1pPr>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fortress_black_logo">
            <a:extLst>
              <a:ext uri="{FF2B5EF4-FFF2-40B4-BE49-F238E27FC236}">
                <a16:creationId xmlns:a16="http://schemas.microsoft.com/office/drawing/2014/main" id="{63F9AC59-AC3E-D495-F1F1-DA154CD70F96}"/>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8" name="Date Placeholder 3">
            <a:extLst>
              <a:ext uri="{FF2B5EF4-FFF2-40B4-BE49-F238E27FC236}">
                <a16:creationId xmlns:a16="http://schemas.microsoft.com/office/drawing/2014/main" id="{112601EC-FB80-83D7-36FB-01EE6A02769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541337980"/>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nchor="t"/>
          <a:lstStyle>
            <a:lvl1pPr>
              <a:defRPr sz="3600">
                <a:solidFill>
                  <a:schemeClr val="tx1"/>
                </a:solidFill>
              </a:defRPr>
            </a:lvl1pPr>
          </a:lstStyle>
          <a:p>
            <a:r>
              <a:rPr lang="en-US"/>
              <a:t>Title text, 36pt</a:t>
            </a:r>
          </a:p>
        </p:txBody>
      </p:sp>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6" y="0"/>
            <a:ext cx="6099047" cy="6858000"/>
          </a:xfrm>
        </p:spPr>
        <p:txBody>
          <a:bodyPr lIns="182880" tIns="182880" rIns="0"/>
          <a:lstStyle>
            <a:lvl1pPr>
              <a:defRPr>
                <a:solidFill>
                  <a:schemeClr val="tx1"/>
                </a:solidFill>
              </a:defRPr>
            </a:lvl1pPr>
          </a:lstStyle>
          <a:p>
            <a:r>
              <a:rPr lang="en-US"/>
              <a:t>Click icon to add picture</a:t>
            </a:r>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3" name="Date Placeholder 3">
            <a:extLst>
              <a:ext uri="{FF2B5EF4-FFF2-40B4-BE49-F238E27FC236}">
                <a16:creationId xmlns:a16="http://schemas.microsoft.com/office/drawing/2014/main" id="{C26F06FA-4DA4-B34B-5E2E-1BF04B11D4E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527788958"/>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2025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2" y="932688"/>
            <a:ext cx="5356225" cy="5239512"/>
          </a:xfrm>
        </p:spPr>
        <p:txBody>
          <a:bodyPr anchor="t"/>
          <a:lstStyle>
            <a:lvl1pPr>
              <a:defRPr sz="3600">
                <a:solidFill>
                  <a:schemeClr val="bg1"/>
                </a:solidFill>
              </a:defRPr>
            </a:lvl1pPr>
          </a:lstStyle>
          <a:p>
            <a:r>
              <a:rPr lang="en-US"/>
              <a:t>Title text, 36pt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9" y="1033272"/>
            <a:ext cx="4892040" cy="5138928"/>
          </a:xfrm>
        </p:spPr>
        <p:txBody>
          <a:bodyPr/>
          <a:lstStyle>
            <a:lvl1pPr marL="0" indent="0">
              <a:spcBef>
                <a:spcPts val="900"/>
              </a:spcBef>
              <a:buNone/>
              <a:defRPr sz="1600" b="0"/>
            </a:lvl1pPr>
            <a:lvl2pPr marL="137160" indent="-137160">
              <a:spcBef>
                <a:spcPts val="450"/>
              </a:spcBef>
              <a:buFont typeface="Arial" panose="020B0604020202020204" pitchFamily="34" charset="0"/>
              <a:buChar char="•"/>
              <a:defRPr sz="1400" b="0"/>
            </a:lvl2pPr>
            <a:lvl3pPr marL="274320" indent="-137160">
              <a:spcBef>
                <a:spcPts val="450"/>
              </a:spcBef>
              <a:buFont typeface="Arial" panose="020B0604020202020204" pitchFamily="34" charset="0"/>
              <a:buChar char="–"/>
              <a:defRPr sz="1200"/>
            </a:lvl3pPr>
            <a:lvl4pPr marL="411480" indent="-137160">
              <a:spcBef>
                <a:spcPts val="450"/>
              </a:spcBef>
              <a:buFont typeface="Arial" panose="020B0604020202020204" pitchFamily="34" charset="0"/>
              <a:buChar char="•"/>
              <a:defRPr sz="1100"/>
            </a:lvl4pPr>
            <a:lvl5pPr marL="548640" indent="-137160">
              <a:spcBef>
                <a:spcPts val="450"/>
              </a:spcBef>
              <a:buFont typeface="Arial" panose="020B0604020202020204" pitchFamily="34" charset="0"/>
              <a:buChar char="–"/>
              <a:defRPr sz="1100"/>
            </a:lvl5pPr>
          </a:lstStyle>
          <a:p>
            <a:pPr lvl="0"/>
            <a:r>
              <a:rPr lang="en-US"/>
              <a:t>First level, reg 16pt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6" name="fortress_black_logo">
            <a:extLst>
              <a:ext uri="{FF2B5EF4-FFF2-40B4-BE49-F238E27FC236}">
                <a16:creationId xmlns:a16="http://schemas.microsoft.com/office/drawing/2014/main" id="{2820868E-3A55-8E55-7511-D3749563B8A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10" name="Date Placeholder 3">
            <a:extLst>
              <a:ext uri="{FF2B5EF4-FFF2-40B4-BE49-F238E27FC236}">
                <a16:creationId xmlns:a16="http://schemas.microsoft.com/office/drawing/2014/main" id="{93494933-DF81-8707-612B-D098EF5F211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26257034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2" y="0"/>
            <a:ext cx="6092951" cy="6858000"/>
          </a:xfrm>
        </p:spPr>
        <p:txBody>
          <a:bodyPr lIns="182880" tIns="182880" rIns="0"/>
          <a:lstStyle>
            <a:lvl1pPr>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9" y="457200"/>
            <a:ext cx="4892040" cy="822960"/>
          </a:xfrm>
        </p:spPr>
        <p:txBody>
          <a:bodyPr anchor="t"/>
          <a:lstStyle>
            <a:lvl1pPr>
              <a:defRPr>
                <a:solidFill>
                  <a:schemeClr val="bg1"/>
                </a:solidFill>
              </a:defRPr>
            </a:lvl1pPr>
          </a:lstStyle>
          <a:p>
            <a:r>
              <a:rPr lang="en-US"/>
              <a:t>Title text, </a:t>
            </a:r>
            <a:br>
              <a:rPr lang="en-US"/>
            </a:br>
            <a:r>
              <a:rPr lang="en-US"/>
              <a:t>24pt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4" y="1554480"/>
            <a:ext cx="489267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black_logo">
            <a:extLst>
              <a:ext uri="{FF2B5EF4-FFF2-40B4-BE49-F238E27FC236}">
                <a16:creationId xmlns:a16="http://schemas.microsoft.com/office/drawing/2014/main" id="{B56BA270-93E5-5362-C288-3D00935E5457}"/>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3" name="Date Placeholder 3">
            <a:extLst>
              <a:ext uri="{FF2B5EF4-FFF2-40B4-BE49-F238E27FC236}">
                <a16:creationId xmlns:a16="http://schemas.microsoft.com/office/drawing/2014/main" id="{1978FC68-69A3-FB30-A69E-8DE6C6FD8522}"/>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362660907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2" y="0"/>
            <a:ext cx="6092951" cy="6858000"/>
          </a:xfrm>
        </p:spPr>
        <p:txBody>
          <a:bodyPr lIns="182880" tIns="182880" rIns="0"/>
          <a:lstStyle>
            <a:lvl1pPr>
              <a:defRPr>
                <a:solidFill>
                  <a:schemeClr val="tx1"/>
                </a:solidFill>
              </a:defRPr>
            </a:lvl1pPr>
          </a:lstStyle>
          <a:p>
            <a:r>
              <a:rPr lang="en-US"/>
              <a:t>Click icon to add picture</a:t>
            </a:r>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7" y="457200"/>
            <a:ext cx="4892041" cy="822960"/>
          </a:xfrm>
        </p:spPr>
        <p:txBody>
          <a:bodyPr anchor="t"/>
          <a:lstStyle>
            <a:lvl1pPr>
              <a:defRPr/>
            </a:lvl1pPr>
          </a:lstStyle>
          <a:p>
            <a:r>
              <a:rPr lang="en-US"/>
              <a:t>Title text, </a:t>
            </a:r>
            <a:br>
              <a:rPr lang="en-US"/>
            </a:br>
            <a:r>
              <a:rPr lang="en-US"/>
              <a:t>24pt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1554480"/>
            <a:ext cx="4892043"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fortress_black_logo">
            <a:extLst>
              <a:ext uri="{FF2B5EF4-FFF2-40B4-BE49-F238E27FC236}">
                <a16:creationId xmlns:a16="http://schemas.microsoft.com/office/drawing/2014/main" id="{82C7DAFD-4CFB-55A2-312F-63BA3CA6BD6D}"/>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3" name="Date Placeholder 3">
            <a:extLst>
              <a:ext uri="{FF2B5EF4-FFF2-40B4-BE49-F238E27FC236}">
                <a16:creationId xmlns:a16="http://schemas.microsoft.com/office/drawing/2014/main" id="{3D5BE072-B4EF-5ADF-47A3-33C37A987064}"/>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42822523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1" y="457200"/>
            <a:ext cx="5360035" cy="822960"/>
          </a:xfrm>
        </p:spPr>
        <p:txBody>
          <a:bodyPr anchor="t"/>
          <a:lstStyle>
            <a:lvl1pPr>
              <a:defRPr>
                <a:solidFill>
                  <a:schemeClr val="bg1"/>
                </a:solidFill>
              </a:defRPr>
            </a:lvl1pPr>
          </a:lstStyle>
          <a:p>
            <a:r>
              <a:rPr lang="en-US"/>
              <a:t>Title text, </a:t>
            </a:r>
            <a:br>
              <a:rPr lang="en-US"/>
            </a:br>
            <a:r>
              <a:rPr lang="en-US"/>
              <a:t>24pt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50" y="1554480"/>
            <a:ext cx="5356225" cy="4617720"/>
          </a:xfrm>
        </p:spPr>
        <p:txBody>
          <a:bodyPr/>
          <a:lstStyle>
            <a:lvl1pPr>
              <a:defRPr sz="14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4480"/>
            <a:ext cx="4892040" cy="4617720"/>
          </a:xfrm>
        </p:spPr>
        <p:txBody>
          <a:bodyPr/>
          <a:lstStyle>
            <a:lvl1pPr>
              <a:defRPr sz="1400"/>
            </a:lvl1pPr>
            <a:lvl2pPr>
              <a:defRPr sz="1400"/>
            </a:lvl2pPr>
            <a:lvl3pPr>
              <a:defRPr sz="1200"/>
            </a:lvl3pPr>
            <a:lvl4pPr>
              <a:defRPr sz="1100"/>
            </a:lvl4pPr>
            <a:lvl5pPr>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2" name="fortress_black_logo">
            <a:extLst>
              <a:ext uri="{FF2B5EF4-FFF2-40B4-BE49-F238E27FC236}">
                <a16:creationId xmlns:a16="http://schemas.microsoft.com/office/drawing/2014/main" id="{55F700B2-2BAA-4AF3-C252-DFC4662D25CF}"/>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7" name="Date Placeholder 3">
            <a:extLst>
              <a:ext uri="{FF2B5EF4-FFF2-40B4-BE49-F238E27FC236}">
                <a16:creationId xmlns:a16="http://schemas.microsoft.com/office/drawing/2014/main" id="{2C6C909A-A396-5CC2-E4DE-6541764D2911}"/>
              </a:ext>
              <a:ext uri="{C183D7F6-B498-43B3-948B-1728B52AA6E4}">
                <adec:decorative xmlns:adec="http://schemas.microsoft.com/office/drawing/2017/decorative" val="0"/>
              </a:ext>
            </a:extLst>
          </p:cNvPr>
          <p:cNvSpPr>
            <a:spLocks noGrp="1"/>
          </p:cNvSpPr>
          <p:nvPr>
            <p:ph type="dt" sz="half" idx="13"/>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28091370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1" y="457200"/>
            <a:ext cx="4892040" cy="822960"/>
          </a:xfrm>
        </p:spPr>
        <p:txBody>
          <a:bodyPr anchor="t"/>
          <a:lstStyle>
            <a:lvl1pPr>
              <a:defRPr>
                <a:solidFill>
                  <a:schemeClr val="bg1"/>
                </a:solidFill>
              </a:defRPr>
            </a:lvl1pPr>
          </a:lstStyle>
          <a:p>
            <a:r>
              <a:rPr lang="en-US"/>
              <a:t>Title text, </a:t>
            </a:r>
            <a:br>
              <a:rPr lang="en-US"/>
            </a:br>
            <a:r>
              <a:rPr lang="en-US"/>
              <a:t>24pt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1" y="1554480"/>
            <a:ext cx="4892040"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fortress_black_logo">
            <a:extLst>
              <a:ext uri="{FF2B5EF4-FFF2-40B4-BE49-F238E27FC236}">
                <a16:creationId xmlns:a16="http://schemas.microsoft.com/office/drawing/2014/main" id="{298B59CF-B411-668D-B913-F2E95C75F605}"/>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6" name="Date Placeholder 3">
            <a:extLst>
              <a:ext uri="{FF2B5EF4-FFF2-40B4-BE49-F238E27FC236}">
                <a16:creationId xmlns:a16="http://schemas.microsoft.com/office/drawing/2014/main" id="{4C1D7FB0-31D1-022B-820F-B78423AFC3E7}"/>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1014048756"/>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70406C-6346-7F11-8DC2-FE6340A3FC7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gray">
          <a:xfrm>
            <a:off x="1" y="0"/>
            <a:ext cx="12189532" cy="6858000"/>
          </a:xfrm>
          <a:prstGeom prst="rect">
            <a:avLst/>
          </a:prstGeom>
        </p:spPr>
      </p:pic>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5" name="Text Placeholder 4">
            <a:extLst>
              <a:ext uri="{FF2B5EF4-FFF2-40B4-BE49-F238E27FC236}">
                <a16:creationId xmlns:a16="http://schemas.microsoft.com/office/drawing/2014/main" id="{2E336FFA-AF8D-F072-CA48-2F0A65D21031}"/>
              </a:ext>
            </a:extLst>
          </p:cNvPr>
          <p:cNvSpPr>
            <a:spLocks noGrp="1"/>
          </p:cNvSpPr>
          <p:nvPr>
            <p:ph type="body" sz="quarter" idx="14" hasCustomPrompt="1"/>
          </p:nvPr>
        </p:nvSpPr>
        <p:spPr>
          <a:xfrm>
            <a:off x="552451" y="630936"/>
            <a:ext cx="6364224" cy="301752"/>
          </a:xfrm>
        </p:spPr>
        <p:txBody>
          <a:bodyPr/>
          <a:lstStyle>
            <a:lvl1pPr>
              <a:defRPr/>
            </a:lvl1pPr>
          </a:lstStyle>
          <a:p>
            <a:pPr lvl="0"/>
            <a:r>
              <a:rPr lang="en-US"/>
              <a:t>Explore Equinix</a:t>
            </a:r>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3600">
                <a:solidFill>
                  <a:schemeClr val="tx1"/>
                </a:solidFill>
              </a:defRPr>
            </a:lvl1pPr>
          </a:lstStyle>
          <a:p>
            <a:r>
              <a:rPr lang="en-US"/>
              <a:t>Statement, 36pt</a:t>
            </a:r>
          </a:p>
        </p:txBody>
      </p:sp>
      <p:sp>
        <p:nvSpPr>
          <p:cNvPr id="4" name="Date Placeholder 3">
            <a:extLst>
              <a:ext uri="{FF2B5EF4-FFF2-40B4-BE49-F238E27FC236}">
                <a16:creationId xmlns:a16="http://schemas.microsoft.com/office/drawing/2014/main" id="{670D0038-872E-9F97-49B8-3014D0AF543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
        <p:nvSpPr>
          <p:cNvPr id="3" name="fortress_black_logo">
            <a:extLst>
              <a:ext uri="{FF2B5EF4-FFF2-40B4-BE49-F238E27FC236}">
                <a16:creationId xmlns:a16="http://schemas.microsoft.com/office/drawing/2014/main" id="{C0B75C77-E192-A8EA-4915-A8D29CBD0CDD}"/>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137558798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tx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04FB18-8EEF-7EDF-B1E4-508641D0A3DD}"/>
              </a:ext>
              <a:ext uri="{C183D7F6-B498-43B3-948B-1728B52AA6E4}">
                <adec:decorative xmlns:adec="http://schemas.microsoft.com/office/drawing/2017/decorative" val="1"/>
              </a:ext>
            </a:extLst>
          </p:cNvPr>
          <p:cNvSpPr/>
          <p:nvPr userDrawn="1"/>
        </p:nvSpPr>
        <p:spPr bwMode="invGray">
          <a:xfrm>
            <a:off x="5605589" y="78356"/>
            <a:ext cx="6586411" cy="6596391"/>
          </a:xfrm>
          <a:custGeom>
            <a:avLst/>
            <a:gdLst>
              <a:gd name="connsiteX0" fmla="*/ 6586411 w 6586410"/>
              <a:gd name="connsiteY0" fmla="*/ 394562 h 6596391"/>
              <a:gd name="connsiteX1" fmla="*/ 6095905 w 6586410"/>
              <a:gd name="connsiteY1" fmla="*/ 573086 h 6596391"/>
              <a:gd name="connsiteX2" fmla="*/ 6092907 w 6586410"/>
              <a:gd name="connsiteY2" fmla="*/ 577353 h 6596391"/>
              <a:gd name="connsiteX3" fmla="*/ 6092907 w 6586410"/>
              <a:gd name="connsiteY3" fmla="*/ 577353 h 6596391"/>
              <a:gd name="connsiteX4" fmla="*/ 6092907 w 6586410"/>
              <a:gd name="connsiteY4" fmla="*/ 1003781 h 6596391"/>
              <a:gd name="connsiteX5" fmla="*/ 6095899 w 6586410"/>
              <a:gd name="connsiteY5" fmla="*/ 1002695 h 6596391"/>
              <a:gd name="connsiteX6" fmla="*/ 6097454 w 6586410"/>
              <a:gd name="connsiteY6" fmla="*/ 1002416 h 6596391"/>
              <a:gd name="connsiteX7" fmla="*/ 6095905 w 6586410"/>
              <a:gd name="connsiteY7" fmla="*/ 1002695 h 6596391"/>
              <a:gd name="connsiteX8" fmla="*/ 5507311 w 6586410"/>
              <a:gd name="connsiteY8" fmla="*/ 1216931 h 6596391"/>
              <a:gd name="connsiteX9" fmla="*/ 5507298 w 6586410"/>
              <a:gd name="connsiteY9" fmla="*/ 1216931 h 6596391"/>
              <a:gd name="connsiteX10" fmla="*/ 4918729 w 6586410"/>
              <a:gd name="connsiteY10" fmla="*/ 1002695 h 6596391"/>
              <a:gd name="connsiteX11" fmla="*/ 4915624 w 6586410"/>
              <a:gd name="connsiteY11" fmla="*/ 1002695 h 6596391"/>
              <a:gd name="connsiteX12" fmla="*/ 4331583 w 6586410"/>
              <a:gd name="connsiteY12" fmla="*/ 1215274 h 6596391"/>
              <a:gd name="connsiteX13" fmla="*/ 4331583 w 6586410"/>
              <a:gd name="connsiteY13" fmla="*/ 792161 h 6596391"/>
              <a:gd name="connsiteX14" fmla="*/ 4328586 w 6586410"/>
              <a:gd name="connsiteY14" fmla="*/ 787894 h 6596391"/>
              <a:gd name="connsiteX15" fmla="*/ 3738448 w 6586410"/>
              <a:gd name="connsiteY15" fmla="*/ 573086 h 6596391"/>
              <a:gd name="connsiteX16" fmla="*/ 3735336 w 6586410"/>
              <a:gd name="connsiteY16" fmla="*/ 573086 h 6596391"/>
              <a:gd name="connsiteX17" fmla="*/ 3145200 w 6586410"/>
              <a:gd name="connsiteY17" fmla="*/ 787881 h 6596391"/>
              <a:gd name="connsiteX18" fmla="*/ 3142196 w 6586410"/>
              <a:gd name="connsiteY18" fmla="*/ 792155 h 6596391"/>
              <a:gd name="connsiteX19" fmla="*/ 3142196 w 6586410"/>
              <a:gd name="connsiteY19" fmla="*/ 1215268 h 6596391"/>
              <a:gd name="connsiteX20" fmla="*/ 3148298 w 6586410"/>
              <a:gd name="connsiteY20" fmla="*/ 1217490 h 6596391"/>
              <a:gd name="connsiteX21" fmla="*/ 3151295 w 6586410"/>
              <a:gd name="connsiteY21" fmla="*/ 1221764 h 6596391"/>
              <a:gd name="connsiteX22" fmla="*/ 3151295 w 6586410"/>
              <a:gd name="connsiteY22" fmla="*/ 1221764 h 6596391"/>
              <a:gd name="connsiteX23" fmla="*/ 3148298 w 6586410"/>
              <a:gd name="connsiteY23" fmla="*/ 1217497 h 6596391"/>
              <a:gd name="connsiteX24" fmla="*/ 2558231 w 6586410"/>
              <a:gd name="connsiteY24" fmla="*/ 1002721 h 6596391"/>
              <a:gd name="connsiteX25" fmla="*/ 2558211 w 6586410"/>
              <a:gd name="connsiteY25" fmla="*/ 1002714 h 6596391"/>
              <a:gd name="connsiteX26" fmla="*/ 2558161 w 6586410"/>
              <a:gd name="connsiteY26" fmla="*/ 1002689 h 6596391"/>
              <a:gd name="connsiteX27" fmla="*/ 1971008 w 6586410"/>
              <a:gd name="connsiteY27" fmla="*/ 788980 h 6596391"/>
              <a:gd name="connsiteX28" fmla="*/ 1971008 w 6586410"/>
              <a:gd name="connsiteY28" fmla="*/ 362583 h 6596391"/>
              <a:gd name="connsiteX29" fmla="*/ 1971008 w 6586410"/>
              <a:gd name="connsiteY29" fmla="*/ 362545 h 6596391"/>
              <a:gd name="connsiteX30" fmla="*/ 1968017 w 6586410"/>
              <a:gd name="connsiteY30" fmla="*/ 358278 h 6596391"/>
              <a:gd name="connsiteX31" fmla="*/ 1558233 w 6586410"/>
              <a:gd name="connsiteY31" fmla="*/ 209123 h 6596391"/>
              <a:gd name="connsiteX32" fmla="*/ 1377880 w 6586410"/>
              <a:gd name="connsiteY32" fmla="*/ 143477 h 6596391"/>
              <a:gd name="connsiteX33" fmla="*/ 1376699 w 6586410"/>
              <a:gd name="connsiteY33" fmla="*/ 143267 h 6596391"/>
              <a:gd name="connsiteX34" fmla="*/ 1375518 w 6586410"/>
              <a:gd name="connsiteY34" fmla="*/ 143343 h 6596391"/>
              <a:gd name="connsiteX35" fmla="*/ 1374769 w 6586410"/>
              <a:gd name="connsiteY35" fmla="*/ 143477 h 6596391"/>
              <a:gd name="connsiteX36" fmla="*/ 982891 w 6586410"/>
              <a:gd name="connsiteY36" fmla="*/ 286104 h 6596391"/>
              <a:gd name="connsiteX37" fmla="*/ 799471 w 6586410"/>
              <a:gd name="connsiteY37" fmla="*/ 219340 h 6596391"/>
              <a:gd name="connsiteX38" fmla="*/ 1376318 w 6586410"/>
              <a:gd name="connsiteY38" fmla="*/ 9384 h 6596391"/>
              <a:gd name="connsiteX39" fmla="*/ 1953165 w 6586410"/>
              <a:gd name="connsiteY39" fmla="*/ 219340 h 6596391"/>
              <a:gd name="connsiteX40" fmla="*/ 1769739 w 6586410"/>
              <a:gd name="connsiteY40" fmla="*/ 286104 h 6596391"/>
              <a:gd name="connsiteX41" fmla="*/ 1783035 w 6586410"/>
              <a:gd name="connsiteY41" fmla="*/ 290943 h 6596391"/>
              <a:gd name="connsiteX42" fmla="*/ 1968011 w 6586410"/>
              <a:gd name="connsiteY42" fmla="*/ 223614 h 6596391"/>
              <a:gd name="connsiteX43" fmla="*/ 1971015 w 6586410"/>
              <a:gd name="connsiteY43" fmla="*/ 219340 h 6596391"/>
              <a:gd name="connsiteX44" fmla="*/ 1968011 w 6586410"/>
              <a:gd name="connsiteY44" fmla="*/ 215067 h 6596391"/>
              <a:gd name="connsiteX45" fmla="*/ 1377874 w 6586410"/>
              <a:gd name="connsiteY45" fmla="*/ 271 h 6596391"/>
              <a:gd name="connsiteX46" fmla="*/ 1374762 w 6586410"/>
              <a:gd name="connsiteY46" fmla="*/ 271 h 6596391"/>
              <a:gd name="connsiteX47" fmla="*/ 784625 w 6586410"/>
              <a:gd name="connsiteY47" fmla="*/ 215067 h 6596391"/>
              <a:gd name="connsiteX48" fmla="*/ 781628 w 6586410"/>
              <a:gd name="connsiteY48" fmla="*/ 219340 h 6596391"/>
              <a:gd name="connsiteX49" fmla="*/ 784625 w 6586410"/>
              <a:gd name="connsiteY49" fmla="*/ 223614 h 6596391"/>
              <a:gd name="connsiteX50" fmla="*/ 969601 w 6586410"/>
              <a:gd name="connsiteY50" fmla="*/ 290943 h 6596391"/>
              <a:gd name="connsiteX51" fmla="*/ 784625 w 6586410"/>
              <a:gd name="connsiteY51" fmla="*/ 358265 h 6596391"/>
              <a:gd name="connsiteX52" fmla="*/ 783514 w 6586410"/>
              <a:gd name="connsiteY52" fmla="*/ 358875 h 6596391"/>
              <a:gd name="connsiteX53" fmla="*/ 781723 w 6586410"/>
              <a:gd name="connsiteY53" fmla="*/ 361917 h 6596391"/>
              <a:gd name="connsiteX54" fmla="*/ 781628 w 6586410"/>
              <a:gd name="connsiteY54" fmla="*/ 362533 h 6596391"/>
              <a:gd name="connsiteX55" fmla="*/ 781628 w 6586410"/>
              <a:gd name="connsiteY55" fmla="*/ 792136 h 6596391"/>
              <a:gd name="connsiteX56" fmla="*/ 781964 w 6586410"/>
              <a:gd name="connsiteY56" fmla="*/ 793755 h 6596391"/>
              <a:gd name="connsiteX57" fmla="*/ 784625 w 6586410"/>
              <a:gd name="connsiteY57" fmla="*/ 796403 h 6596391"/>
              <a:gd name="connsiteX58" fmla="*/ 1374749 w 6586410"/>
              <a:gd name="connsiteY58" fmla="*/ 1011211 h 6596391"/>
              <a:gd name="connsiteX59" fmla="*/ 1374762 w 6586410"/>
              <a:gd name="connsiteY59" fmla="*/ 1011217 h 6596391"/>
              <a:gd name="connsiteX60" fmla="*/ 1374769 w 6586410"/>
              <a:gd name="connsiteY60" fmla="*/ 1011217 h 6596391"/>
              <a:gd name="connsiteX61" fmla="*/ 1964887 w 6586410"/>
              <a:gd name="connsiteY61" fmla="*/ 1226012 h 6596391"/>
              <a:gd name="connsiteX62" fmla="*/ 1964906 w 6586410"/>
              <a:gd name="connsiteY62" fmla="*/ 1226018 h 6596391"/>
              <a:gd name="connsiteX63" fmla="*/ 2543321 w 6586410"/>
              <a:gd name="connsiteY63" fmla="*/ 1436553 h 6596391"/>
              <a:gd name="connsiteX64" fmla="*/ 1964906 w 6586410"/>
              <a:gd name="connsiteY64" fmla="*/ 1647080 h 6596391"/>
              <a:gd name="connsiteX65" fmla="*/ 1964703 w 6586410"/>
              <a:gd name="connsiteY65" fmla="*/ 1647195 h 6596391"/>
              <a:gd name="connsiteX66" fmla="*/ 1964271 w 6586410"/>
              <a:gd name="connsiteY66" fmla="*/ 1647436 h 6596391"/>
              <a:gd name="connsiteX67" fmla="*/ 1963369 w 6586410"/>
              <a:gd name="connsiteY67" fmla="*/ 1648090 h 6596391"/>
              <a:gd name="connsiteX68" fmla="*/ 1963001 w 6586410"/>
              <a:gd name="connsiteY68" fmla="*/ 1648477 h 6596391"/>
              <a:gd name="connsiteX69" fmla="*/ 1962341 w 6586410"/>
              <a:gd name="connsiteY69" fmla="*/ 1649563 h 6596391"/>
              <a:gd name="connsiteX70" fmla="*/ 1962194 w 6586410"/>
              <a:gd name="connsiteY70" fmla="*/ 1649805 h 6596391"/>
              <a:gd name="connsiteX71" fmla="*/ 1962182 w 6586410"/>
              <a:gd name="connsiteY71" fmla="*/ 1649887 h 6596391"/>
              <a:gd name="connsiteX72" fmla="*/ 1961966 w 6586410"/>
              <a:gd name="connsiteY72" fmla="*/ 1651341 h 6596391"/>
              <a:gd name="connsiteX73" fmla="*/ 1961921 w 6586410"/>
              <a:gd name="connsiteY73" fmla="*/ 1651341 h 6596391"/>
              <a:gd name="connsiteX74" fmla="*/ 1961921 w 6586410"/>
              <a:gd name="connsiteY74" fmla="*/ 2507385 h 6596391"/>
              <a:gd name="connsiteX75" fmla="*/ 1374775 w 6586410"/>
              <a:gd name="connsiteY75" fmla="*/ 2721075 h 6596391"/>
              <a:gd name="connsiteX76" fmla="*/ 1371778 w 6586410"/>
              <a:gd name="connsiteY76" fmla="*/ 2725349 h 6596391"/>
              <a:gd name="connsiteX77" fmla="*/ 1374775 w 6586410"/>
              <a:gd name="connsiteY77" fmla="*/ 2729622 h 6596391"/>
              <a:gd name="connsiteX78" fmla="*/ 1953210 w 6586410"/>
              <a:gd name="connsiteY78" fmla="*/ 2940163 h 6596391"/>
              <a:gd name="connsiteX79" fmla="*/ 1376337 w 6586410"/>
              <a:gd name="connsiteY79" fmla="*/ 3150113 h 6596391"/>
              <a:gd name="connsiteX80" fmla="*/ 1377880 w 6586410"/>
              <a:gd name="connsiteY80" fmla="*/ 3150672 h 6596391"/>
              <a:gd name="connsiteX81" fmla="*/ 1377950 w 6586410"/>
              <a:gd name="connsiteY81" fmla="*/ 3150710 h 6596391"/>
              <a:gd name="connsiteX82" fmla="*/ 1378706 w 6586410"/>
              <a:gd name="connsiteY82" fmla="*/ 3151135 h 6596391"/>
              <a:gd name="connsiteX83" fmla="*/ 1377880 w 6586410"/>
              <a:gd name="connsiteY83" fmla="*/ 3150684 h 6596391"/>
              <a:gd name="connsiteX84" fmla="*/ 787736 w 6586410"/>
              <a:gd name="connsiteY84" fmla="*/ 2935877 h 6596391"/>
              <a:gd name="connsiteX85" fmla="*/ 786187 w 6586410"/>
              <a:gd name="connsiteY85" fmla="*/ 2935597 h 6596391"/>
              <a:gd name="connsiteX86" fmla="*/ 784631 w 6586410"/>
              <a:gd name="connsiteY86" fmla="*/ 2935877 h 6596391"/>
              <a:gd name="connsiteX87" fmla="*/ 194494 w 6586410"/>
              <a:gd name="connsiteY87" fmla="*/ 3150672 h 6596391"/>
              <a:gd name="connsiteX88" fmla="*/ 191497 w 6586410"/>
              <a:gd name="connsiteY88" fmla="*/ 3154945 h 6596391"/>
              <a:gd name="connsiteX89" fmla="*/ 191497 w 6586410"/>
              <a:gd name="connsiteY89" fmla="*/ 3584548 h 6596391"/>
              <a:gd name="connsiteX90" fmla="*/ 191713 w 6586410"/>
              <a:gd name="connsiteY90" fmla="*/ 3585932 h 6596391"/>
              <a:gd name="connsiteX91" fmla="*/ 194494 w 6586410"/>
              <a:gd name="connsiteY91" fmla="*/ 3588815 h 6596391"/>
              <a:gd name="connsiteX92" fmla="*/ 784631 w 6586410"/>
              <a:gd name="connsiteY92" fmla="*/ 3803629 h 6596391"/>
              <a:gd name="connsiteX93" fmla="*/ 786181 w 6586410"/>
              <a:gd name="connsiteY93" fmla="*/ 3803909 h 6596391"/>
              <a:gd name="connsiteX94" fmla="*/ 784625 w 6586410"/>
              <a:gd name="connsiteY94" fmla="*/ 3803629 h 6596391"/>
              <a:gd name="connsiteX95" fmla="*/ 772865 w 6586410"/>
              <a:gd name="connsiteY95" fmla="*/ 3799350 h 6596391"/>
              <a:gd name="connsiteX96" fmla="*/ 593128 w 6586410"/>
              <a:gd name="connsiteY96" fmla="*/ 3864767 h 6596391"/>
              <a:gd name="connsiteX97" fmla="*/ 594290 w 6586410"/>
              <a:gd name="connsiteY97" fmla="*/ 3864564 h 6596391"/>
              <a:gd name="connsiteX98" fmla="*/ 593134 w 6586410"/>
              <a:gd name="connsiteY98" fmla="*/ 3864774 h 6596391"/>
              <a:gd name="connsiteX99" fmla="*/ 2997 w 6586410"/>
              <a:gd name="connsiteY99" fmla="*/ 4079562 h 6596391"/>
              <a:gd name="connsiteX100" fmla="*/ 0 w 6586410"/>
              <a:gd name="connsiteY100" fmla="*/ 4083842 h 6596391"/>
              <a:gd name="connsiteX101" fmla="*/ 0 w 6586410"/>
              <a:gd name="connsiteY101" fmla="*/ 4513439 h 6596391"/>
              <a:gd name="connsiteX102" fmla="*/ 0 w 6586410"/>
              <a:gd name="connsiteY102" fmla="*/ 4513445 h 6596391"/>
              <a:gd name="connsiteX103" fmla="*/ 2997 w 6586410"/>
              <a:gd name="connsiteY103" fmla="*/ 4517706 h 6596391"/>
              <a:gd name="connsiteX104" fmla="*/ 593134 w 6586410"/>
              <a:gd name="connsiteY104" fmla="*/ 4732520 h 6596391"/>
              <a:gd name="connsiteX105" fmla="*/ 594684 w 6586410"/>
              <a:gd name="connsiteY105" fmla="*/ 4732800 h 6596391"/>
              <a:gd name="connsiteX106" fmla="*/ 596240 w 6586410"/>
              <a:gd name="connsiteY106" fmla="*/ 4732520 h 6596391"/>
              <a:gd name="connsiteX107" fmla="*/ 1186383 w 6586410"/>
              <a:gd name="connsiteY107" fmla="*/ 4517719 h 6596391"/>
              <a:gd name="connsiteX108" fmla="*/ 1966455 w 6586410"/>
              <a:gd name="connsiteY108" fmla="*/ 4233798 h 6596391"/>
              <a:gd name="connsiteX109" fmla="*/ 1966461 w 6586410"/>
              <a:gd name="connsiteY109" fmla="*/ 4233791 h 6596391"/>
              <a:gd name="connsiteX110" fmla="*/ 2555050 w 6586410"/>
              <a:gd name="connsiteY110" fmla="*/ 4448034 h 6596391"/>
              <a:gd name="connsiteX111" fmla="*/ 2556593 w 6586410"/>
              <a:gd name="connsiteY111" fmla="*/ 4448307 h 6596391"/>
              <a:gd name="connsiteX112" fmla="*/ 2558149 w 6586410"/>
              <a:gd name="connsiteY112" fmla="*/ 4448034 h 6596391"/>
              <a:gd name="connsiteX113" fmla="*/ 3023978 w 6586410"/>
              <a:gd name="connsiteY113" fmla="*/ 4278483 h 6596391"/>
              <a:gd name="connsiteX114" fmla="*/ 3148292 w 6586410"/>
              <a:gd name="connsiteY114" fmla="*/ 4233232 h 6596391"/>
              <a:gd name="connsiteX115" fmla="*/ 3149511 w 6586410"/>
              <a:gd name="connsiteY115" fmla="*/ 4232559 h 6596391"/>
              <a:gd name="connsiteX116" fmla="*/ 3151277 w 6586410"/>
              <a:gd name="connsiteY116" fmla="*/ 4228965 h 6596391"/>
              <a:gd name="connsiteX117" fmla="*/ 3151277 w 6586410"/>
              <a:gd name="connsiteY117" fmla="*/ 3799375 h 6596391"/>
              <a:gd name="connsiteX118" fmla="*/ 3151277 w 6586410"/>
              <a:gd name="connsiteY118" fmla="*/ 3799368 h 6596391"/>
              <a:gd name="connsiteX119" fmla="*/ 3151277 w 6586410"/>
              <a:gd name="connsiteY119" fmla="*/ 3376249 h 6596391"/>
              <a:gd name="connsiteX120" fmla="*/ 3735318 w 6586410"/>
              <a:gd name="connsiteY120" fmla="*/ 3588834 h 6596391"/>
              <a:gd name="connsiteX121" fmla="*/ 3736874 w 6586410"/>
              <a:gd name="connsiteY121" fmla="*/ 3589114 h 6596391"/>
              <a:gd name="connsiteX122" fmla="*/ 3738429 w 6586410"/>
              <a:gd name="connsiteY122" fmla="*/ 3588834 h 6596391"/>
              <a:gd name="connsiteX123" fmla="*/ 4328566 w 6586410"/>
              <a:gd name="connsiteY123" fmla="*/ 3374033 h 6596391"/>
              <a:gd name="connsiteX124" fmla="*/ 4331564 w 6586410"/>
              <a:gd name="connsiteY124" fmla="*/ 3369759 h 6596391"/>
              <a:gd name="connsiteX125" fmla="*/ 4328566 w 6586410"/>
              <a:gd name="connsiteY125" fmla="*/ 3365486 h 6596391"/>
              <a:gd name="connsiteX126" fmla="*/ 4143584 w 6586410"/>
              <a:gd name="connsiteY126" fmla="*/ 3298150 h 6596391"/>
              <a:gd name="connsiteX127" fmla="*/ 4328566 w 6586410"/>
              <a:gd name="connsiteY127" fmla="*/ 3230815 h 6596391"/>
              <a:gd name="connsiteX128" fmla="*/ 4331564 w 6586410"/>
              <a:gd name="connsiteY128" fmla="*/ 3226548 h 6596391"/>
              <a:gd name="connsiteX129" fmla="*/ 4328566 w 6586410"/>
              <a:gd name="connsiteY129" fmla="*/ 3222274 h 6596391"/>
              <a:gd name="connsiteX130" fmla="*/ 4143591 w 6586410"/>
              <a:gd name="connsiteY130" fmla="*/ 3154952 h 6596391"/>
              <a:gd name="connsiteX131" fmla="*/ 4328566 w 6586410"/>
              <a:gd name="connsiteY131" fmla="*/ 3087623 h 6596391"/>
              <a:gd name="connsiteX132" fmla="*/ 4331564 w 6586410"/>
              <a:gd name="connsiteY132" fmla="*/ 3083349 h 6596391"/>
              <a:gd name="connsiteX133" fmla="*/ 4328566 w 6586410"/>
              <a:gd name="connsiteY133" fmla="*/ 3079075 h 6596391"/>
              <a:gd name="connsiteX134" fmla="*/ 4143584 w 6586410"/>
              <a:gd name="connsiteY134" fmla="*/ 3011746 h 6596391"/>
              <a:gd name="connsiteX135" fmla="*/ 4328566 w 6586410"/>
              <a:gd name="connsiteY135" fmla="*/ 2944411 h 6596391"/>
              <a:gd name="connsiteX136" fmla="*/ 4331564 w 6586410"/>
              <a:gd name="connsiteY136" fmla="*/ 2940137 h 6596391"/>
              <a:gd name="connsiteX137" fmla="*/ 4331564 w 6586410"/>
              <a:gd name="connsiteY137" fmla="*/ 2940137 h 6596391"/>
              <a:gd name="connsiteX138" fmla="*/ 4331564 w 6586410"/>
              <a:gd name="connsiteY138" fmla="*/ 2513741 h 6596391"/>
              <a:gd name="connsiteX139" fmla="*/ 4912608 w 6586410"/>
              <a:gd name="connsiteY139" fmla="*/ 2302254 h 6596391"/>
              <a:gd name="connsiteX140" fmla="*/ 4912608 w 6586410"/>
              <a:gd name="connsiteY140" fmla="*/ 2725342 h 6596391"/>
              <a:gd name="connsiteX141" fmla="*/ 4915605 w 6586410"/>
              <a:gd name="connsiteY141" fmla="*/ 2729616 h 6596391"/>
              <a:gd name="connsiteX142" fmla="*/ 5493988 w 6586410"/>
              <a:gd name="connsiteY142" fmla="*/ 2940156 h 6596391"/>
              <a:gd name="connsiteX143" fmla="*/ 4915605 w 6586410"/>
              <a:gd name="connsiteY143" fmla="*/ 3150672 h 6596391"/>
              <a:gd name="connsiteX144" fmla="*/ 4912608 w 6586410"/>
              <a:gd name="connsiteY144" fmla="*/ 3154945 h 6596391"/>
              <a:gd name="connsiteX145" fmla="*/ 4912608 w 6586410"/>
              <a:gd name="connsiteY145" fmla="*/ 3581373 h 6596391"/>
              <a:gd name="connsiteX146" fmla="*/ 4915605 w 6586410"/>
              <a:gd name="connsiteY146" fmla="*/ 3580281 h 6596391"/>
              <a:gd name="connsiteX147" fmla="*/ 4918710 w 6586410"/>
              <a:gd name="connsiteY147" fmla="*/ 3580281 h 6596391"/>
              <a:gd name="connsiteX148" fmla="*/ 4937030 w 6586410"/>
              <a:gd name="connsiteY148" fmla="*/ 3586949 h 6596391"/>
              <a:gd name="connsiteX149" fmla="*/ 4930457 w 6586410"/>
              <a:gd name="connsiteY149" fmla="*/ 3584554 h 6596391"/>
              <a:gd name="connsiteX150" fmla="*/ 5502751 w 6586410"/>
              <a:gd name="connsiteY150" fmla="*/ 3376256 h 6596391"/>
              <a:gd name="connsiteX151" fmla="*/ 5502751 w 6586410"/>
              <a:gd name="connsiteY151" fmla="*/ 3792847 h 6596391"/>
              <a:gd name="connsiteX152" fmla="*/ 5508854 w 6586410"/>
              <a:gd name="connsiteY152" fmla="*/ 3795070 h 6596391"/>
              <a:gd name="connsiteX153" fmla="*/ 5511851 w 6586410"/>
              <a:gd name="connsiteY153" fmla="*/ 3799343 h 6596391"/>
              <a:gd name="connsiteX154" fmla="*/ 5511851 w 6586410"/>
              <a:gd name="connsiteY154" fmla="*/ 3799356 h 6596391"/>
              <a:gd name="connsiteX155" fmla="*/ 5508860 w 6586410"/>
              <a:gd name="connsiteY155" fmla="*/ 3795089 h 6596391"/>
              <a:gd name="connsiteX156" fmla="*/ 4918710 w 6586410"/>
              <a:gd name="connsiteY156" fmla="*/ 3580287 h 6596391"/>
              <a:gd name="connsiteX157" fmla="*/ 4915605 w 6586410"/>
              <a:gd name="connsiteY157" fmla="*/ 3580287 h 6596391"/>
              <a:gd name="connsiteX158" fmla="*/ 4325461 w 6586410"/>
              <a:gd name="connsiteY158" fmla="*/ 3795070 h 6596391"/>
              <a:gd name="connsiteX159" fmla="*/ 4324236 w 6586410"/>
              <a:gd name="connsiteY159" fmla="*/ 3795737 h 6596391"/>
              <a:gd name="connsiteX160" fmla="*/ 4322477 w 6586410"/>
              <a:gd name="connsiteY160" fmla="*/ 3799337 h 6596391"/>
              <a:gd name="connsiteX161" fmla="*/ 4322477 w 6586410"/>
              <a:gd name="connsiteY161" fmla="*/ 3799375 h 6596391"/>
              <a:gd name="connsiteX162" fmla="*/ 4322477 w 6586410"/>
              <a:gd name="connsiteY162" fmla="*/ 4228914 h 6596391"/>
              <a:gd name="connsiteX163" fmla="*/ 4322477 w 6586410"/>
              <a:gd name="connsiteY163" fmla="*/ 4228946 h 6596391"/>
              <a:gd name="connsiteX164" fmla="*/ 4325468 w 6586410"/>
              <a:gd name="connsiteY164" fmla="*/ 4233213 h 6596391"/>
              <a:gd name="connsiteX165" fmla="*/ 4915611 w 6586410"/>
              <a:gd name="connsiteY165" fmla="*/ 4448027 h 6596391"/>
              <a:gd name="connsiteX166" fmla="*/ 4917161 w 6586410"/>
              <a:gd name="connsiteY166" fmla="*/ 4448307 h 6596391"/>
              <a:gd name="connsiteX167" fmla="*/ 4917167 w 6586410"/>
              <a:gd name="connsiteY167" fmla="*/ 4448307 h 6596391"/>
              <a:gd name="connsiteX168" fmla="*/ 4918716 w 6586410"/>
              <a:gd name="connsiteY168" fmla="*/ 4448027 h 6596391"/>
              <a:gd name="connsiteX169" fmla="*/ 5508866 w 6586410"/>
              <a:gd name="connsiteY169" fmla="*/ 4233226 h 6596391"/>
              <a:gd name="connsiteX170" fmla="*/ 5510086 w 6586410"/>
              <a:gd name="connsiteY170" fmla="*/ 4232553 h 6596391"/>
              <a:gd name="connsiteX171" fmla="*/ 5511851 w 6586410"/>
              <a:gd name="connsiteY171" fmla="*/ 4228959 h 6596391"/>
              <a:gd name="connsiteX172" fmla="*/ 5511851 w 6586410"/>
              <a:gd name="connsiteY172" fmla="*/ 3802550 h 6596391"/>
              <a:gd name="connsiteX173" fmla="*/ 6092895 w 6586410"/>
              <a:gd name="connsiteY173" fmla="*/ 3591051 h 6596391"/>
              <a:gd name="connsiteX174" fmla="*/ 6092895 w 6586410"/>
              <a:gd name="connsiteY174" fmla="*/ 4440573 h 6596391"/>
              <a:gd name="connsiteX175" fmla="*/ 5505749 w 6586410"/>
              <a:gd name="connsiteY175" fmla="*/ 4654295 h 6596391"/>
              <a:gd name="connsiteX176" fmla="*/ 5502751 w 6586410"/>
              <a:gd name="connsiteY176" fmla="*/ 4658562 h 6596391"/>
              <a:gd name="connsiteX177" fmla="*/ 5502751 w 6586410"/>
              <a:gd name="connsiteY177" fmla="*/ 5088178 h 6596391"/>
              <a:gd name="connsiteX178" fmla="*/ 5502771 w 6586410"/>
              <a:gd name="connsiteY178" fmla="*/ 5088247 h 6596391"/>
              <a:gd name="connsiteX179" fmla="*/ 5503209 w 6586410"/>
              <a:gd name="connsiteY179" fmla="*/ 5090038 h 6596391"/>
              <a:gd name="connsiteX180" fmla="*/ 5503399 w 6586410"/>
              <a:gd name="connsiteY180" fmla="*/ 5090432 h 6596391"/>
              <a:gd name="connsiteX181" fmla="*/ 5504663 w 6586410"/>
              <a:gd name="connsiteY181" fmla="*/ 5091860 h 6596391"/>
              <a:gd name="connsiteX182" fmla="*/ 5504694 w 6586410"/>
              <a:gd name="connsiteY182" fmla="*/ 5091899 h 6596391"/>
              <a:gd name="connsiteX183" fmla="*/ 5505063 w 6586410"/>
              <a:gd name="connsiteY183" fmla="*/ 5092077 h 6596391"/>
              <a:gd name="connsiteX184" fmla="*/ 5505742 w 6586410"/>
              <a:gd name="connsiteY184" fmla="*/ 5092458 h 6596391"/>
              <a:gd name="connsiteX185" fmla="*/ 5690718 w 6586410"/>
              <a:gd name="connsiteY185" fmla="*/ 5159786 h 6596391"/>
              <a:gd name="connsiteX186" fmla="*/ 5505742 w 6586410"/>
              <a:gd name="connsiteY186" fmla="*/ 5227116 h 6596391"/>
              <a:gd name="connsiteX187" fmla="*/ 5502751 w 6586410"/>
              <a:gd name="connsiteY187" fmla="*/ 5231389 h 6596391"/>
              <a:gd name="connsiteX188" fmla="*/ 5505742 w 6586410"/>
              <a:gd name="connsiteY188" fmla="*/ 5235656 h 6596391"/>
              <a:gd name="connsiteX189" fmla="*/ 5690737 w 6586410"/>
              <a:gd name="connsiteY189" fmla="*/ 5302992 h 6596391"/>
              <a:gd name="connsiteX190" fmla="*/ 5505742 w 6586410"/>
              <a:gd name="connsiteY190" fmla="*/ 5370327 h 6596391"/>
              <a:gd name="connsiteX191" fmla="*/ 5502751 w 6586410"/>
              <a:gd name="connsiteY191" fmla="*/ 5374600 h 6596391"/>
              <a:gd name="connsiteX192" fmla="*/ 5505742 w 6586410"/>
              <a:gd name="connsiteY192" fmla="*/ 5378880 h 6596391"/>
              <a:gd name="connsiteX193" fmla="*/ 5690724 w 6586410"/>
              <a:gd name="connsiteY193" fmla="*/ 5446210 h 6596391"/>
              <a:gd name="connsiteX194" fmla="*/ 5505742 w 6586410"/>
              <a:gd name="connsiteY194" fmla="*/ 5513545 h 6596391"/>
              <a:gd name="connsiteX195" fmla="*/ 5502751 w 6586410"/>
              <a:gd name="connsiteY195" fmla="*/ 5517818 h 6596391"/>
              <a:gd name="connsiteX196" fmla="*/ 5505742 w 6586410"/>
              <a:gd name="connsiteY196" fmla="*/ 5522092 h 6596391"/>
              <a:gd name="connsiteX197" fmla="*/ 5887435 w 6586410"/>
              <a:gd name="connsiteY197" fmla="*/ 5661024 h 6596391"/>
              <a:gd name="connsiteX198" fmla="*/ 5505742 w 6586410"/>
              <a:gd name="connsiteY198" fmla="*/ 5799949 h 6596391"/>
              <a:gd name="connsiteX199" fmla="*/ 5502751 w 6586410"/>
              <a:gd name="connsiteY199" fmla="*/ 5804223 h 6596391"/>
              <a:gd name="connsiteX200" fmla="*/ 5505742 w 6586410"/>
              <a:gd name="connsiteY200" fmla="*/ 5808496 h 6596391"/>
              <a:gd name="connsiteX201" fmla="*/ 5887435 w 6586410"/>
              <a:gd name="connsiteY201" fmla="*/ 5947428 h 6596391"/>
              <a:gd name="connsiteX202" fmla="*/ 5505742 w 6586410"/>
              <a:gd name="connsiteY202" fmla="*/ 6086359 h 6596391"/>
              <a:gd name="connsiteX203" fmla="*/ 5502751 w 6586410"/>
              <a:gd name="connsiteY203" fmla="*/ 6090633 h 6596391"/>
              <a:gd name="connsiteX204" fmla="*/ 5505742 w 6586410"/>
              <a:gd name="connsiteY204" fmla="*/ 6094906 h 6596391"/>
              <a:gd name="connsiteX205" fmla="*/ 5887428 w 6586410"/>
              <a:gd name="connsiteY205" fmla="*/ 6233838 h 6596391"/>
              <a:gd name="connsiteX206" fmla="*/ 5505742 w 6586410"/>
              <a:gd name="connsiteY206" fmla="*/ 6372763 h 6596391"/>
              <a:gd name="connsiteX207" fmla="*/ 5502751 w 6586410"/>
              <a:gd name="connsiteY207" fmla="*/ 6377037 h 6596391"/>
              <a:gd name="connsiteX208" fmla="*/ 5505742 w 6586410"/>
              <a:gd name="connsiteY208" fmla="*/ 6381311 h 6596391"/>
              <a:gd name="connsiteX209" fmla="*/ 6095879 w 6586410"/>
              <a:gd name="connsiteY209" fmla="*/ 6596112 h 6596391"/>
              <a:gd name="connsiteX210" fmla="*/ 6097435 w 6586410"/>
              <a:gd name="connsiteY210" fmla="*/ 6596391 h 6596391"/>
              <a:gd name="connsiteX211" fmla="*/ 6098991 w 6586410"/>
              <a:gd name="connsiteY211" fmla="*/ 6596112 h 6596391"/>
              <a:gd name="connsiteX212" fmla="*/ 6586391 w 6586410"/>
              <a:gd name="connsiteY212" fmla="*/ 6418706 h 6596391"/>
              <a:gd name="connsiteX213" fmla="*/ 6586391 w 6586410"/>
              <a:gd name="connsiteY213" fmla="*/ 6409035 h 6596391"/>
              <a:gd name="connsiteX214" fmla="*/ 6097435 w 6586410"/>
              <a:gd name="connsiteY214" fmla="*/ 6587012 h 6596391"/>
              <a:gd name="connsiteX215" fmla="*/ 5520589 w 6586410"/>
              <a:gd name="connsiteY215" fmla="*/ 6377043 h 6596391"/>
              <a:gd name="connsiteX216" fmla="*/ 5900725 w 6586410"/>
              <a:gd name="connsiteY216" fmla="*/ 6238683 h 6596391"/>
              <a:gd name="connsiteX217" fmla="*/ 6095873 w 6586410"/>
              <a:gd name="connsiteY217" fmla="*/ 6309720 h 6596391"/>
              <a:gd name="connsiteX218" fmla="*/ 6097429 w 6586410"/>
              <a:gd name="connsiteY218" fmla="*/ 6310000 h 6596391"/>
              <a:gd name="connsiteX219" fmla="*/ 6098985 w 6586410"/>
              <a:gd name="connsiteY219" fmla="*/ 6309720 h 6596391"/>
              <a:gd name="connsiteX220" fmla="*/ 6294133 w 6586410"/>
              <a:gd name="connsiteY220" fmla="*/ 6238683 h 6596391"/>
              <a:gd name="connsiteX221" fmla="*/ 6586379 w 6586410"/>
              <a:gd name="connsiteY221" fmla="*/ 6345052 h 6596391"/>
              <a:gd name="connsiteX222" fmla="*/ 6586379 w 6586410"/>
              <a:gd name="connsiteY222" fmla="*/ 6335381 h 6596391"/>
              <a:gd name="connsiteX223" fmla="*/ 6307423 w 6586410"/>
              <a:gd name="connsiteY223" fmla="*/ 6233851 h 6596391"/>
              <a:gd name="connsiteX224" fmla="*/ 6586379 w 6586410"/>
              <a:gd name="connsiteY224" fmla="*/ 6132321 h 6596391"/>
              <a:gd name="connsiteX225" fmla="*/ 6586379 w 6586410"/>
              <a:gd name="connsiteY225" fmla="*/ 6122643 h 6596391"/>
              <a:gd name="connsiteX226" fmla="*/ 6294139 w 6586410"/>
              <a:gd name="connsiteY226" fmla="*/ 6229018 h 6596391"/>
              <a:gd name="connsiteX227" fmla="*/ 6098985 w 6586410"/>
              <a:gd name="connsiteY227" fmla="*/ 6157981 h 6596391"/>
              <a:gd name="connsiteX228" fmla="*/ 6095873 w 6586410"/>
              <a:gd name="connsiteY228" fmla="*/ 6157981 h 6596391"/>
              <a:gd name="connsiteX229" fmla="*/ 5900718 w 6586410"/>
              <a:gd name="connsiteY229" fmla="*/ 6229018 h 6596391"/>
              <a:gd name="connsiteX230" fmla="*/ 5520589 w 6586410"/>
              <a:gd name="connsiteY230" fmla="*/ 6090652 h 6596391"/>
              <a:gd name="connsiteX231" fmla="*/ 5900732 w 6586410"/>
              <a:gd name="connsiteY231" fmla="*/ 5952292 h 6596391"/>
              <a:gd name="connsiteX232" fmla="*/ 6095873 w 6586410"/>
              <a:gd name="connsiteY232" fmla="*/ 6023323 h 6596391"/>
              <a:gd name="connsiteX233" fmla="*/ 6097429 w 6586410"/>
              <a:gd name="connsiteY233" fmla="*/ 6023602 h 6596391"/>
              <a:gd name="connsiteX234" fmla="*/ 6098985 w 6586410"/>
              <a:gd name="connsiteY234" fmla="*/ 6023323 h 6596391"/>
              <a:gd name="connsiteX235" fmla="*/ 6294133 w 6586410"/>
              <a:gd name="connsiteY235" fmla="*/ 5952292 h 6596391"/>
              <a:gd name="connsiteX236" fmla="*/ 6586411 w 6586410"/>
              <a:gd name="connsiteY236" fmla="*/ 6058629 h 6596391"/>
              <a:gd name="connsiteX237" fmla="*/ 6586411 w 6586410"/>
              <a:gd name="connsiteY237" fmla="*/ 6048958 h 6596391"/>
              <a:gd name="connsiteX238" fmla="*/ 6307449 w 6586410"/>
              <a:gd name="connsiteY238" fmla="*/ 5947421 h 6596391"/>
              <a:gd name="connsiteX239" fmla="*/ 6586411 w 6586410"/>
              <a:gd name="connsiteY239" fmla="*/ 5845885 h 6596391"/>
              <a:gd name="connsiteX240" fmla="*/ 6586411 w 6586410"/>
              <a:gd name="connsiteY240" fmla="*/ 5836207 h 6596391"/>
              <a:gd name="connsiteX241" fmla="*/ 6294165 w 6586410"/>
              <a:gd name="connsiteY241" fmla="*/ 5942583 h 6596391"/>
              <a:gd name="connsiteX242" fmla="*/ 6099016 w 6586410"/>
              <a:gd name="connsiteY242" fmla="*/ 5871551 h 6596391"/>
              <a:gd name="connsiteX243" fmla="*/ 6095905 w 6586410"/>
              <a:gd name="connsiteY243" fmla="*/ 5871551 h 6596391"/>
              <a:gd name="connsiteX244" fmla="*/ 5900756 w 6586410"/>
              <a:gd name="connsiteY244" fmla="*/ 5942589 h 6596391"/>
              <a:gd name="connsiteX245" fmla="*/ 5520621 w 6586410"/>
              <a:gd name="connsiteY245" fmla="*/ 5804216 h 6596391"/>
              <a:gd name="connsiteX246" fmla="*/ 5900763 w 6586410"/>
              <a:gd name="connsiteY246" fmla="*/ 5665856 h 6596391"/>
              <a:gd name="connsiteX247" fmla="*/ 6095905 w 6586410"/>
              <a:gd name="connsiteY247" fmla="*/ 5736887 h 6596391"/>
              <a:gd name="connsiteX248" fmla="*/ 6097461 w 6586410"/>
              <a:gd name="connsiteY248" fmla="*/ 5737160 h 6596391"/>
              <a:gd name="connsiteX249" fmla="*/ 6099016 w 6586410"/>
              <a:gd name="connsiteY249" fmla="*/ 5736887 h 6596391"/>
              <a:gd name="connsiteX250" fmla="*/ 6294158 w 6586410"/>
              <a:gd name="connsiteY250" fmla="*/ 5665856 h 6596391"/>
              <a:gd name="connsiteX251" fmla="*/ 6586411 w 6586410"/>
              <a:gd name="connsiteY251" fmla="*/ 5772231 h 6596391"/>
              <a:gd name="connsiteX252" fmla="*/ 6586411 w 6586410"/>
              <a:gd name="connsiteY252" fmla="*/ 5762554 h 6596391"/>
              <a:gd name="connsiteX253" fmla="*/ 6307455 w 6586410"/>
              <a:gd name="connsiteY253" fmla="*/ 5661024 h 6596391"/>
              <a:gd name="connsiteX254" fmla="*/ 6586411 w 6586410"/>
              <a:gd name="connsiteY254" fmla="*/ 5559487 h 6596391"/>
              <a:gd name="connsiteX255" fmla="*/ 6586411 w 6586410"/>
              <a:gd name="connsiteY255" fmla="*/ 5549816 h 6596391"/>
              <a:gd name="connsiteX256" fmla="*/ 6294158 w 6586410"/>
              <a:gd name="connsiteY256" fmla="*/ 5656185 h 6596391"/>
              <a:gd name="connsiteX257" fmla="*/ 6110732 w 6586410"/>
              <a:gd name="connsiteY257" fmla="*/ 5589421 h 6596391"/>
              <a:gd name="connsiteX258" fmla="*/ 6490875 w 6586410"/>
              <a:gd name="connsiteY258" fmla="*/ 5451061 h 6596391"/>
              <a:gd name="connsiteX259" fmla="*/ 6586411 w 6586410"/>
              <a:gd name="connsiteY259" fmla="*/ 5485834 h 6596391"/>
              <a:gd name="connsiteX260" fmla="*/ 6586411 w 6586410"/>
              <a:gd name="connsiteY260" fmla="*/ 5476162 h 6596391"/>
              <a:gd name="connsiteX261" fmla="*/ 6504171 w 6586410"/>
              <a:gd name="connsiteY261" fmla="*/ 5446222 h 6596391"/>
              <a:gd name="connsiteX262" fmla="*/ 6586411 w 6586410"/>
              <a:gd name="connsiteY262" fmla="*/ 5416288 h 6596391"/>
              <a:gd name="connsiteX263" fmla="*/ 6586411 w 6586410"/>
              <a:gd name="connsiteY263" fmla="*/ 5406611 h 6596391"/>
              <a:gd name="connsiteX264" fmla="*/ 6490868 w 6586410"/>
              <a:gd name="connsiteY264" fmla="*/ 5441390 h 6596391"/>
              <a:gd name="connsiteX265" fmla="*/ 6307430 w 6586410"/>
              <a:gd name="connsiteY265" fmla="*/ 5374620 h 6596391"/>
              <a:gd name="connsiteX266" fmla="*/ 6490862 w 6586410"/>
              <a:gd name="connsiteY266" fmla="*/ 5307849 h 6596391"/>
              <a:gd name="connsiteX267" fmla="*/ 6586411 w 6586410"/>
              <a:gd name="connsiteY267" fmla="*/ 5342628 h 6596391"/>
              <a:gd name="connsiteX268" fmla="*/ 6586411 w 6586410"/>
              <a:gd name="connsiteY268" fmla="*/ 5332957 h 6596391"/>
              <a:gd name="connsiteX269" fmla="*/ 6504159 w 6586410"/>
              <a:gd name="connsiteY269" fmla="*/ 5303017 h 6596391"/>
              <a:gd name="connsiteX270" fmla="*/ 6586411 w 6586410"/>
              <a:gd name="connsiteY270" fmla="*/ 5273077 h 6596391"/>
              <a:gd name="connsiteX271" fmla="*/ 6586411 w 6586410"/>
              <a:gd name="connsiteY271" fmla="*/ 5263406 h 6596391"/>
              <a:gd name="connsiteX272" fmla="*/ 6490868 w 6586410"/>
              <a:gd name="connsiteY272" fmla="*/ 5298185 h 6596391"/>
              <a:gd name="connsiteX273" fmla="*/ 6307449 w 6586410"/>
              <a:gd name="connsiteY273" fmla="*/ 5231421 h 6596391"/>
              <a:gd name="connsiteX274" fmla="*/ 6490882 w 6586410"/>
              <a:gd name="connsiteY274" fmla="*/ 5164657 h 6596391"/>
              <a:gd name="connsiteX275" fmla="*/ 6586411 w 6586410"/>
              <a:gd name="connsiteY275" fmla="*/ 5199423 h 6596391"/>
              <a:gd name="connsiteX276" fmla="*/ 6586411 w 6586410"/>
              <a:gd name="connsiteY276" fmla="*/ 5189752 h 6596391"/>
              <a:gd name="connsiteX277" fmla="*/ 6504178 w 6586410"/>
              <a:gd name="connsiteY277" fmla="*/ 5159818 h 6596391"/>
              <a:gd name="connsiteX278" fmla="*/ 6586411 w 6586410"/>
              <a:gd name="connsiteY278" fmla="*/ 5129884 h 6596391"/>
              <a:gd name="connsiteX279" fmla="*/ 6586411 w 6586410"/>
              <a:gd name="connsiteY279" fmla="*/ 5120213 h 6596391"/>
              <a:gd name="connsiteX280" fmla="*/ 6490882 w 6586410"/>
              <a:gd name="connsiteY280" fmla="*/ 5154986 h 6596391"/>
              <a:gd name="connsiteX281" fmla="*/ 6099010 w 6586410"/>
              <a:gd name="connsiteY281" fmla="*/ 5012359 h 6596391"/>
              <a:gd name="connsiteX282" fmla="*/ 6095899 w 6586410"/>
              <a:gd name="connsiteY282" fmla="*/ 5012359 h 6596391"/>
              <a:gd name="connsiteX283" fmla="*/ 5704027 w 6586410"/>
              <a:gd name="connsiteY283" fmla="*/ 5154986 h 6596391"/>
              <a:gd name="connsiteX284" fmla="*/ 5520607 w 6586410"/>
              <a:gd name="connsiteY284" fmla="*/ 5088222 h 6596391"/>
              <a:gd name="connsiteX285" fmla="*/ 6097454 w 6586410"/>
              <a:gd name="connsiteY285" fmla="*/ 4878266 h 6596391"/>
              <a:gd name="connsiteX286" fmla="*/ 6586411 w 6586410"/>
              <a:gd name="connsiteY286" fmla="*/ 5056205 h 6596391"/>
              <a:gd name="connsiteX287" fmla="*/ 6586411 w 6586410"/>
              <a:gd name="connsiteY287" fmla="*/ 5046541 h 6596391"/>
              <a:gd name="connsiteX288" fmla="*/ 6586411 w 6586410"/>
              <a:gd name="connsiteY288" fmla="*/ 5046534 h 6596391"/>
              <a:gd name="connsiteX289" fmla="*/ 6453499 w 6586410"/>
              <a:gd name="connsiteY289" fmla="*/ 4998154 h 6596391"/>
              <a:gd name="connsiteX290" fmla="*/ 6110745 w 6586410"/>
              <a:gd name="connsiteY290" fmla="*/ 4873395 h 6596391"/>
              <a:gd name="connsiteX291" fmla="*/ 6586411 w 6586410"/>
              <a:gd name="connsiteY291" fmla="*/ 4700262 h 6596391"/>
              <a:gd name="connsiteX292" fmla="*/ 6586411 w 6586410"/>
              <a:gd name="connsiteY292" fmla="*/ 4690585 h 6596391"/>
              <a:gd name="connsiteX293" fmla="*/ 6102001 w 6586410"/>
              <a:gd name="connsiteY293" fmla="*/ 4866899 h 6596391"/>
              <a:gd name="connsiteX294" fmla="*/ 6102001 w 6586410"/>
              <a:gd name="connsiteY294" fmla="*/ 4450275 h 6596391"/>
              <a:gd name="connsiteX295" fmla="*/ 6586411 w 6586410"/>
              <a:gd name="connsiteY295" fmla="*/ 4626589 h 6596391"/>
              <a:gd name="connsiteX296" fmla="*/ 6586411 w 6586410"/>
              <a:gd name="connsiteY296" fmla="*/ 4616925 h 6596391"/>
              <a:gd name="connsiteX297" fmla="*/ 6110770 w 6586410"/>
              <a:gd name="connsiteY297" fmla="*/ 4443786 h 6596391"/>
              <a:gd name="connsiteX298" fmla="*/ 6102001 w 6586410"/>
              <a:gd name="connsiteY298" fmla="*/ 4446980 h 6596391"/>
              <a:gd name="connsiteX299" fmla="*/ 6102001 w 6586410"/>
              <a:gd name="connsiteY299" fmla="*/ 4446974 h 6596391"/>
              <a:gd name="connsiteX300" fmla="*/ 6586411 w 6586410"/>
              <a:gd name="connsiteY300" fmla="*/ 4270653 h 6596391"/>
              <a:gd name="connsiteX301" fmla="*/ 6586411 w 6586410"/>
              <a:gd name="connsiteY301" fmla="*/ 4260976 h 6596391"/>
              <a:gd name="connsiteX302" fmla="*/ 6568948 w 6586410"/>
              <a:gd name="connsiteY302" fmla="*/ 4267332 h 6596391"/>
              <a:gd name="connsiteX303" fmla="*/ 6187186 w 6586410"/>
              <a:gd name="connsiteY303" fmla="*/ 4406296 h 6596391"/>
              <a:gd name="connsiteX304" fmla="*/ 6102001 w 6586410"/>
              <a:gd name="connsiteY304" fmla="*/ 4437303 h 6596391"/>
              <a:gd name="connsiteX305" fmla="*/ 6102001 w 6586410"/>
              <a:gd name="connsiteY305" fmla="*/ 4437296 h 6596391"/>
              <a:gd name="connsiteX306" fmla="*/ 6102001 w 6586410"/>
              <a:gd name="connsiteY306" fmla="*/ 4437290 h 6596391"/>
              <a:gd name="connsiteX307" fmla="*/ 6102001 w 6586410"/>
              <a:gd name="connsiteY307" fmla="*/ 3591070 h 6596391"/>
              <a:gd name="connsiteX308" fmla="*/ 6586411 w 6586410"/>
              <a:gd name="connsiteY308" fmla="*/ 3767396 h 6596391"/>
              <a:gd name="connsiteX309" fmla="*/ 6586411 w 6586410"/>
              <a:gd name="connsiteY309" fmla="*/ 3757719 h 6596391"/>
              <a:gd name="connsiteX310" fmla="*/ 6586411 w 6586410"/>
              <a:gd name="connsiteY310" fmla="*/ 3757713 h 6596391"/>
              <a:gd name="connsiteX311" fmla="*/ 6110751 w 6586410"/>
              <a:gd name="connsiteY311" fmla="*/ 3584573 h 6596391"/>
              <a:gd name="connsiteX312" fmla="*/ 6586411 w 6586410"/>
              <a:gd name="connsiteY312" fmla="*/ 3411447 h 6596391"/>
              <a:gd name="connsiteX313" fmla="*/ 6586411 w 6586410"/>
              <a:gd name="connsiteY313" fmla="*/ 3401770 h 6596391"/>
              <a:gd name="connsiteX314" fmla="*/ 6102007 w 6586410"/>
              <a:gd name="connsiteY314" fmla="*/ 3578084 h 6596391"/>
              <a:gd name="connsiteX315" fmla="*/ 6102007 w 6586410"/>
              <a:gd name="connsiteY315" fmla="*/ 3161460 h 6596391"/>
              <a:gd name="connsiteX316" fmla="*/ 6586411 w 6586410"/>
              <a:gd name="connsiteY316" fmla="*/ 3337775 h 6596391"/>
              <a:gd name="connsiteX317" fmla="*/ 6586411 w 6586410"/>
              <a:gd name="connsiteY317" fmla="*/ 3328103 h 6596391"/>
              <a:gd name="connsiteX318" fmla="*/ 6110770 w 6586410"/>
              <a:gd name="connsiteY318" fmla="*/ 3154971 h 6596391"/>
              <a:gd name="connsiteX319" fmla="*/ 6586411 w 6586410"/>
              <a:gd name="connsiteY319" fmla="*/ 2981851 h 6596391"/>
              <a:gd name="connsiteX320" fmla="*/ 6586411 w 6586410"/>
              <a:gd name="connsiteY320" fmla="*/ 2972173 h 6596391"/>
              <a:gd name="connsiteX321" fmla="*/ 6097473 w 6586410"/>
              <a:gd name="connsiteY321" fmla="*/ 3150126 h 6596391"/>
              <a:gd name="connsiteX322" fmla="*/ 6099010 w 6586410"/>
              <a:gd name="connsiteY322" fmla="*/ 3150684 h 6596391"/>
              <a:gd name="connsiteX323" fmla="*/ 6102001 w 6586410"/>
              <a:gd name="connsiteY323" fmla="*/ 3154958 h 6596391"/>
              <a:gd name="connsiteX324" fmla="*/ 6102001 w 6586410"/>
              <a:gd name="connsiteY324" fmla="*/ 3154958 h 6596391"/>
              <a:gd name="connsiteX325" fmla="*/ 6099010 w 6586410"/>
              <a:gd name="connsiteY325" fmla="*/ 3150697 h 6596391"/>
              <a:gd name="connsiteX326" fmla="*/ 5508873 w 6586410"/>
              <a:gd name="connsiteY326" fmla="*/ 2935889 h 6596391"/>
              <a:gd name="connsiteX327" fmla="*/ 5520633 w 6586410"/>
              <a:gd name="connsiteY327" fmla="*/ 2940169 h 6596391"/>
              <a:gd name="connsiteX328" fmla="*/ 6099010 w 6586410"/>
              <a:gd name="connsiteY328" fmla="*/ 2729648 h 6596391"/>
              <a:gd name="connsiteX329" fmla="*/ 6102001 w 6586410"/>
              <a:gd name="connsiteY329" fmla="*/ 2725374 h 6596391"/>
              <a:gd name="connsiteX330" fmla="*/ 6102001 w 6586410"/>
              <a:gd name="connsiteY330" fmla="*/ 2298959 h 6596391"/>
              <a:gd name="connsiteX331" fmla="*/ 6586411 w 6586410"/>
              <a:gd name="connsiteY331" fmla="*/ 2122638 h 6596391"/>
              <a:gd name="connsiteX332" fmla="*/ 6586411 w 6586410"/>
              <a:gd name="connsiteY332" fmla="*/ 2112967 h 6596391"/>
              <a:gd name="connsiteX333" fmla="*/ 6102001 w 6586410"/>
              <a:gd name="connsiteY333" fmla="*/ 2289288 h 6596391"/>
              <a:gd name="connsiteX334" fmla="*/ 6102001 w 6586410"/>
              <a:gd name="connsiteY334" fmla="*/ 1869356 h 6596391"/>
              <a:gd name="connsiteX335" fmla="*/ 6586411 w 6586410"/>
              <a:gd name="connsiteY335" fmla="*/ 1693029 h 6596391"/>
              <a:gd name="connsiteX336" fmla="*/ 6586411 w 6586410"/>
              <a:gd name="connsiteY336" fmla="*/ 1683352 h 6596391"/>
              <a:gd name="connsiteX337" fmla="*/ 6102001 w 6586410"/>
              <a:gd name="connsiteY337" fmla="*/ 1859672 h 6596391"/>
              <a:gd name="connsiteX338" fmla="*/ 6102001 w 6586410"/>
              <a:gd name="connsiteY338" fmla="*/ 1443074 h 6596391"/>
              <a:gd name="connsiteX339" fmla="*/ 6586411 w 6586410"/>
              <a:gd name="connsiteY339" fmla="*/ 1619382 h 6596391"/>
              <a:gd name="connsiteX340" fmla="*/ 6586411 w 6586410"/>
              <a:gd name="connsiteY340" fmla="*/ 1609711 h 6596391"/>
              <a:gd name="connsiteX341" fmla="*/ 6102001 w 6586410"/>
              <a:gd name="connsiteY341" fmla="*/ 1433390 h 6596391"/>
              <a:gd name="connsiteX342" fmla="*/ 6102001 w 6586410"/>
              <a:gd name="connsiteY342" fmla="*/ 1433390 h 6596391"/>
              <a:gd name="connsiteX343" fmla="*/ 6110738 w 6586410"/>
              <a:gd name="connsiteY343" fmla="*/ 1436565 h 6596391"/>
              <a:gd name="connsiteX344" fmla="*/ 6586411 w 6586410"/>
              <a:gd name="connsiteY344" fmla="*/ 1263433 h 6596391"/>
              <a:gd name="connsiteX345" fmla="*/ 6586411 w 6586410"/>
              <a:gd name="connsiteY345" fmla="*/ 1253755 h 6596391"/>
              <a:gd name="connsiteX346" fmla="*/ 6102001 w 6586410"/>
              <a:gd name="connsiteY346" fmla="*/ 1430076 h 6596391"/>
              <a:gd name="connsiteX347" fmla="*/ 6102001 w 6586410"/>
              <a:gd name="connsiteY347" fmla="*/ 1013465 h 6596391"/>
              <a:gd name="connsiteX348" fmla="*/ 6586411 w 6586410"/>
              <a:gd name="connsiteY348" fmla="*/ 1189773 h 6596391"/>
              <a:gd name="connsiteX349" fmla="*/ 6586411 w 6586410"/>
              <a:gd name="connsiteY349" fmla="*/ 1180108 h 6596391"/>
              <a:gd name="connsiteX350" fmla="*/ 6099010 w 6586410"/>
              <a:gd name="connsiteY350" fmla="*/ 1002695 h 6596391"/>
              <a:gd name="connsiteX351" fmla="*/ 6309919 w 6586410"/>
              <a:gd name="connsiteY351" fmla="*/ 1079460 h 6596391"/>
              <a:gd name="connsiteX352" fmla="*/ 6477420 w 6586410"/>
              <a:gd name="connsiteY352" fmla="*/ 1140427 h 6596391"/>
              <a:gd name="connsiteX353" fmla="*/ 6110751 w 6586410"/>
              <a:gd name="connsiteY353" fmla="*/ 1006962 h 6596391"/>
              <a:gd name="connsiteX354" fmla="*/ 6294184 w 6586410"/>
              <a:gd name="connsiteY354" fmla="*/ 940198 h 6596391"/>
              <a:gd name="connsiteX355" fmla="*/ 6586411 w 6586410"/>
              <a:gd name="connsiteY355" fmla="*/ 1046561 h 6596391"/>
              <a:gd name="connsiteX356" fmla="*/ 6586411 w 6586410"/>
              <a:gd name="connsiteY356" fmla="*/ 1036884 h 6596391"/>
              <a:gd name="connsiteX357" fmla="*/ 6307468 w 6586410"/>
              <a:gd name="connsiteY357" fmla="*/ 935353 h 6596391"/>
              <a:gd name="connsiteX358" fmla="*/ 6490888 w 6586410"/>
              <a:gd name="connsiteY358" fmla="*/ 868596 h 6596391"/>
              <a:gd name="connsiteX359" fmla="*/ 6586411 w 6586410"/>
              <a:gd name="connsiteY359" fmla="*/ 903362 h 6596391"/>
              <a:gd name="connsiteX360" fmla="*/ 6586411 w 6586410"/>
              <a:gd name="connsiteY360" fmla="*/ 893691 h 6596391"/>
              <a:gd name="connsiteX361" fmla="*/ 6504185 w 6586410"/>
              <a:gd name="connsiteY361" fmla="*/ 863764 h 6596391"/>
              <a:gd name="connsiteX362" fmla="*/ 6586411 w 6586410"/>
              <a:gd name="connsiteY362" fmla="*/ 833836 h 6596391"/>
              <a:gd name="connsiteX363" fmla="*/ 6586411 w 6586410"/>
              <a:gd name="connsiteY363" fmla="*/ 824159 h 6596391"/>
              <a:gd name="connsiteX364" fmla="*/ 6490888 w 6586410"/>
              <a:gd name="connsiteY364" fmla="*/ 858931 h 6596391"/>
              <a:gd name="connsiteX365" fmla="*/ 6307462 w 6586410"/>
              <a:gd name="connsiteY365" fmla="*/ 792167 h 6596391"/>
              <a:gd name="connsiteX366" fmla="*/ 6490900 w 6586410"/>
              <a:gd name="connsiteY366" fmla="*/ 725403 h 6596391"/>
              <a:gd name="connsiteX367" fmla="*/ 6586411 w 6586410"/>
              <a:gd name="connsiteY367" fmla="*/ 760170 h 6596391"/>
              <a:gd name="connsiteX368" fmla="*/ 6586411 w 6586410"/>
              <a:gd name="connsiteY368" fmla="*/ 750499 h 6596391"/>
              <a:gd name="connsiteX369" fmla="*/ 6504191 w 6586410"/>
              <a:gd name="connsiteY369" fmla="*/ 720571 h 6596391"/>
              <a:gd name="connsiteX370" fmla="*/ 6586411 w 6586410"/>
              <a:gd name="connsiteY370" fmla="*/ 690631 h 6596391"/>
              <a:gd name="connsiteX371" fmla="*/ 6586411 w 6586410"/>
              <a:gd name="connsiteY371" fmla="*/ 680953 h 6596391"/>
              <a:gd name="connsiteX372" fmla="*/ 6490894 w 6586410"/>
              <a:gd name="connsiteY372" fmla="*/ 715720 h 6596391"/>
              <a:gd name="connsiteX373" fmla="*/ 6307468 w 6586410"/>
              <a:gd name="connsiteY373" fmla="*/ 648956 h 6596391"/>
              <a:gd name="connsiteX374" fmla="*/ 6586411 w 6586410"/>
              <a:gd name="connsiteY374" fmla="*/ 547426 h 6596391"/>
              <a:gd name="connsiteX375" fmla="*/ 6586411 w 6586410"/>
              <a:gd name="connsiteY375" fmla="*/ 537748 h 6596391"/>
              <a:gd name="connsiteX376" fmla="*/ 6294177 w 6586410"/>
              <a:gd name="connsiteY376" fmla="*/ 644117 h 6596391"/>
              <a:gd name="connsiteX377" fmla="*/ 6110770 w 6586410"/>
              <a:gd name="connsiteY377" fmla="*/ 577353 h 6596391"/>
              <a:gd name="connsiteX378" fmla="*/ 6586411 w 6586410"/>
              <a:gd name="connsiteY378" fmla="*/ 404233 h 6596391"/>
              <a:gd name="connsiteX379" fmla="*/ 6586411 w 6586410"/>
              <a:gd name="connsiteY379" fmla="*/ 394562 h 6596391"/>
              <a:gd name="connsiteX380" fmla="*/ 790746 w 6586410"/>
              <a:gd name="connsiteY380" fmla="*/ 369029 h 6596391"/>
              <a:gd name="connsiteX381" fmla="*/ 1363053 w 6586410"/>
              <a:gd name="connsiteY381" fmla="*/ 577353 h 6596391"/>
              <a:gd name="connsiteX382" fmla="*/ 790746 w 6586410"/>
              <a:gd name="connsiteY382" fmla="*/ 785659 h 6596391"/>
              <a:gd name="connsiteX383" fmla="*/ 790746 w 6586410"/>
              <a:gd name="connsiteY383" fmla="*/ 369029 h 6596391"/>
              <a:gd name="connsiteX384" fmla="*/ 1371791 w 6586410"/>
              <a:gd name="connsiteY384" fmla="*/ 1000466 h 6596391"/>
              <a:gd name="connsiteX385" fmla="*/ 799503 w 6586410"/>
              <a:gd name="connsiteY385" fmla="*/ 792148 h 6596391"/>
              <a:gd name="connsiteX386" fmla="*/ 1371791 w 6586410"/>
              <a:gd name="connsiteY386" fmla="*/ 583849 h 6596391"/>
              <a:gd name="connsiteX387" fmla="*/ 1371791 w 6586410"/>
              <a:gd name="connsiteY387" fmla="*/ 1000466 h 6596391"/>
              <a:gd name="connsiteX388" fmla="*/ 1371791 w 6586410"/>
              <a:gd name="connsiteY388" fmla="*/ 570851 h 6596391"/>
              <a:gd name="connsiteX389" fmla="*/ 799490 w 6586410"/>
              <a:gd name="connsiteY389" fmla="*/ 362545 h 6596391"/>
              <a:gd name="connsiteX390" fmla="*/ 982917 w 6586410"/>
              <a:gd name="connsiteY390" fmla="*/ 295788 h 6596391"/>
              <a:gd name="connsiteX391" fmla="*/ 1371791 w 6586410"/>
              <a:gd name="connsiteY391" fmla="*/ 437336 h 6596391"/>
              <a:gd name="connsiteX392" fmla="*/ 1371791 w 6586410"/>
              <a:gd name="connsiteY392" fmla="*/ 570851 h 6596391"/>
              <a:gd name="connsiteX393" fmla="*/ 1371791 w 6586410"/>
              <a:gd name="connsiteY393" fmla="*/ 427658 h 6596391"/>
              <a:gd name="connsiteX394" fmla="*/ 996207 w 6586410"/>
              <a:gd name="connsiteY394" fmla="*/ 290949 h 6596391"/>
              <a:gd name="connsiteX395" fmla="*/ 1016273 w 6586410"/>
              <a:gd name="connsiteY395" fmla="*/ 283647 h 6596391"/>
              <a:gd name="connsiteX396" fmla="*/ 1371791 w 6586410"/>
              <a:gd name="connsiteY396" fmla="*/ 154246 h 6596391"/>
              <a:gd name="connsiteX397" fmla="*/ 1371791 w 6586410"/>
              <a:gd name="connsiteY397" fmla="*/ 427658 h 6596391"/>
              <a:gd name="connsiteX398" fmla="*/ 200603 w 6586410"/>
              <a:gd name="connsiteY398" fmla="*/ 3161460 h 6596391"/>
              <a:gd name="connsiteX399" fmla="*/ 772916 w 6586410"/>
              <a:gd name="connsiteY399" fmla="*/ 3369772 h 6596391"/>
              <a:gd name="connsiteX400" fmla="*/ 200603 w 6586410"/>
              <a:gd name="connsiteY400" fmla="*/ 3578084 h 6596391"/>
              <a:gd name="connsiteX401" fmla="*/ 200603 w 6586410"/>
              <a:gd name="connsiteY401" fmla="*/ 3161460 h 6596391"/>
              <a:gd name="connsiteX402" fmla="*/ 781647 w 6586410"/>
              <a:gd name="connsiteY402" fmla="*/ 3792885 h 6596391"/>
              <a:gd name="connsiteX403" fmla="*/ 781647 w 6586410"/>
              <a:gd name="connsiteY403" fmla="*/ 3792885 h 6596391"/>
              <a:gd name="connsiteX404" fmla="*/ 418655 w 6586410"/>
              <a:gd name="connsiteY404" fmla="*/ 3660761 h 6596391"/>
              <a:gd name="connsiteX405" fmla="*/ 209353 w 6586410"/>
              <a:gd name="connsiteY405" fmla="*/ 3584573 h 6596391"/>
              <a:gd name="connsiteX406" fmla="*/ 781653 w 6586410"/>
              <a:gd name="connsiteY406" fmla="*/ 3376275 h 6596391"/>
              <a:gd name="connsiteX407" fmla="*/ 781647 w 6586410"/>
              <a:gd name="connsiteY407" fmla="*/ 3792885 h 6596391"/>
              <a:gd name="connsiteX408" fmla="*/ 781653 w 6586410"/>
              <a:gd name="connsiteY408" fmla="*/ 2946665 h 6596391"/>
              <a:gd name="connsiteX409" fmla="*/ 781653 w 6586410"/>
              <a:gd name="connsiteY409" fmla="*/ 3363276 h 6596391"/>
              <a:gd name="connsiteX410" fmla="*/ 209353 w 6586410"/>
              <a:gd name="connsiteY410" fmla="*/ 3154964 h 6596391"/>
              <a:gd name="connsiteX411" fmla="*/ 520027 w 6586410"/>
              <a:gd name="connsiteY411" fmla="*/ 3041884 h 6596391"/>
              <a:gd name="connsiteX412" fmla="*/ 781653 w 6586410"/>
              <a:gd name="connsiteY412" fmla="*/ 2946665 h 6596391"/>
              <a:gd name="connsiteX413" fmla="*/ 781653 w 6586410"/>
              <a:gd name="connsiteY413" fmla="*/ 2946665 h 6596391"/>
              <a:gd name="connsiteX414" fmla="*/ 9112 w 6586410"/>
              <a:gd name="connsiteY414" fmla="*/ 4090351 h 6596391"/>
              <a:gd name="connsiteX415" fmla="*/ 581425 w 6586410"/>
              <a:gd name="connsiteY415" fmla="*/ 4298663 h 6596391"/>
              <a:gd name="connsiteX416" fmla="*/ 9112 w 6586410"/>
              <a:gd name="connsiteY416" fmla="*/ 4506975 h 6596391"/>
              <a:gd name="connsiteX417" fmla="*/ 9112 w 6586410"/>
              <a:gd name="connsiteY417" fmla="*/ 4090351 h 6596391"/>
              <a:gd name="connsiteX418" fmla="*/ 590156 w 6586410"/>
              <a:gd name="connsiteY418" fmla="*/ 4721782 h 6596391"/>
              <a:gd name="connsiteX419" fmla="*/ 17862 w 6586410"/>
              <a:gd name="connsiteY419" fmla="*/ 4513464 h 6596391"/>
              <a:gd name="connsiteX420" fmla="*/ 590156 w 6586410"/>
              <a:gd name="connsiteY420" fmla="*/ 4305165 h 6596391"/>
              <a:gd name="connsiteX421" fmla="*/ 590156 w 6586410"/>
              <a:gd name="connsiteY421" fmla="*/ 4721782 h 6596391"/>
              <a:gd name="connsiteX422" fmla="*/ 590156 w 6586410"/>
              <a:gd name="connsiteY422" fmla="*/ 4292167 h 6596391"/>
              <a:gd name="connsiteX423" fmla="*/ 17869 w 6586410"/>
              <a:gd name="connsiteY423" fmla="*/ 4083855 h 6596391"/>
              <a:gd name="connsiteX424" fmla="*/ 590156 w 6586410"/>
              <a:gd name="connsiteY424" fmla="*/ 3875550 h 6596391"/>
              <a:gd name="connsiteX425" fmla="*/ 590156 w 6586410"/>
              <a:gd name="connsiteY425" fmla="*/ 4292167 h 6596391"/>
              <a:gd name="connsiteX426" fmla="*/ 1380877 w 6586410"/>
              <a:gd name="connsiteY426" fmla="*/ 3154964 h 6596391"/>
              <a:gd name="connsiteX427" fmla="*/ 1380877 w 6586410"/>
              <a:gd name="connsiteY427" fmla="*/ 3154964 h 6596391"/>
              <a:gd name="connsiteX428" fmla="*/ 1380662 w 6586410"/>
              <a:gd name="connsiteY428" fmla="*/ 3153593 h 6596391"/>
              <a:gd name="connsiteX429" fmla="*/ 1380877 w 6586410"/>
              <a:gd name="connsiteY429" fmla="*/ 3154964 h 6596391"/>
              <a:gd name="connsiteX430" fmla="*/ 1953178 w 6586410"/>
              <a:gd name="connsiteY430" fmla="*/ 3369772 h 6596391"/>
              <a:gd name="connsiteX431" fmla="*/ 1953178 w 6586410"/>
              <a:gd name="connsiteY431" fmla="*/ 3369772 h 6596391"/>
              <a:gd name="connsiteX432" fmla="*/ 1555776 w 6586410"/>
              <a:gd name="connsiteY432" fmla="*/ 3514419 h 6596391"/>
              <a:gd name="connsiteX433" fmla="*/ 1380877 w 6586410"/>
              <a:gd name="connsiteY433" fmla="*/ 3578077 h 6596391"/>
              <a:gd name="connsiteX434" fmla="*/ 1380877 w 6586410"/>
              <a:gd name="connsiteY434" fmla="*/ 3578071 h 6596391"/>
              <a:gd name="connsiteX435" fmla="*/ 1380877 w 6586410"/>
              <a:gd name="connsiteY435" fmla="*/ 3161467 h 6596391"/>
              <a:gd name="connsiteX436" fmla="*/ 1380877 w 6586410"/>
              <a:gd name="connsiteY436" fmla="*/ 3161467 h 6596391"/>
              <a:gd name="connsiteX437" fmla="*/ 1953178 w 6586410"/>
              <a:gd name="connsiteY437" fmla="*/ 3369772 h 6596391"/>
              <a:gd name="connsiteX438" fmla="*/ 1380877 w 6586410"/>
              <a:gd name="connsiteY438" fmla="*/ 3584573 h 6596391"/>
              <a:gd name="connsiteX439" fmla="*/ 1380877 w 6586410"/>
              <a:gd name="connsiteY439" fmla="*/ 3584535 h 6596391"/>
              <a:gd name="connsiteX440" fmla="*/ 1380877 w 6586410"/>
              <a:gd name="connsiteY440" fmla="*/ 3584573 h 6596391"/>
              <a:gd name="connsiteX441" fmla="*/ 1379544 w 6586410"/>
              <a:gd name="connsiteY441" fmla="*/ 3587723 h 6596391"/>
              <a:gd name="connsiteX442" fmla="*/ 1380877 w 6586410"/>
              <a:gd name="connsiteY442" fmla="*/ 3584573 h 6596391"/>
              <a:gd name="connsiteX443" fmla="*/ 790746 w 6586410"/>
              <a:gd name="connsiteY443" fmla="*/ 2946665 h 6596391"/>
              <a:gd name="connsiteX444" fmla="*/ 1363040 w 6586410"/>
              <a:gd name="connsiteY444" fmla="*/ 3154971 h 6596391"/>
              <a:gd name="connsiteX445" fmla="*/ 790746 w 6586410"/>
              <a:gd name="connsiteY445" fmla="*/ 3363282 h 6596391"/>
              <a:gd name="connsiteX446" fmla="*/ 790746 w 6586410"/>
              <a:gd name="connsiteY446" fmla="*/ 2946665 h 6596391"/>
              <a:gd name="connsiteX447" fmla="*/ 1371791 w 6586410"/>
              <a:gd name="connsiteY447" fmla="*/ 3161460 h 6596391"/>
              <a:gd name="connsiteX448" fmla="*/ 1371791 w 6586410"/>
              <a:gd name="connsiteY448" fmla="*/ 3578084 h 6596391"/>
              <a:gd name="connsiteX449" fmla="*/ 799478 w 6586410"/>
              <a:gd name="connsiteY449" fmla="*/ 3369772 h 6596391"/>
              <a:gd name="connsiteX450" fmla="*/ 1371791 w 6586410"/>
              <a:gd name="connsiteY450" fmla="*/ 3161460 h 6596391"/>
              <a:gd name="connsiteX451" fmla="*/ 790740 w 6586410"/>
              <a:gd name="connsiteY451" fmla="*/ 3792885 h 6596391"/>
              <a:gd name="connsiteX452" fmla="*/ 790740 w 6586410"/>
              <a:gd name="connsiteY452" fmla="*/ 3792873 h 6596391"/>
              <a:gd name="connsiteX453" fmla="*/ 790746 w 6586410"/>
              <a:gd name="connsiteY453" fmla="*/ 3376281 h 6596391"/>
              <a:gd name="connsiteX454" fmla="*/ 1363034 w 6586410"/>
              <a:gd name="connsiteY454" fmla="*/ 3584580 h 6596391"/>
              <a:gd name="connsiteX455" fmla="*/ 1363040 w 6586410"/>
              <a:gd name="connsiteY455" fmla="*/ 3584580 h 6596391"/>
              <a:gd name="connsiteX456" fmla="*/ 1201128 w 6586410"/>
              <a:gd name="connsiteY456" fmla="*/ 3643514 h 6596391"/>
              <a:gd name="connsiteX457" fmla="*/ 790740 w 6586410"/>
              <a:gd name="connsiteY457" fmla="*/ 3792885 h 6596391"/>
              <a:gd name="connsiteX458" fmla="*/ 790740 w 6586410"/>
              <a:gd name="connsiteY458" fmla="*/ 3792885 h 6596391"/>
              <a:gd name="connsiteX459" fmla="*/ 599250 w 6586410"/>
              <a:gd name="connsiteY459" fmla="*/ 4721782 h 6596391"/>
              <a:gd name="connsiteX460" fmla="*/ 599250 w 6586410"/>
              <a:gd name="connsiteY460" fmla="*/ 4305171 h 6596391"/>
              <a:gd name="connsiteX461" fmla="*/ 1171549 w 6586410"/>
              <a:gd name="connsiteY461" fmla="*/ 4513471 h 6596391"/>
              <a:gd name="connsiteX462" fmla="*/ 599250 w 6586410"/>
              <a:gd name="connsiteY462" fmla="*/ 4721782 h 6596391"/>
              <a:gd name="connsiteX463" fmla="*/ 1180300 w 6586410"/>
              <a:gd name="connsiteY463" fmla="*/ 4506975 h 6596391"/>
              <a:gd name="connsiteX464" fmla="*/ 607981 w 6586410"/>
              <a:gd name="connsiteY464" fmla="*/ 4298663 h 6596391"/>
              <a:gd name="connsiteX465" fmla="*/ 1180300 w 6586410"/>
              <a:gd name="connsiteY465" fmla="*/ 4090351 h 6596391"/>
              <a:gd name="connsiteX466" fmla="*/ 1180300 w 6586410"/>
              <a:gd name="connsiteY466" fmla="*/ 4506975 h 6596391"/>
              <a:gd name="connsiteX467" fmla="*/ 599250 w 6586410"/>
              <a:gd name="connsiteY467" fmla="*/ 4292167 h 6596391"/>
              <a:gd name="connsiteX468" fmla="*/ 599250 w 6586410"/>
              <a:gd name="connsiteY468" fmla="*/ 3875556 h 6596391"/>
              <a:gd name="connsiteX469" fmla="*/ 1171537 w 6586410"/>
              <a:gd name="connsiteY469" fmla="*/ 4083861 h 6596391"/>
              <a:gd name="connsiteX470" fmla="*/ 599250 w 6586410"/>
              <a:gd name="connsiteY470" fmla="*/ 4292167 h 6596391"/>
              <a:gd name="connsiteX471" fmla="*/ 1961928 w 6586410"/>
              <a:gd name="connsiteY471" fmla="*/ 4225784 h 6596391"/>
              <a:gd name="connsiteX472" fmla="*/ 1189393 w 6586410"/>
              <a:gd name="connsiteY472" fmla="*/ 4506981 h 6596391"/>
              <a:gd name="connsiteX473" fmla="*/ 1189393 w 6586410"/>
              <a:gd name="connsiteY473" fmla="*/ 4087049 h 6596391"/>
              <a:gd name="connsiteX474" fmla="*/ 1961928 w 6586410"/>
              <a:gd name="connsiteY474" fmla="*/ 3805865 h 6596391"/>
              <a:gd name="connsiteX475" fmla="*/ 1961928 w 6586410"/>
              <a:gd name="connsiteY475" fmla="*/ 4225784 h 6596391"/>
              <a:gd name="connsiteX476" fmla="*/ 1961928 w 6586410"/>
              <a:gd name="connsiteY476" fmla="*/ 3376275 h 6596391"/>
              <a:gd name="connsiteX477" fmla="*/ 1961928 w 6586410"/>
              <a:gd name="connsiteY477" fmla="*/ 3796200 h 6596391"/>
              <a:gd name="connsiteX478" fmla="*/ 1184853 w 6586410"/>
              <a:gd name="connsiteY478" fmla="*/ 4079023 h 6596391"/>
              <a:gd name="connsiteX479" fmla="*/ 1186390 w 6586410"/>
              <a:gd name="connsiteY479" fmla="*/ 4079582 h 6596391"/>
              <a:gd name="connsiteX480" fmla="*/ 1189393 w 6586410"/>
              <a:gd name="connsiteY480" fmla="*/ 4083855 h 6596391"/>
              <a:gd name="connsiteX481" fmla="*/ 1189393 w 6586410"/>
              <a:gd name="connsiteY481" fmla="*/ 4083861 h 6596391"/>
              <a:gd name="connsiteX482" fmla="*/ 1186396 w 6586410"/>
              <a:gd name="connsiteY482" fmla="*/ 4079594 h 6596391"/>
              <a:gd name="connsiteX483" fmla="*/ 596252 w 6586410"/>
              <a:gd name="connsiteY483" fmla="*/ 3864793 h 6596391"/>
              <a:gd name="connsiteX484" fmla="*/ 595274 w 6586410"/>
              <a:gd name="connsiteY484" fmla="*/ 3864615 h 6596391"/>
              <a:gd name="connsiteX485" fmla="*/ 596252 w 6586410"/>
              <a:gd name="connsiteY485" fmla="*/ 3864786 h 6596391"/>
              <a:gd name="connsiteX486" fmla="*/ 608000 w 6586410"/>
              <a:gd name="connsiteY486" fmla="*/ 3869066 h 6596391"/>
              <a:gd name="connsiteX487" fmla="*/ 787705 w 6586410"/>
              <a:gd name="connsiteY487" fmla="*/ 3803655 h 6596391"/>
              <a:gd name="connsiteX488" fmla="*/ 787749 w 6586410"/>
              <a:gd name="connsiteY488" fmla="*/ 3803648 h 6596391"/>
              <a:gd name="connsiteX489" fmla="*/ 1325258 w 6586410"/>
              <a:gd name="connsiteY489" fmla="*/ 3607999 h 6596391"/>
              <a:gd name="connsiteX490" fmla="*/ 1377887 w 6586410"/>
              <a:gd name="connsiteY490" fmla="*/ 3588841 h 6596391"/>
              <a:gd name="connsiteX491" fmla="*/ 1961928 w 6586410"/>
              <a:gd name="connsiteY491" fmla="*/ 3376256 h 6596391"/>
              <a:gd name="connsiteX492" fmla="*/ 1961928 w 6586410"/>
              <a:gd name="connsiteY492" fmla="*/ 3376275 h 6596391"/>
              <a:gd name="connsiteX493" fmla="*/ 1961928 w 6586410"/>
              <a:gd name="connsiteY493" fmla="*/ 3363276 h 6596391"/>
              <a:gd name="connsiteX494" fmla="*/ 1397495 w 6586410"/>
              <a:gd name="connsiteY494" fmla="*/ 3157834 h 6596391"/>
              <a:gd name="connsiteX495" fmla="*/ 1389628 w 6586410"/>
              <a:gd name="connsiteY495" fmla="*/ 3154971 h 6596391"/>
              <a:gd name="connsiteX496" fmla="*/ 1961928 w 6586410"/>
              <a:gd name="connsiteY496" fmla="*/ 2946672 h 6596391"/>
              <a:gd name="connsiteX497" fmla="*/ 1961928 w 6586410"/>
              <a:gd name="connsiteY497" fmla="*/ 3363276 h 6596391"/>
              <a:gd name="connsiteX498" fmla="*/ 1961928 w 6586410"/>
              <a:gd name="connsiteY498" fmla="*/ 2933673 h 6596391"/>
              <a:gd name="connsiteX499" fmla="*/ 1389628 w 6586410"/>
              <a:gd name="connsiteY499" fmla="*/ 2725361 h 6596391"/>
              <a:gd name="connsiteX500" fmla="*/ 1961928 w 6586410"/>
              <a:gd name="connsiteY500" fmla="*/ 2517062 h 6596391"/>
              <a:gd name="connsiteX501" fmla="*/ 1961928 w 6586410"/>
              <a:gd name="connsiteY501" fmla="*/ 2933673 h 6596391"/>
              <a:gd name="connsiteX502" fmla="*/ 1961928 w 6586410"/>
              <a:gd name="connsiteY502" fmla="*/ 365727 h 6596391"/>
              <a:gd name="connsiteX503" fmla="*/ 1763236 w 6586410"/>
              <a:gd name="connsiteY503" fmla="*/ 293407 h 6596391"/>
              <a:gd name="connsiteX504" fmla="*/ 1759718 w 6586410"/>
              <a:gd name="connsiteY504" fmla="*/ 292124 h 6596391"/>
              <a:gd name="connsiteX505" fmla="*/ 1961928 w 6586410"/>
              <a:gd name="connsiteY505" fmla="*/ 365727 h 6596391"/>
              <a:gd name="connsiteX506" fmla="*/ 1380884 w 6586410"/>
              <a:gd name="connsiteY506" fmla="*/ 154246 h 6596391"/>
              <a:gd name="connsiteX507" fmla="*/ 1680775 w 6586410"/>
              <a:gd name="connsiteY507" fmla="*/ 263390 h 6596391"/>
              <a:gd name="connsiteX508" fmla="*/ 1380884 w 6586410"/>
              <a:gd name="connsiteY508" fmla="*/ 154246 h 6596391"/>
              <a:gd name="connsiteX509" fmla="*/ 1756461 w 6586410"/>
              <a:gd name="connsiteY509" fmla="*/ 290943 h 6596391"/>
              <a:gd name="connsiteX510" fmla="*/ 1380884 w 6586410"/>
              <a:gd name="connsiteY510" fmla="*/ 427652 h 6596391"/>
              <a:gd name="connsiteX511" fmla="*/ 1380884 w 6586410"/>
              <a:gd name="connsiteY511" fmla="*/ 154246 h 6596391"/>
              <a:gd name="connsiteX512" fmla="*/ 1380884 w 6586410"/>
              <a:gd name="connsiteY512" fmla="*/ 437323 h 6596391"/>
              <a:gd name="connsiteX513" fmla="*/ 1769751 w 6586410"/>
              <a:gd name="connsiteY513" fmla="*/ 295781 h 6596391"/>
              <a:gd name="connsiteX514" fmla="*/ 1953178 w 6586410"/>
              <a:gd name="connsiteY514" fmla="*/ 362539 h 6596391"/>
              <a:gd name="connsiteX515" fmla="*/ 1380884 w 6586410"/>
              <a:gd name="connsiteY515" fmla="*/ 570844 h 6596391"/>
              <a:gd name="connsiteX516" fmla="*/ 1380884 w 6586410"/>
              <a:gd name="connsiteY516" fmla="*/ 437323 h 6596391"/>
              <a:gd name="connsiteX517" fmla="*/ 1961928 w 6586410"/>
              <a:gd name="connsiteY517" fmla="*/ 369029 h 6596391"/>
              <a:gd name="connsiteX518" fmla="*/ 1961928 w 6586410"/>
              <a:gd name="connsiteY518" fmla="*/ 785659 h 6596391"/>
              <a:gd name="connsiteX519" fmla="*/ 1389615 w 6586410"/>
              <a:gd name="connsiteY519" fmla="*/ 577353 h 6596391"/>
              <a:gd name="connsiteX520" fmla="*/ 1961928 w 6586410"/>
              <a:gd name="connsiteY520" fmla="*/ 369029 h 6596391"/>
              <a:gd name="connsiteX521" fmla="*/ 1380884 w 6586410"/>
              <a:gd name="connsiteY521" fmla="*/ 583849 h 6596391"/>
              <a:gd name="connsiteX522" fmla="*/ 1953171 w 6586410"/>
              <a:gd name="connsiteY522" fmla="*/ 792148 h 6596391"/>
              <a:gd name="connsiteX523" fmla="*/ 1380884 w 6586410"/>
              <a:gd name="connsiteY523" fmla="*/ 1000466 h 6596391"/>
              <a:gd name="connsiteX524" fmla="*/ 1380884 w 6586410"/>
              <a:gd name="connsiteY524" fmla="*/ 583849 h 6596391"/>
              <a:gd name="connsiteX525" fmla="*/ 1966468 w 6586410"/>
              <a:gd name="connsiteY525" fmla="*/ 1216919 h 6596391"/>
              <a:gd name="connsiteX526" fmla="*/ 1389628 w 6586410"/>
              <a:gd name="connsiteY526" fmla="*/ 1006956 h 6596391"/>
              <a:gd name="connsiteX527" fmla="*/ 1966475 w 6586410"/>
              <a:gd name="connsiteY527" fmla="*/ 797000 h 6596391"/>
              <a:gd name="connsiteX528" fmla="*/ 2543321 w 6586410"/>
              <a:gd name="connsiteY528" fmla="*/ 1006956 h 6596391"/>
              <a:gd name="connsiteX529" fmla="*/ 2176653 w 6586410"/>
              <a:gd name="connsiteY529" fmla="*/ 1140420 h 6596391"/>
              <a:gd name="connsiteX530" fmla="*/ 2053927 w 6586410"/>
              <a:gd name="connsiteY530" fmla="*/ 1185093 h 6596391"/>
              <a:gd name="connsiteX531" fmla="*/ 1966468 w 6586410"/>
              <a:gd name="connsiteY531" fmla="*/ 1216919 h 6596391"/>
              <a:gd name="connsiteX532" fmla="*/ 1966468 w 6586410"/>
              <a:gd name="connsiteY532" fmla="*/ 1216919 h 6596391"/>
              <a:gd name="connsiteX533" fmla="*/ 1971021 w 6586410"/>
              <a:gd name="connsiteY533" fmla="*/ 2946659 h 6596391"/>
              <a:gd name="connsiteX534" fmla="*/ 2543334 w 6586410"/>
              <a:gd name="connsiteY534" fmla="*/ 3154977 h 6596391"/>
              <a:gd name="connsiteX535" fmla="*/ 1971021 w 6586410"/>
              <a:gd name="connsiteY535" fmla="*/ 3363289 h 6596391"/>
              <a:gd name="connsiteX536" fmla="*/ 1971021 w 6586410"/>
              <a:gd name="connsiteY536" fmla="*/ 2946659 h 6596391"/>
              <a:gd name="connsiteX537" fmla="*/ 1971021 w 6586410"/>
              <a:gd name="connsiteY537" fmla="*/ 3376275 h 6596391"/>
              <a:gd name="connsiteX538" fmla="*/ 1971021 w 6586410"/>
              <a:gd name="connsiteY538" fmla="*/ 3376275 h 6596391"/>
              <a:gd name="connsiteX539" fmla="*/ 2194827 w 6586410"/>
              <a:gd name="connsiteY539" fmla="*/ 3457732 h 6596391"/>
              <a:gd name="connsiteX540" fmla="*/ 2543315 w 6586410"/>
              <a:gd name="connsiteY540" fmla="*/ 3584580 h 6596391"/>
              <a:gd name="connsiteX541" fmla="*/ 2543334 w 6586410"/>
              <a:gd name="connsiteY541" fmla="*/ 3584586 h 6596391"/>
              <a:gd name="connsiteX542" fmla="*/ 1971021 w 6586410"/>
              <a:gd name="connsiteY542" fmla="*/ 3792892 h 6596391"/>
              <a:gd name="connsiteX543" fmla="*/ 1971021 w 6586410"/>
              <a:gd name="connsiteY543" fmla="*/ 3376275 h 6596391"/>
              <a:gd name="connsiteX544" fmla="*/ 1971021 w 6586410"/>
              <a:gd name="connsiteY544" fmla="*/ 3805871 h 6596391"/>
              <a:gd name="connsiteX545" fmla="*/ 2543340 w 6586410"/>
              <a:gd name="connsiteY545" fmla="*/ 4014189 h 6596391"/>
              <a:gd name="connsiteX546" fmla="*/ 1971021 w 6586410"/>
              <a:gd name="connsiteY546" fmla="*/ 4222488 h 6596391"/>
              <a:gd name="connsiteX547" fmla="*/ 1971021 w 6586410"/>
              <a:gd name="connsiteY547" fmla="*/ 3805871 h 6596391"/>
              <a:gd name="connsiteX548" fmla="*/ 2552071 w 6586410"/>
              <a:gd name="connsiteY548" fmla="*/ 4437290 h 6596391"/>
              <a:gd name="connsiteX549" fmla="*/ 2552071 w 6586410"/>
              <a:gd name="connsiteY549" fmla="*/ 4437290 h 6596391"/>
              <a:gd name="connsiteX550" fmla="*/ 2437568 w 6586410"/>
              <a:gd name="connsiteY550" fmla="*/ 4395615 h 6596391"/>
              <a:gd name="connsiteX551" fmla="*/ 1979784 w 6586410"/>
              <a:gd name="connsiteY551" fmla="*/ 4228984 h 6596391"/>
              <a:gd name="connsiteX552" fmla="*/ 2552071 w 6586410"/>
              <a:gd name="connsiteY552" fmla="*/ 4020691 h 6596391"/>
              <a:gd name="connsiteX553" fmla="*/ 2552071 w 6586410"/>
              <a:gd name="connsiteY553" fmla="*/ 4437290 h 6596391"/>
              <a:gd name="connsiteX554" fmla="*/ 2552071 w 6586410"/>
              <a:gd name="connsiteY554" fmla="*/ 3591076 h 6596391"/>
              <a:gd name="connsiteX555" fmla="*/ 2552071 w 6586410"/>
              <a:gd name="connsiteY555" fmla="*/ 4007687 h 6596391"/>
              <a:gd name="connsiteX556" fmla="*/ 1979771 w 6586410"/>
              <a:gd name="connsiteY556" fmla="*/ 3799375 h 6596391"/>
              <a:gd name="connsiteX557" fmla="*/ 2286959 w 6586410"/>
              <a:gd name="connsiteY557" fmla="*/ 3687571 h 6596391"/>
              <a:gd name="connsiteX558" fmla="*/ 2552071 w 6586410"/>
              <a:gd name="connsiteY558" fmla="*/ 3591076 h 6596391"/>
              <a:gd name="connsiteX559" fmla="*/ 2552071 w 6586410"/>
              <a:gd name="connsiteY559" fmla="*/ 3591076 h 6596391"/>
              <a:gd name="connsiteX560" fmla="*/ 2552071 w 6586410"/>
              <a:gd name="connsiteY560" fmla="*/ 3578077 h 6596391"/>
              <a:gd name="connsiteX561" fmla="*/ 2552071 w 6586410"/>
              <a:gd name="connsiteY561" fmla="*/ 3578090 h 6596391"/>
              <a:gd name="connsiteX562" fmla="*/ 2076424 w 6586410"/>
              <a:gd name="connsiteY562" fmla="*/ 3404951 h 6596391"/>
              <a:gd name="connsiteX563" fmla="*/ 1979771 w 6586410"/>
              <a:gd name="connsiteY563" fmla="*/ 3369772 h 6596391"/>
              <a:gd name="connsiteX564" fmla="*/ 2552071 w 6586410"/>
              <a:gd name="connsiteY564" fmla="*/ 3161473 h 6596391"/>
              <a:gd name="connsiteX565" fmla="*/ 2552071 w 6586410"/>
              <a:gd name="connsiteY565" fmla="*/ 3578077 h 6596391"/>
              <a:gd name="connsiteX566" fmla="*/ 2552071 w 6586410"/>
              <a:gd name="connsiteY566" fmla="*/ 2731876 h 6596391"/>
              <a:gd name="connsiteX567" fmla="*/ 2552071 w 6586410"/>
              <a:gd name="connsiteY567" fmla="*/ 3148475 h 6596391"/>
              <a:gd name="connsiteX568" fmla="*/ 1979790 w 6586410"/>
              <a:gd name="connsiteY568" fmla="*/ 2940176 h 6596391"/>
              <a:gd name="connsiteX569" fmla="*/ 1971021 w 6586410"/>
              <a:gd name="connsiteY569" fmla="*/ 2943363 h 6596391"/>
              <a:gd name="connsiteX570" fmla="*/ 1971021 w 6586410"/>
              <a:gd name="connsiteY570" fmla="*/ 2943351 h 6596391"/>
              <a:gd name="connsiteX571" fmla="*/ 2552071 w 6586410"/>
              <a:gd name="connsiteY571" fmla="*/ 2731876 h 6596391"/>
              <a:gd name="connsiteX572" fmla="*/ 2552071 w 6586410"/>
              <a:gd name="connsiteY572" fmla="*/ 2731876 h 6596391"/>
              <a:gd name="connsiteX573" fmla="*/ 1971027 w 6586410"/>
              <a:gd name="connsiteY573" fmla="*/ 2933673 h 6596391"/>
              <a:gd name="connsiteX574" fmla="*/ 1971027 w 6586410"/>
              <a:gd name="connsiteY574" fmla="*/ 2517075 h 6596391"/>
              <a:gd name="connsiteX575" fmla="*/ 2543315 w 6586410"/>
              <a:gd name="connsiteY575" fmla="*/ 2725380 h 6596391"/>
              <a:gd name="connsiteX576" fmla="*/ 2543321 w 6586410"/>
              <a:gd name="connsiteY576" fmla="*/ 2725380 h 6596391"/>
              <a:gd name="connsiteX577" fmla="*/ 2424602 w 6586410"/>
              <a:gd name="connsiteY577" fmla="*/ 2768598 h 6596391"/>
              <a:gd name="connsiteX578" fmla="*/ 2018449 w 6586410"/>
              <a:gd name="connsiteY578" fmla="*/ 2916414 h 6596391"/>
              <a:gd name="connsiteX579" fmla="*/ 1971027 w 6586410"/>
              <a:gd name="connsiteY579" fmla="*/ 2933673 h 6596391"/>
              <a:gd name="connsiteX580" fmla="*/ 2552071 w 6586410"/>
              <a:gd name="connsiteY580" fmla="*/ 2718884 h 6596391"/>
              <a:gd name="connsiteX581" fmla="*/ 2401995 w 6586410"/>
              <a:gd name="connsiteY581" fmla="*/ 2664262 h 6596391"/>
              <a:gd name="connsiteX582" fmla="*/ 1971021 w 6586410"/>
              <a:gd name="connsiteY582" fmla="*/ 2507398 h 6596391"/>
              <a:gd name="connsiteX583" fmla="*/ 1971021 w 6586410"/>
              <a:gd name="connsiteY583" fmla="*/ 2507391 h 6596391"/>
              <a:gd name="connsiteX584" fmla="*/ 1971021 w 6586410"/>
              <a:gd name="connsiteY584" fmla="*/ 1657863 h 6596391"/>
              <a:gd name="connsiteX585" fmla="*/ 1971021 w 6586410"/>
              <a:gd name="connsiteY585" fmla="*/ 1657857 h 6596391"/>
              <a:gd name="connsiteX586" fmla="*/ 2358345 w 6586410"/>
              <a:gd name="connsiteY586" fmla="*/ 1798839 h 6596391"/>
              <a:gd name="connsiteX587" fmla="*/ 2552071 w 6586410"/>
              <a:gd name="connsiteY587" fmla="*/ 1869350 h 6596391"/>
              <a:gd name="connsiteX588" fmla="*/ 2552071 w 6586410"/>
              <a:gd name="connsiteY588" fmla="*/ 2718884 h 6596391"/>
              <a:gd name="connsiteX589" fmla="*/ 2552071 w 6586410"/>
              <a:gd name="connsiteY589" fmla="*/ 1859672 h 6596391"/>
              <a:gd name="connsiteX590" fmla="*/ 1979771 w 6586410"/>
              <a:gd name="connsiteY590" fmla="*/ 1651367 h 6596391"/>
              <a:gd name="connsiteX591" fmla="*/ 2552071 w 6586410"/>
              <a:gd name="connsiteY591" fmla="*/ 1443068 h 6596391"/>
              <a:gd name="connsiteX592" fmla="*/ 2552071 w 6586410"/>
              <a:gd name="connsiteY592" fmla="*/ 1859672 h 6596391"/>
              <a:gd name="connsiteX593" fmla="*/ 2552071 w 6586410"/>
              <a:gd name="connsiteY593" fmla="*/ 1013458 h 6596391"/>
              <a:gd name="connsiteX594" fmla="*/ 2552071 w 6586410"/>
              <a:gd name="connsiteY594" fmla="*/ 1430069 h 6596391"/>
              <a:gd name="connsiteX595" fmla="*/ 1979771 w 6586410"/>
              <a:gd name="connsiteY595" fmla="*/ 1221758 h 6596391"/>
              <a:gd name="connsiteX596" fmla="*/ 2552071 w 6586410"/>
              <a:gd name="connsiteY596" fmla="*/ 1013458 h 6596391"/>
              <a:gd name="connsiteX597" fmla="*/ 1968030 w 6586410"/>
              <a:gd name="connsiteY597" fmla="*/ 1226031 h 6596391"/>
              <a:gd name="connsiteX598" fmla="*/ 2552071 w 6586410"/>
              <a:gd name="connsiteY598" fmla="*/ 1013446 h 6596391"/>
              <a:gd name="connsiteX599" fmla="*/ 2552071 w 6586410"/>
              <a:gd name="connsiteY599" fmla="*/ 1013458 h 6596391"/>
              <a:gd name="connsiteX600" fmla="*/ 2561171 w 6586410"/>
              <a:gd name="connsiteY600" fmla="*/ 2722205 h 6596391"/>
              <a:gd name="connsiteX601" fmla="*/ 2561171 w 6586410"/>
              <a:gd name="connsiteY601" fmla="*/ 2722205 h 6596391"/>
              <a:gd name="connsiteX602" fmla="*/ 2569922 w 6586410"/>
              <a:gd name="connsiteY602" fmla="*/ 2725380 h 6596391"/>
              <a:gd name="connsiteX603" fmla="*/ 3142208 w 6586410"/>
              <a:gd name="connsiteY603" fmla="*/ 2517062 h 6596391"/>
              <a:gd name="connsiteX604" fmla="*/ 3142208 w 6586410"/>
              <a:gd name="connsiteY604" fmla="*/ 2933673 h 6596391"/>
              <a:gd name="connsiteX605" fmla="*/ 3142208 w 6586410"/>
              <a:gd name="connsiteY605" fmla="*/ 2933686 h 6596391"/>
              <a:gd name="connsiteX606" fmla="*/ 2561171 w 6586410"/>
              <a:gd name="connsiteY606" fmla="*/ 2722205 h 6596391"/>
              <a:gd name="connsiteX607" fmla="*/ 3133458 w 6586410"/>
              <a:gd name="connsiteY607" fmla="*/ 2940169 h 6596391"/>
              <a:gd name="connsiteX608" fmla="*/ 2561171 w 6586410"/>
              <a:gd name="connsiteY608" fmla="*/ 3148475 h 6596391"/>
              <a:gd name="connsiteX609" fmla="*/ 2561171 w 6586410"/>
              <a:gd name="connsiteY609" fmla="*/ 2731876 h 6596391"/>
              <a:gd name="connsiteX610" fmla="*/ 3133458 w 6586410"/>
              <a:gd name="connsiteY610" fmla="*/ 2940169 h 6596391"/>
              <a:gd name="connsiteX611" fmla="*/ 2561171 w 6586410"/>
              <a:gd name="connsiteY611" fmla="*/ 2718884 h 6596391"/>
              <a:gd name="connsiteX612" fmla="*/ 2561171 w 6586410"/>
              <a:gd name="connsiteY612" fmla="*/ 1869350 h 6596391"/>
              <a:gd name="connsiteX613" fmla="*/ 2754890 w 6586410"/>
              <a:gd name="connsiteY613" fmla="*/ 1798839 h 6596391"/>
              <a:gd name="connsiteX614" fmla="*/ 3142208 w 6586410"/>
              <a:gd name="connsiteY614" fmla="*/ 1657857 h 6596391"/>
              <a:gd name="connsiteX615" fmla="*/ 3142208 w 6586410"/>
              <a:gd name="connsiteY615" fmla="*/ 1657863 h 6596391"/>
              <a:gd name="connsiteX616" fmla="*/ 3142208 w 6586410"/>
              <a:gd name="connsiteY616" fmla="*/ 2507385 h 6596391"/>
              <a:gd name="connsiteX617" fmla="*/ 2561171 w 6586410"/>
              <a:gd name="connsiteY617" fmla="*/ 2718884 h 6596391"/>
              <a:gd name="connsiteX618" fmla="*/ 2561171 w 6586410"/>
              <a:gd name="connsiteY618" fmla="*/ 1859672 h 6596391"/>
              <a:gd name="connsiteX619" fmla="*/ 2561171 w 6586410"/>
              <a:gd name="connsiteY619" fmla="*/ 1443068 h 6596391"/>
              <a:gd name="connsiteX620" fmla="*/ 3133465 w 6586410"/>
              <a:gd name="connsiteY620" fmla="*/ 1651367 h 6596391"/>
              <a:gd name="connsiteX621" fmla="*/ 2561171 w 6586410"/>
              <a:gd name="connsiteY621" fmla="*/ 1859672 h 6596391"/>
              <a:gd name="connsiteX622" fmla="*/ 2561165 w 6586410"/>
              <a:gd name="connsiteY622" fmla="*/ 1006962 h 6596391"/>
              <a:gd name="connsiteX623" fmla="*/ 2561165 w 6586410"/>
              <a:gd name="connsiteY623" fmla="*/ 1006962 h 6596391"/>
              <a:gd name="connsiteX624" fmla="*/ 2561165 w 6586410"/>
              <a:gd name="connsiteY624" fmla="*/ 1006962 h 6596391"/>
              <a:gd name="connsiteX625" fmla="*/ 2561165 w 6586410"/>
              <a:gd name="connsiteY625" fmla="*/ 1006962 h 6596391"/>
              <a:gd name="connsiteX626" fmla="*/ 3133458 w 6586410"/>
              <a:gd name="connsiteY626" fmla="*/ 1221764 h 6596391"/>
              <a:gd name="connsiteX627" fmla="*/ 2561171 w 6586410"/>
              <a:gd name="connsiteY627" fmla="*/ 1430076 h 6596391"/>
              <a:gd name="connsiteX628" fmla="*/ 2561171 w 6586410"/>
              <a:gd name="connsiteY628" fmla="*/ 1013465 h 6596391"/>
              <a:gd name="connsiteX629" fmla="*/ 3133458 w 6586410"/>
              <a:gd name="connsiteY629" fmla="*/ 1221764 h 6596391"/>
              <a:gd name="connsiteX630" fmla="*/ 3133465 w 6586410"/>
              <a:gd name="connsiteY630" fmla="*/ 3369778 h 6596391"/>
              <a:gd name="connsiteX631" fmla="*/ 2561171 w 6586410"/>
              <a:gd name="connsiteY631" fmla="*/ 3578096 h 6596391"/>
              <a:gd name="connsiteX632" fmla="*/ 2561171 w 6586410"/>
              <a:gd name="connsiteY632" fmla="*/ 3161479 h 6596391"/>
              <a:gd name="connsiteX633" fmla="*/ 3133465 w 6586410"/>
              <a:gd name="connsiteY633" fmla="*/ 3369778 h 6596391"/>
              <a:gd name="connsiteX634" fmla="*/ 3133465 w 6586410"/>
              <a:gd name="connsiteY634" fmla="*/ 3799381 h 6596391"/>
              <a:gd name="connsiteX635" fmla="*/ 2561171 w 6586410"/>
              <a:gd name="connsiteY635" fmla="*/ 4007693 h 6596391"/>
              <a:gd name="connsiteX636" fmla="*/ 2561171 w 6586410"/>
              <a:gd name="connsiteY636" fmla="*/ 3591082 h 6596391"/>
              <a:gd name="connsiteX637" fmla="*/ 3133465 w 6586410"/>
              <a:gd name="connsiteY637" fmla="*/ 3799381 h 6596391"/>
              <a:gd name="connsiteX638" fmla="*/ 2561171 w 6586410"/>
              <a:gd name="connsiteY638" fmla="*/ 4437284 h 6596391"/>
              <a:gd name="connsiteX639" fmla="*/ 2561171 w 6586410"/>
              <a:gd name="connsiteY639" fmla="*/ 4020691 h 6596391"/>
              <a:gd name="connsiteX640" fmla="*/ 3133452 w 6586410"/>
              <a:gd name="connsiteY640" fmla="*/ 4228984 h 6596391"/>
              <a:gd name="connsiteX641" fmla="*/ 2561171 w 6586410"/>
              <a:gd name="connsiteY641" fmla="*/ 4437284 h 6596391"/>
              <a:gd name="connsiteX642" fmla="*/ 3142208 w 6586410"/>
              <a:gd name="connsiteY642" fmla="*/ 4222488 h 6596391"/>
              <a:gd name="connsiteX643" fmla="*/ 2569890 w 6586410"/>
              <a:gd name="connsiteY643" fmla="*/ 4014189 h 6596391"/>
              <a:gd name="connsiteX644" fmla="*/ 3142208 w 6586410"/>
              <a:gd name="connsiteY644" fmla="*/ 3805871 h 6596391"/>
              <a:gd name="connsiteX645" fmla="*/ 3142208 w 6586410"/>
              <a:gd name="connsiteY645" fmla="*/ 4222488 h 6596391"/>
              <a:gd name="connsiteX646" fmla="*/ 3142208 w 6586410"/>
              <a:gd name="connsiteY646" fmla="*/ 3792892 h 6596391"/>
              <a:gd name="connsiteX647" fmla="*/ 3142208 w 6586410"/>
              <a:gd name="connsiteY647" fmla="*/ 3792904 h 6596391"/>
              <a:gd name="connsiteX648" fmla="*/ 2569896 w 6586410"/>
              <a:gd name="connsiteY648" fmla="*/ 3584586 h 6596391"/>
              <a:gd name="connsiteX649" fmla="*/ 2569896 w 6586410"/>
              <a:gd name="connsiteY649" fmla="*/ 3584580 h 6596391"/>
              <a:gd name="connsiteX650" fmla="*/ 3142208 w 6586410"/>
              <a:gd name="connsiteY650" fmla="*/ 3376268 h 6596391"/>
              <a:gd name="connsiteX651" fmla="*/ 3142208 w 6586410"/>
              <a:gd name="connsiteY651" fmla="*/ 3792892 h 6596391"/>
              <a:gd name="connsiteX652" fmla="*/ 3142208 w 6586410"/>
              <a:gd name="connsiteY652" fmla="*/ 3083324 h 6596391"/>
              <a:gd name="connsiteX653" fmla="*/ 3142208 w 6586410"/>
              <a:gd name="connsiteY653" fmla="*/ 3083406 h 6596391"/>
              <a:gd name="connsiteX654" fmla="*/ 3142208 w 6586410"/>
              <a:gd name="connsiteY654" fmla="*/ 3226529 h 6596391"/>
              <a:gd name="connsiteX655" fmla="*/ 3142208 w 6586410"/>
              <a:gd name="connsiteY655" fmla="*/ 3226611 h 6596391"/>
              <a:gd name="connsiteX656" fmla="*/ 3142208 w 6586410"/>
              <a:gd name="connsiteY656" fmla="*/ 3363289 h 6596391"/>
              <a:gd name="connsiteX657" fmla="*/ 2569896 w 6586410"/>
              <a:gd name="connsiteY657" fmla="*/ 3154977 h 6596391"/>
              <a:gd name="connsiteX658" fmla="*/ 3142208 w 6586410"/>
              <a:gd name="connsiteY658" fmla="*/ 2946659 h 6596391"/>
              <a:gd name="connsiteX659" fmla="*/ 3142208 w 6586410"/>
              <a:gd name="connsiteY659" fmla="*/ 3083324 h 6596391"/>
              <a:gd name="connsiteX660" fmla="*/ 3142208 w 6586410"/>
              <a:gd name="connsiteY660" fmla="*/ 1644877 h 6596391"/>
              <a:gd name="connsiteX661" fmla="*/ 2569896 w 6586410"/>
              <a:gd name="connsiteY661" fmla="*/ 1436565 h 6596391"/>
              <a:gd name="connsiteX662" fmla="*/ 3142208 w 6586410"/>
              <a:gd name="connsiteY662" fmla="*/ 1228254 h 6596391"/>
              <a:gd name="connsiteX663" fmla="*/ 3142208 w 6586410"/>
              <a:gd name="connsiteY663" fmla="*/ 1644877 h 6596391"/>
              <a:gd name="connsiteX664" fmla="*/ 3151302 w 6586410"/>
              <a:gd name="connsiteY664" fmla="*/ 795336 h 6596391"/>
              <a:gd name="connsiteX665" fmla="*/ 3736899 w 6586410"/>
              <a:gd name="connsiteY665" fmla="*/ 582192 h 6596391"/>
              <a:gd name="connsiteX666" fmla="*/ 4322490 w 6586410"/>
              <a:gd name="connsiteY666" fmla="*/ 795336 h 6596391"/>
              <a:gd name="connsiteX667" fmla="*/ 4322490 w 6586410"/>
              <a:gd name="connsiteY667" fmla="*/ 1218570 h 6596391"/>
              <a:gd name="connsiteX668" fmla="*/ 3736899 w 6586410"/>
              <a:gd name="connsiteY668" fmla="*/ 1431727 h 6596391"/>
              <a:gd name="connsiteX669" fmla="*/ 3151302 w 6586410"/>
              <a:gd name="connsiteY669" fmla="*/ 1218570 h 6596391"/>
              <a:gd name="connsiteX670" fmla="*/ 3151302 w 6586410"/>
              <a:gd name="connsiteY670" fmla="*/ 795336 h 6596391"/>
              <a:gd name="connsiteX671" fmla="*/ 3151302 w 6586410"/>
              <a:gd name="connsiteY671" fmla="*/ 2504045 h 6596391"/>
              <a:gd name="connsiteX672" fmla="*/ 3151302 w 6586410"/>
              <a:gd name="connsiteY672" fmla="*/ 2080976 h 6596391"/>
              <a:gd name="connsiteX673" fmla="*/ 3151302 w 6586410"/>
              <a:gd name="connsiteY673" fmla="*/ 1657863 h 6596391"/>
              <a:gd name="connsiteX674" fmla="*/ 3732346 w 6586410"/>
              <a:gd name="connsiteY674" fmla="*/ 1869350 h 6596391"/>
              <a:gd name="connsiteX675" fmla="*/ 3732352 w 6586410"/>
              <a:gd name="connsiteY675" fmla="*/ 1869350 h 6596391"/>
              <a:gd name="connsiteX676" fmla="*/ 3732352 w 6586410"/>
              <a:gd name="connsiteY676" fmla="*/ 2292584 h 6596391"/>
              <a:gd name="connsiteX677" fmla="*/ 3732346 w 6586410"/>
              <a:gd name="connsiteY677" fmla="*/ 2292584 h 6596391"/>
              <a:gd name="connsiteX678" fmla="*/ 3151302 w 6586410"/>
              <a:gd name="connsiteY678" fmla="*/ 2504083 h 6596391"/>
              <a:gd name="connsiteX679" fmla="*/ 3151302 w 6586410"/>
              <a:gd name="connsiteY679" fmla="*/ 2504045 h 6596391"/>
              <a:gd name="connsiteX680" fmla="*/ 3540207 w 6586410"/>
              <a:gd name="connsiteY680" fmla="*/ 2801790 h 6596391"/>
              <a:gd name="connsiteX681" fmla="*/ 3723633 w 6586410"/>
              <a:gd name="connsiteY681" fmla="*/ 2868560 h 6596391"/>
              <a:gd name="connsiteX682" fmla="*/ 3540214 w 6586410"/>
              <a:gd name="connsiteY682" fmla="*/ 2935318 h 6596391"/>
              <a:gd name="connsiteX683" fmla="*/ 3356781 w 6586410"/>
              <a:gd name="connsiteY683" fmla="*/ 2868554 h 6596391"/>
              <a:gd name="connsiteX684" fmla="*/ 3540207 w 6586410"/>
              <a:gd name="connsiteY684" fmla="*/ 2801790 h 6596391"/>
              <a:gd name="connsiteX685" fmla="*/ 3540201 w 6586410"/>
              <a:gd name="connsiteY685" fmla="*/ 2792119 h 6596391"/>
              <a:gd name="connsiteX686" fmla="*/ 3356763 w 6586410"/>
              <a:gd name="connsiteY686" fmla="*/ 2725349 h 6596391"/>
              <a:gd name="connsiteX687" fmla="*/ 3540201 w 6586410"/>
              <a:gd name="connsiteY687" fmla="*/ 2658585 h 6596391"/>
              <a:gd name="connsiteX688" fmla="*/ 3723633 w 6586410"/>
              <a:gd name="connsiteY688" fmla="*/ 2725349 h 6596391"/>
              <a:gd name="connsiteX689" fmla="*/ 3540201 w 6586410"/>
              <a:gd name="connsiteY689" fmla="*/ 2792119 h 6596391"/>
              <a:gd name="connsiteX690" fmla="*/ 3723640 w 6586410"/>
              <a:gd name="connsiteY690" fmla="*/ 3011759 h 6596391"/>
              <a:gd name="connsiteX691" fmla="*/ 3540195 w 6586410"/>
              <a:gd name="connsiteY691" fmla="*/ 3078529 h 6596391"/>
              <a:gd name="connsiteX692" fmla="*/ 3356769 w 6586410"/>
              <a:gd name="connsiteY692" fmla="*/ 3011765 h 6596391"/>
              <a:gd name="connsiteX693" fmla="*/ 3540214 w 6586410"/>
              <a:gd name="connsiteY693" fmla="*/ 2944995 h 6596391"/>
              <a:gd name="connsiteX694" fmla="*/ 3723640 w 6586410"/>
              <a:gd name="connsiteY694" fmla="*/ 3011759 h 6596391"/>
              <a:gd name="connsiteX695" fmla="*/ 3526904 w 6586410"/>
              <a:gd name="connsiteY695" fmla="*/ 3083368 h 6596391"/>
              <a:gd name="connsiteX696" fmla="*/ 3343466 w 6586410"/>
              <a:gd name="connsiteY696" fmla="*/ 3150132 h 6596391"/>
              <a:gd name="connsiteX697" fmla="*/ 3160046 w 6586410"/>
              <a:gd name="connsiteY697" fmla="*/ 3083368 h 6596391"/>
              <a:gd name="connsiteX698" fmla="*/ 3343478 w 6586410"/>
              <a:gd name="connsiteY698" fmla="*/ 3016604 h 6596391"/>
              <a:gd name="connsiteX699" fmla="*/ 3526904 w 6586410"/>
              <a:gd name="connsiteY699" fmla="*/ 3083368 h 6596391"/>
              <a:gd name="connsiteX700" fmla="*/ 3540195 w 6586410"/>
              <a:gd name="connsiteY700" fmla="*/ 3088207 h 6596391"/>
              <a:gd name="connsiteX701" fmla="*/ 3723615 w 6586410"/>
              <a:gd name="connsiteY701" fmla="*/ 3154971 h 6596391"/>
              <a:gd name="connsiteX702" fmla="*/ 3540182 w 6586410"/>
              <a:gd name="connsiteY702" fmla="*/ 3221734 h 6596391"/>
              <a:gd name="connsiteX703" fmla="*/ 3356763 w 6586410"/>
              <a:gd name="connsiteY703" fmla="*/ 3154971 h 6596391"/>
              <a:gd name="connsiteX704" fmla="*/ 3540195 w 6586410"/>
              <a:gd name="connsiteY704" fmla="*/ 3088207 h 6596391"/>
              <a:gd name="connsiteX705" fmla="*/ 3553492 w 6586410"/>
              <a:gd name="connsiteY705" fmla="*/ 3083368 h 6596391"/>
              <a:gd name="connsiteX706" fmla="*/ 3732352 w 6586410"/>
              <a:gd name="connsiteY706" fmla="*/ 3018268 h 6596391"/>
              <a:gd name="connsiteX707" fmla="*/ 3732352 w 6586410"/>
              <a:gd name="connsiteY707" fmla="*/ 3148468 h 6596391"/>
              <a:gd name="connsiteX708" fmla="*/ 3553492 w 6586410"/>
              <a:gd name="connsiteY708" fmla="*/ 3083368 h 6596391"/>
              <a:gd name="connsiteX709" fmla="*/ 3553511 w 6586410"/>
              <a:gd name="connsiteY709" fmla="*/ 2940156 h 6596391"/>
              <a:gd name="connsiteX710" fmla="*/ 3732352 w 6586410"/>
              <a:gd name="connsiteY710" fmla="*/ 2875063 h 6596391"/>
              <a:gd name="connsiteX711" fmla="*/ 3732352 w 6586410"/>
              <a:gd name="connsiteY711" fmla="*/ 3005250 h 6596391"/>
              <a:gd name="connsiteX712" fmla="*/ 3553511 w 6586410"/>
              <a:gd name="connsiteY712" fmla="*/ 2940156 h 6596391"/>
              <a:gd name="connsiteX713" fmla="*/ 3553492 w 6586410"/>
              <a:gd name="connsiteY713" fmla="*/ 2796958 h 6596391"/>
              <a:gd name="connsiteX714" fmla="*/ 3732352 w 6586410"/>
              <a:gd name="connsiteY714" fmla="*/ 2731864 h 6596391"/>
              <a:gd name="connsiteX715" fmla="*/ 3732352 w 6586410"/>
              <a:gd name="connsiteY715" fmla="*/ 2862064 h 6596391"/>
              <a:gd name="connsiteX716" fmla="*/ 3553492 w 6586410"/>
              <a:gd name="connsiteY716" fmla="*/ 2796958 h 6596391"/>
              <a:gd name="connsiteX717" fmla="*/ 3553492 w 6586410"/>
              <a:gd name="connsiteY717" fmla="*/ 2653746 h 6596391"/>
              <a:gd name="connsiteX718" fmla="*/ 3732352 w 6586410"/>
              <a:gd name="connsiteY718" fmla="*/ 2588652 h 6596391"/>
              <a:gd name="connsiteX719" fmla="*/ 3732352 w 6586410"/>
              <a:gd name="connsiteY719" fmla="*/ 2718853 h 6596391"/>
              <a:gd name="connsiteX720" fmla="*/ 3553492 w 6586410"/>
              <a:gd name="connsiteY720" fmla="*/ 2653746 h 6596391"/>
              <a:gd name="connsiteX721" fmla="*/ 3540195 w 6586410"/>
              <a:gd name="connsiteY721" fmla="*/ 2648907 h 6596391"/>
              <a:gd name="connsiteX722" fmla="*/ 3356769 w 6586410"/>
              <a:gd name="connsiteY722" fmla="*/ 2582144 h 6596391"/>
              <a:gd name="connsiteX723" fmla="*/ 3732346 w 6586410"/>
              <a:gd name="connsiteY723" fmla="*/ 2445447 h 6596391"/>
              <a:gd name="connsiteX724" fmla="*/ 3732346 w 6586410"/>
              <a:gd name="connsiteY724" fmla="*/ 2578975 h 6596391"/>
              <a:gd name="connsiteX725" fmla="*/ 3540195 w 6586410"/>
              <a:gd name="connsiteY725" fmla="*/ 2648907 h 6596391"/>
              <a:gd name="connsiteX726" fmla="*/ 3343484 w 6586410"/>
              <a:gd name="connsiteY726" fmla="*/ 2577305 h 6596391"/>
              <a:gd name="connsiteX727" fmla="*/ 3160096 w 6586410"/>
              <a:gd name="connsiteY727" fmla="*/ 2510554 h 6596391"/>
              <a:gd name="connsiteX728" fmla="*/ 3732352 w 6586410"/>
              <a:gd name="connsiteY728" fmla="*/ 2302261 h 6596391"/>
              <a:gd name="connsiteX729" fmla="*/ 3732352 w 6586410"/>
              <a:gd name="connsiteY729" fmla="*/ 2435763 h 6596391"/>
              <a:gd name="connsiteX730" fmla="*/ 3343484 w 6586410"/>
              <a:gd name="connsiteY730" fmla="*/ 2577305 h 6596391"/>
              <a:gd name="connsiteX731" fmla="*/ 3526904 w 6586410"/>
              <a:gd name="connsiteY731" fmla="*/ 2653746 h 6596391"/>
              <a:gd name="connsiteX732" fmla="*/ 3343466 w 6586410"/>
              <a:gd name="connsiteY732" fmla="*/ 2720510 h 6596391"/>
              <a:gd name="connsiteX733" fmla="*/ 3160046 w 6586410"/>
              <a:gd name="connsiteY733" fmla="*/ 2653746 h 6596391"/>
              <a:gd name="connsiteX734" fmla="*/ 3343478 w 6586410"/>
              <a:gd name="connsiteY734" fmla="*/ 2586982 h 6596391"/>
              <a:gd name="connsiteX735" fmla="*/ 3526904 w 6586410"/>
              <a:gd name="connsiteY735" fmla="*/ 2653746 h 6596391"/>
              <a:gd name="connsiteX736" fmla="*/ 3343478 w 6586410"/>
              <a:gd name="connsiteY736" fmla="*/ 2730187 h 6596391"/>
              <a:gd name="connsiteX737" fmla="*/ 3526917 w 6586410"/>
              <a:gd name="connsiteY737" fmla="*/ 2796958 h 6596391"/>
              <a:gd name="connsiteX738" fmla="*/ 3343491 w 6586410"/>
              <a:gd name="connsiteY738" fmla="*/ 2863715 h 6596391"/>
              <a:gd name="connsiteX739" fmla="*/ 3160052 w 6586410"/>
              <a:gd name="connsiteY739" fmla="*/ 2796945 h 6596391"/>
              <a:gd name="connsiteX740" fmla="*/ 3343478 w 6586410"/>
              <a:gd name="connsiteY740" fmla="*/ 2730187 h 6596391"/>
              <a:gd name="connsiteX741" fmla="*/ 3343498 w 6586410"/>
              <a:gd name="connsiteY741" fmla="*/ 2873393 h 6596391"/>
              <a:gd name="connsiteX742" fmla="*/ 3526924 w 6586410"/>
              <a:gd name="connsiteY742" fmla="*/ 2940156 h 6596391"/>
              <a:gd name="connsiteX743" fmla="*/ 3343478 w 6586410"/>
              <a:gd name="connsiteY743" fmla="*/ 3006927 h 6596391"/>
              <a:gd name="connsiteX744" fmla="*/ 3160052 w 6586410"/>
              <a:gd name="connsiteY744" fmla="*/ 2940163 h 6596391"/>
              <a:gd name="connsiteX745" fmla="*/ 3343498 w 6586410"/>
              <a:gd name="connsiteY745" fmla="*/ 2873393 h 6596391"/>
              <a:gd name="connsiteX746" fmla="*/ 3330188 w 6586410"/>
              <a:gd name="connsiteY746" fmla="*/ 3011765 h 6596391"/>
              <a:gd name="connsiteX747" fmla="*/ 3151302 w 6586410"/>
              <a:gd name="connsiteY747" fmla="*/ 3076872 h 6596391"/>
              <a:gd name="connsiteX748" fmla="*/ 3151302 w 6586410"/>
              <a:gd name="connsiteY748" fmla="*/ 2946653 h 6596391"/>
              <a:gd name="connsiteX749" fmla="*/ 3330188 w 6586410"/>
              <a:gd name="connsiteY749" fmla="*/ 3011765 h 6596391"/>
              <a:gd name="connsiteX750" fmla="*/ 3330181 w 6586410"/>
              <a:gd name="connsiteY750" fmla="*/ 3154971 h 6596391"/>
              <a:gd name="connsiteX751" fmla="*/ 3151302 w 6586410"/>
              <a:gd name="connsiteY751" fmla="*/ 3220077 h 6596391"/>
              <a:gd name="connsiteX752" fmla="*/ 3151302 w 6586410"/>
              <a:gd name="connsiteY752" fmla="*/ 3089864 h 6596391"/>
              <a:gd name="connsiteX753" fmla="*/ 3330181 w 6586410"/>
              <a:gd name="connsiteY753" fmla="*/ 3154971 h 6596391"/>
              <a:gd name="connsiteX754" fmla="*/ 3343478 w 6586410"/>
              <a:gd name="connsiteY754" fmla="*/ 3159803 h 6596391"/>
              <a:gd name="connsiteX755" fmla="*/ 3526898 w 6586410"/>
              <a:gd name="connsiteY755" fmla="*/ 3226567 h 6596391"/>
              <a:gd name="connsiteX756" fmla="*/ 3343478 w 6586410"/>
              <a:gd name="connsiteY756" fmla="*/ 3293325 h 6596391"/>
              <a:gd name="connsiteX757" fmla="*/ 3160052 w 6586410"/>
              <a:gd name="connsiteY757" fmla="*/ 3226560 h 6596391"/>
              <a:gd name="connsiteX758" fmla="*/ 3343478 w 6586410"/>
              <a:gd name="connsiteY758" fmla="*/ 3159803 h 6596391"/>
              <a:gd name="connsiteX759" fmla="*/ 3540189 w 6586410"/>
              <a:gd name="connsiteY759" fmla="*/ 3231412 h 6596391"/>
              <a:gd name="connsiteX760" fmla="*/ 3735336 w 6586410"/>
              <a:gd name="connsiteY760" fmla="*/ 3302443 h 6596391"/>
              <a:gd name="connsiteX761" fmla="*/ 3736892 w 6586410"/>
              <a:gd name="connsiteY761" fmla="*/ 3302722 h 6596391"/>
              <a:gd name="connsiteX762" fmla="*/ 3738448 w 6586410"/>
              <a:gd name="connsiteY762" fmla="*/ 3302443 h 6596391"/>
              <a:gd name="connsiteX763" fmla="*/ 3933596 w 6586410"/>
              <a:gd name="connsiteY763" fmla="*/ 3231412 h 6596391"/>
              <a:gd name="connsiteX764" fmla="*/ 4117016 w 6586410"/>
              <a:gd name="connsiteY764" fmla="*/ 3298170 h 6596391"/>
              <a:gd name="connsiteX765" fmla="*/ 3736892 w 6586410"/>
              <a:gd name="connsiteY765" fmla="*/ 3436530 h 6596391"/>
              <a:gd name="connsiteX766" fmla="*/ 3356769 w 6586410"/>
              <a:gd name="connsiteY766" fmla="*/ 3298170 h 6596391"/>
              <a:gd name="connsiteX767" fmla="*/ 3540189 w 6586410"/>
              <a:gd name="connsiteY767" fmla="*/ 3231412 h 6596391"/>
              <a:gd name="connsiteX768" fmla="*/ 3750183 w 6586410"/>
              <a:gd name="connsiteY768" fmla="*/ 3154971 h 6596391"/>
              <a:gd name="connsiteX769" fmla="*/ 3933603 w 6586410"/>
              <a:gd name="connsiteY769" fmla="*/ 3088207 h 6596391"/>
              <a:gd name="connsiteX770" fmla="*/ 4117035 w 6586410"/>
              <a:gd name="connsiteY770" fmla="*/ 3154971 h 6596391"/>
              <a:gd name="connsiteX771" fmla="*/ 3933616 w 6586410"/>
              <a:gd name="connsiteY771" fmla="*/ 3221734 h 6596391"/>
              <a:gd name="connsiteX772" fmla="*/ 3750183 w 6586410"/>
              <a:gd name="connsiteY772" fmla="*/ 3154971 h 6596391"/>
              <a:gd name="connsiteX773" fmla="*/ 3750157 w 6586410"/>
              <a:gd name="connsiteY773" fmla="*/ 3011759 h 6596391"/>
              <a:gd name="connsiteX774" fmla="*/ 3933584 w 6586410"/>
              <a:gd name="connsiteY774" fmla="*/ 2944995 h 6596391"/>
              <a:gd name="connsiteX775" fmla="*/ 4117029 w 6586410"/>
              <a:gd name="connsiteY775" fmla="*/ 3011765 h 6596391"/>
              <a:gd name="connsiteX776" fmla="*/ 3933603 w 6586410"/>
              <a:gd name="connsiteY776" fmla="*/ 3078529 h 6596391"/>
              <a:gd name="connsiteX777" fmla="*/ 3750157 w 6586410"/>
              <a:gd name="connsiteY777" fmla="*/ 3011759 h 6596391"/>
              <a:gd name="connsiteX778" fmla="*/ 3750164 w 6586410"/>
              <a:gd name="connsiteY778" fmla="*/ 2868560 h 6596391"/>
              <a:gd name="connsiteX779" fmla="*/ 3933590 w 6586410"/>
              <a:gd name="connsiteY779" fmla="*/ 2801790 h 6596391"/>
              <a:gd name="connsiteX780" fmla="*/ 4117016 w 6586410"/>
              <a:gd name="connsiteY780" fmla="*/ 2868554 h 6596391"/>
              <a:gd name="connsiteX781" fmla="*/ 3933584 w 6586410"/>
              <a:gd name="connsiteY781" fmla="*/ 2935318 h 6596391"/>
              <a:gd name="connsiteX782" fmla="*/ 3750164 w 6586410"/>
              <a:gd name="connsiteY782" fmla="*/ 2868560 h 6596391"/>
              <a:gd name="connsiteX783" fmla="*/ 3750164 w 6586410"/>
              <a:gd name="connsiteY783" fmla="*/ 2725349 h 6596391"/>
              <a:gd name="connsiteX784" fmla="*/ 3933596 w 6586410"/>
              <a:gd name="connsiteY784" fmla="*/ 2658585 h 6596391"/>
              <a:gd name="connsiteX785" fmla="*/ 4117035 w 6586410"/>
              <a:gd name="connsiteY785" fmla="*/ 2725349 h 6596391"/>
              <a:gd name="connsiteX786" fmla="*/ 3933596 w 6586410"/>
              <a:gd name="connsiteY786" fmla="*/ 2792119 h 6596391"/>
              <a:gd name="connsiteX787" fmla="*/ 3750164 w 6586410"/>
              <a:gd name="connsiteY787" fmla="*/ 2725349 h 6596391"/>
              <a:gd name="connsiteX788" fmla="*/ 3946881 w 6586410"/>
              <a:gd name="connsiteY788" fmla="*/ 2796958 h 6596391"/>
              <a:gd name="connsiteX789" fmla="*/ 4130319 w 6586410"/>
              <a:gd name="connsiteY789" fmla="*/ 2730187 h 6596391"/>
              <a:gd name="connsiteX790" fmla="*/ 4313745 w 6586410"/>
              <a:gd name="connsiteY790" fmla="*/ 2796945 h 6596391"/>
              <a:gd name="connsiteX791" fmla="*/ 4130307 w 6586410"/>
              <a:gd name="connsiteY791" fmla="*/ 2863715 h 6596391"/>
              <a:gd name="connsiteX792" fmla="*/ 3946881 w 6586410"/>
              <a:gd name="connsiteY792" fmla="*/ 2796958 h 6596391"/>
              <a:gd name="connsiteX793" fmla="*/ 3946887 w 6586410"/>
              <a:gd name="connsiteY793" fmla="*/ 2653746 h 6596391"/>
              <a:gd name="connsiteX794" fmla="*/ 4130313 w 6586410"/>
              <a:gd name="connsiteY794" fmla="*/ 2586982 h 6596391"/>
              <a:gd name="connsiteX795" fmla="*/ 4313745 w 6586410"/>
              <a:gd name="connsiteY795" fmla="*/ 2653746 h 6596391"/>
              <a:gd name="connsiteX796" fmla="*/ 4130326 w 6586410"/>
              <a:gd name="connsiteY796" fmla="*/ 2720510 h 6596391"/>
              <a:gd name="connsiteX797" fmla="*/ 3946887 w 6586410"/>
              <a:gd name="connsiteY797" fmla="*/ 2653746 h 6596391"/>
              <a:gd name="connsiteX798" fmla="*/ 3933596 w 6586410"/>
              <a:gd name="connsiteY798" fmla="*/ 2648907 h 6596391"/>
              <a:gd name="connsiteX799" fmla="*/ 3741439 w 6586410"/>
              <a:gd name="connsiteY799" fmla="*/ 2578969 h 6596391"/>
              <a:gd name="connsiteX800" fmla="*/ 3741439 w 6586410"/>
              <a:gd name="connsiteY800" fmla="*/ 2445441 h 6596391"/>
              <a:gd name="connsiteX801" fmla="*/ 4117016 w 6586410"/>
              <a:gd name="connsiteY801" fmla="*/ 2582137 h 6596391"/>
              <a:gd name="connsiteX802" fmla="*/ 3933596 w 6586410"/>
              <a:gd name="connsiteY802" fmla="*/ 2648907 h 6596391"/>
              <a:gd name="connsiteX803" fmla="*/ 3920306 w 6586410"/>
              <a:gd name="connsiteY803" fmla="*/ 2653746 h 6596391"/>
              <a:gd name="connsiteX804" fmla="*/ 3741445 w 6586410"/>
              <a:gd name="connsiteY804" fmla="*/ 2718846 h 6596391"/>
              <a:gd name="connsiteX805" fmla="*/ 3741445 w 6586410"/>
              <a:gd name="connsiteY805" fmla="*/ 2588646 h 6596391"/>
              <a:gd name="connsiteX806" fmla="*/ 3920306 w 6586410"/>
              <a:gd name="connsiteY806" fmla="*/ 2653746 h 6596391"/>
              <a:gd name="connsiteX807" fmla="*/ 3920306 w 6586410"/>
              <a:gd name="connsiteY807" fmla="*/ 2796958 h 6596391"/>
              <a:gd name="connsiteX808" fmla="*/ 3741445 w 6586410"/>
              <a:gd name="connsiteY808" fmla="*/ 2862058 h 6596391"/>
              <a:gd name="connsiteX809" fmla="*/ 3741445 w 6586410"/>
              <a:gd name="connsiteY809" fmla="*/ 2731857 h 6596391"/>
              <a:gd name="connsiteX810" fmla="*/ 3920306 w 6586410"/>
              <a:gd name="connsiteY810" fmla="*/ 2796958 h 6596391"/>
              <a:gd name="connsiteX811" fmla="*/ 3920286 w 6586410"/>
              <a:gd name="connsiteY811" fmla="*/ 2940156 h 6596391"/>
              <a:gd name="connsiteX812" fmla="*/ 3741445 w 6586410"/>
              <a:gd name="connsiteY812" fmla="*/ 3005250 h 6596391"/>
              <a:gd name="connsiteX813" fmla="*/ 3741445 w 6586410"/>
              <a:gd name="connsiteY813" fmla="*/ 2875063 h 6596391"/>
              <a:gd name="connsiteX814" fmla="*/ 3920286 w 6586410"/>
              <a:gd name="connsiteY814" fmla="*/ 2940156 h 6596391"/>
              <a:gd name="connsiteX815" fmla="*/ 3920306 w 6586410"/>
              <a:gd name="connsiteY815" fmla="*/ 3083368 h 6596391"/>
              <a:gd name="connsiteX816" fmla="*/ 3741445 w 6586410"/>
              <a:gd name="connsiteY816" fmla="*/ 3148468 h 6596391"/>
              <a:gd name="connsiteX817" fmla="*/ 3741445 w 6586410"/>
              <a:gd name="connsiteY817" fmla="*/ 3018268 h 6596391"/>
              <a:gd name="connsiteX818" fmla="*/ 3920306 w 6586410"/>
              <a:gd name="connsiteY818" fmla="*/ 3083368 h 6596391"/>
              <a:gd name="connsiteX819" fmla="*/ 3920318 w 6586410"/>
              <a:gd name="connsiteY819" fmla="*/ 3226573 h 6596391"/>
              <a:gd name="connsiteX820" fmla="*/ 3736899 w 6586410"/>
              <a:gd name="connsiteY820" fmla="*/ 3293337 h 6596391"/>
              <a:gd name="connsiteX821" fmla="*/ 3553479 w 6586410"/>
              <a:gd name="connsiteY821" fmla="*/ 3226573 h 6596391"/>
              <a:gd name="connsiteX822" fmla="*/ 3736899 w 6586410"/>
              <a:gd name="connsiteY822" fmla="*/ 3159809 h 6596391"/>
              <a:gd name="connsiteX823" fmla="*/ 3920318 w 6586410"/>
              <a:gd name="connsiteY823" fmla="*/ 3226573 h 6596391"/>
              <a:gd name="connsiteX824" fmla="*/ 3151302 w 6586410"/>
              <a:gd name="connsiteY824" fmla="*/ 2517030 h 6596391"/>
              <a:gd name="connsiteX825" fmla="*/ 3330188 w 6586410"/>
              <a:gd name="connsiteY825" fmla="*/ 2582144 h 6596391"/>
              <a:gd name="connsiteX826" fmla="*/ 3151302 w 6586410"/>
              <a:gd name="connsiteY826" fmla="*/ 2647250 h 6596391"/>
              <a:gd name="connsiteX827" fmla="*/ 3151302 w 6586410"/>
              <a:gd name="connsiteY827" fmla="*/ 2517030 h 6596391"/>
              <a:gd name="connsiteX828" fmla="*/ 3151302 w 6586410"/>
              <a:gd name="connsiteY828" fmla="*/ 2660236 h 6596391"/>
              <a:gd name="connsiteX829" fmla="*/ 3330181 w 6586410"/>
              <a:gd name="connsiteY829" fmla="*/ 2725342 h 6596391"/>
              <a:gd name="connsiteX830" fmla="*/ 3151302 w 6586410"/>
              <a:gd name="connsiteY830" fmla="*/ 2790442 h 6596391"/>
              <a:gd name="connsiteX831" fmla="*/ 3151302 w 6586410"/>
              <a:gd name="connsiteY831" fmla="*/ 2660236 h 6596391"/>
              <a:gd name="connsiteX832" fmla="*/ 3151302 w 6586410"/>
              <a:gd name="connsiteY832" fmla="*/ 2803435 h 6596391"/>
              <a:gd name="connsiteX833" fmla="*/ 3330207 w 6586410"/>
              <a:gd name="connsiteY833" fmla="*/ 2868554 h 6596391"/>
              <a:gd name="connsiteX834" fmla="*/ 3151302 w 6586410"/>
              <a:gd name="connsiteY834" fmla="*/ 2933667 h 6596391"/>
              <a:gd name="connsiteX835" fmla="*/ 3151302 w 6586410"/>
              <a:gd name="connsiteY835" fmla="*/ 2803435 h 6596391"/>
              <a:gd name="connsiteX836" fmla="*/ 3151295 w 6586410"/>
              <a:gd name="connsiteY836" fmla="*/ 2940156 h 6596391"/>
              <a:gd name="connsiteX837" fmla="*/ 3151295 w 6586410"/>
              <a:gd name="connsiteY837" fmla="*/ 2940156 h 6596391"/>
              <a:gd name="connsiteX838" fmla="*/ 3151302 w 6586410"/>
              <a:gd name="connsiteY838" fmla="*/ 2940163 h 6596391"/>
              <a:gd name="connsiteX839" fmla="*/ 3151302 w 6586410"/>
              <a:gd name="connsiteY839" fmla="*/ 2940176 h 6596391"/>
              <a:gd name="connsiteX840" fmla="*/ 3151295 w 6586410"/>
              <a:gd name="connsiteY840" fmla="*/ 2940156 h 6596391"/>
              <a:gd name="connsiteX841" fmla="*/ 3151302 w 6586410"/>
              <a:gd name="connsiteY841" fmla="*/ 3233050 h 6596391"/>
              <a:gd name="connsiteX842" fmla="*/ 3330188 w 6586410"/>
              <a:gd name="connsiteY842" fmla="*/ 3298163 h 6596391"/>
              <a:gd name="connsiteX843" fmla="*/ 3151302 w 6586410"/>
              <a:gd name="connsiteY843" fmla="*/ 3363276 h 6596391"/>
              <a:gd name="connsiteX844" fmla="*/ 3151302 w 6586410"/>
              <a:gd name="connsiteY844" fmla="*/ 3233050 h 6596391"/>
              <a:gd name="connsiteX845" fmla="*/ 4313745 w 6586410"/>
              <a:gd name="connsiteY845" fmla="*/ 3369772 h 6596391"/>
              <a:gd name="connsiteX846" fmla="*/ 3736899 w 6586410"/>
              <a:gd name="connsiteY846" fmla="*/ 3579735 h 6596391"/>
              <a:gd name="connsiteX847" fmla="*/ 3160052 w 6586410"/>
              <a:gd name="connsiteY847" fmla="*/ 3369772 h 6596391"/>
              <a:gd name="connsiteX848" fmla="*/ 3343484 w 6586410"/>
              <a:gd name="connsiteY848" fmla="*/ 3303008 h 6596391"/>
              <a:gd name="connsiteX849" fmla="*/ 3735343 w 6586410"/>
              <a:gd name="connsiteY849" fmla="*/ 3445642 h 6596391"/>
              <a:gd name="connsiteX850" fmla="*/ 3736899 w 6586410"/>
              <a:gd name="connsiteY850" fmla="*/ 3445915 h 6596391"/>
              <a:gd name="connsiteX851" fmla="*/ 3738455 w 6586410"/>
              <a:gd name="connsiteY851" fmla="*/ 3445642 h 6596391"/>
              <a:gd name="connsiteX852" fmla="*/ 4130313 w 6586410"/>
              <a:gd name="connsiteY852" fmla="*/ 3303008 h 6596391"/>
              <a:gd name="connsiteX853" fmla="*/ 4313745 w 6586410"/>
              <a:gd name="connsiteY853" fmla="*/ 3369772 h 6596391"/>
              <a:gd name="connsiteX854" fmla="*/ 4313745 w 6586410"/>
              <a:gd name="connsiteY854" fmla="*/ 3226567 h 6596391"/>
              <a:gd name="connsiteX855" fmla="*/ 4130319 w 6586410"/>
              <a:gd name="connsiteY855" fmla="*/ 3293331 h 6596391"/>
              <a:gd name="connsiteX856" fmla="*/ 3946900 w 6586410"/>
              <a:gd name="connsiteY856" fmla="*/ 3226573 h 6596391"/>
              <a:gd name="connsiteX857" fmla="*/ 4130319 w 6586410"/>
              <a:gd name="connsiteY857" fmla="*/ 3159809 h 6596391"/>
              <a:gd name="connsiteX858" fmla="*/ 4313745 w 6586410"/>
              <a:gd name="connsiteY858" fmla="*/ 3226567 h 6596391"/>
              <a:gd name="connsiteX859" fmla="*/ 4313745 w 6586410"/>
              <a:gd name="connsiteY859" fmla="*/ 3083368 h 6596391"/>
              <a:gd name="connsiteX860" fmla="*/ 4130326 w 6586410"/>
              <a:gd name="connsiteY860" fmla="*/ 3150132 h 6596391"/>
              <a:gd name="connsiteX861" fmla="*/ 3946887 w 6586410"/>
              <a:gd name="connsiteY861" fmla="*/ 3083368 h 6596391"/>
              <a:gd name="connsiteX862" fmla="*/ 4130313 w 6586410"/>
              <a:gd name="connsiteY862" fmla="*/ 3016604 h 6596391"/>
              <a:gd name="connsiteX863" fmla="*/ 4313745 w 6586410"/>
              <a:gd name="connsiteY863" fmla="*/ 3083368 h 6596391"/>
              <a:gd name="connsiteX864" fmla="*/ 4130319 w 6586410"/>
              <a:gd name="connsiteY864" fmla="*/ 3006927 h 6596391"/>
              <a:gd name="connsiteX865" fmla="*/ 3946874 w 6586410"/>
              <a:gd name="connsiteY865" fmla="*/ 2940156 h 6596391"/>
              <a:gd name="connsiteX866" fmla="*/ 4130301 w 6586410"/>
              <a:gd name="connsiteY866" fmla="*/ 2873393 h 6596391"/>
              <a:gd name="connsiteX867" fmla="*/ 4313745 w 6586410"/>
              <a:gd name="connsiteY867" fmla="*/ 2940163 h 6596391"/>
              <a:gd name="connsiteX868" fmla="*/ 4130319 w 6586410"/>
              <a:gd name="connsiteY868" fmla="*/ 3006927 h 6596391"/>
              <a:gd name="connsiteX869" fmla="*/ 4322490 w 6586410"/>
              <a:gd name="connsiteY869" fmla="*/ 2933667 h 6596391"/>
              <a:gd name="connsiteX870" fmla="*/ 4143591 w 6586410"/>
              <a:gd name="connsiteY870" fmla="*/ 2868554 h 6596391"/>
              <a:gd name="connsiteX871" fmla="*/ 4322490 w 6586410"/>
              <a:gd name="connsiteY871" fmla="*/ 2803435 h 6596391"/>
              <a:gd name="connsiteX872" fmla="*/ 4322490 w 6586410"/>
              <a:gd name="connsiteY872" fmla="*/ 2933667 h 6596391"/>
              <a:gd name="connsiteX873" fmla="*/ 4322490 w 6586410"/>
              <a:gd name="connsiteY873" fmla="*/ 2790449 h 6596391"/>
              <a:gd name="connsiteX874" fmla="*/ 4143616 w 6586410"/>
              <a:gd name="connsiteY874" fmla="*/ 2725349 h 6596391"/>
              <a:gd name="connsiteX875" fmla="*/ 4322490 w 6586410"/>
              <a:gd name="connsiteY875" fmla="*/ 2660242 h 6596391"/>
              <a:gd name="connsiteX876" fmla="*/ 4322490 w 6586410"/>
              <a:gd name="connsiteY876" fmla="*/ 2790449 h 6596391"/>
              <a:gd name="connsiteX877" fmla="*/ 4322490 w 6586410"/>
              <a:gd name="connsiteY877" fmla="*/ 2647250 h 6596391"/>
              <a:gd name="connsiteX878" fmla="*/ 4143610 w 6586410"/>
              <a:gd name="connsiteY878" fmla="*/ 2582144 h 6596391"/>
              <a:gd name="connsiteX879" fmla="*/ 4322490 w 6586410"/>
              <a:gd name="connsiteY879" fmla="*/ 2517030 h 6596391"/>
              <a:gd name="connsiteX880" fmla="*/ 4322490 w 6586410"/>
              <a:gd name="connsiteY880" fmla="*/ 2647250 h 6596391"/>
              <a:gd name="connsiteX881" fmla="*/ 4322490 w 6586410"/>
              <a:gd name="connsiteY881" fmla="*/ 2513767 h 6596391"/>
              <a:gd name="connsiteX882" fmla="*/ 4313688 w 6586410"/>
              <a:gd name="connsiteY882" fmla="*/ 2510566 h 6596391"/>
              <a:gd name="connsiteX883" fmla="*/ 4130313 w 6586410"/>
              <a:gd name="connsiteY883" fmla="*/ 2577311 h 6596391"/>
              <a:gd name="connsiteX884" fmla="*/ 3741445 w 6586410"/>
              <a:gd name="connsiteY884" fmla="*/ 2435770 h 6596391"/>
              <a:gd name="connsiteX885" fmla="*/ 3741445 w 6586410"/>
              <a:gd name="connsiteY885" fmla="*/ 2302280 h 6596391"/>
              <a:gd name="connsiteX886" fmla="*/ 3741445 w 6586410"/>
              <a:gd name="connsiteY886" fmla="*/ 2302267 h 6596391"/>
              <a:gd name="connsiteX887" fmla="*/ 4322490 w 6586410"/>
              <a:gd name="connsiteY887" fmla="*/ 2513767 h 6596391"/>
              <a:gd name="connsiteX888" fmla="*/ 4322490 w 6586410"/>
              <a:gd name="connsiteY888" fmla="*/ 2513767 h 6596391"/>
              <a:gd name="connsiteX889" fmla="*/ 4322490 w 6586410"/>
              <a:gd name="connsiteY889" fmla="*/ 2504045 h 6596391"/>
              <a:gd name="connsiteX890" fmla="*/ 4322490 w 6586410"/>
              <a:gd name="connsiteY890" fmla="*/ 2504089 h 6596391"/>
              <a:gd name="connsiteX891" fmla="*/ 4138346 w 6586410"/>
              <a:gd name="connsiteY891" fmla="*/ 2437059 h 6596391"/>
              <a:gd name="connsiteX892" fmla="*/ 3750196 w 6586410"/>
              <a:gd name="connsiteY892" fmla="*/ 2295771 h 6596391"/>
              <a:gd name="connsiteX893" fmla="*/ 3750240 w 6586410"/>
              <a:gd name="connsiteY893" fmla="*/ 2295759 h 6596391"/>
              <a:gd name="connsiteX894" fmla="*/ 4322490 w 6586410"/>
              <a:gd name="connsiteY894" fmla="*/ 2087478 h 6596391"/>
              <a:gd name="connsiteX895" fmla="*/ 4322490 w 6586410"/>
              <a:gd name="connsiteY895" fmla="*/ 2504045 h 6596391"/>
              <a:gd name="connsiteX896" fmla="*/ 3741445 w 6586410"/>
              <a:gd name="connsiteY896" fmla="*/ 2289281 h 6596391"/>
              <a:gd name="connsiteX897" fmla="*/ 3741445 w 6586410"/>
              <a:gd name="connsiteY897" fmla="*/ 1872658 h 6596391"/>
              <a:gd name="connsiteX898" fmla="*/ 4313745 w 6586410"/>
              <a:gd name="connsiteY898" fmla="*/ 2080976 h 6596391"/>
              <a:gd name="connsiteX899" fmla="*/ 3741445 w 6586410"/>
              <a:gd name="connsiteY899" fmla="*/ 2289281 h 6596391"/>
              <a:gd name="connsiteX900" fmla="*/ 4322496 w 6586410"/>
              <a:gd name="connsiteY900" fmla="*/ 1657876 h 6596391"/>
              <a:gd name="connsiteX901" fmla="*/ 4322496 w 6586410"/>
              <a:gd name="connsiteY901" fmla="*/ 2074480 h 6596391"/>
              <a:gd name="connsiteX902" fmla="*/ 3750196 w 6586410"/>
              <a:gd name="connsiteY902" fmla="*/ 1866175 h 6596391"/>
              <a:gd name="connsiteX903" fmla="*/ 4011314 w 6586410"/>
              <a:gd name="connsiteY903" fmla="*/ 1771134 h 6596391"/>
              <a:gd name="connsiteX904" fmla="*/ 4322496 w 6586410"/>
              <a:gd name="connsiteY904" fmla="*/ 1657876 h 6596391"/>
              <a:gd name="connsiteX905" fmla="*/ 4322496 w 6586410"/>
              <a:gd name="connsiteY905" fmla="*/ 1657876 h 6596391"/>
              <a:gd name="connsiteX906" fmla="*/ 4322496 w 6586410"/>
              <a:gd name="connsiteY906" fmla="*/ 1648192 h 6596391"/>
              <a:gd name="connsiteX907" fmla="*/ 4322496 w 6586410"/>
              <a:gd name="connsiteY907" fmla="*/ 1648192 h 6596391"/>
              <a:gd name="connsiteX908" fmla="*/ 3815632 w 6586410"/>
              <a:gd name="connsiteY908" fmla="*/ 1832672 h 6596391"/>
              <a:gd name="connsiteX909" fmla="*/ 3736905 w 6586410"/>
              <a:gd name="connsiteY909" fmla="*/ 1861330 h 6596391"/>
              <a:gd name="connsiteX910" fmla="*/ 3151308 w 6586410"/>
              <a:gd name="connsiteY910" fmla="*/ 1648192 h 6596391"/>
              <a:gd name="connsiteX911" fmla="*/ 3151308 w 6586410"/>
              <a:gd name="connsiteY911" fmla="*/ 1228241 h 6596391"/>
              <a:gd name="connsiteX912" fmla="*/ 3735350 w 6586410"/>
              <a:gd name="connsiteY912" fmla="*/ 1440833 h 6596391"/>
              <a:gd name="connsiteX913" fmla="*/ 3736905 w 6586410"/>
              <a:gd name="connsiteY913" fmla="*/ 1441112 h 6596391"/>
              <a:gd name="connsiteX914" fmla="*/ 3738461 w 6586410"/>
              <a:gd name="connsiteY914" fmla="*/ 1440833 h 6596391"/>
              <a:gd name="connsiteX915" fmla="*/ 4322502 w 6586410"/>
              <a:gd name="connsiteY915" fmla="*/ 1228254 h 6596391"/>
              <a:gd name="connsiteX916" fmla="*/ 4322502 w 6586410"/>
              <a:gd name="connsiteY916" fmla="*/ 1648192 h 6596391"/>
              <a:gd name="connsiteX917" fmla="*/ 4331583 w 6586410"/>
              <a:gd name="connsiteY917" fmla="*/ 1657876 h 6596391"/>
              <a:gd name="connsiteX918" fmla="*/ 4903883 w 6586410"/>
              <a:gd name="connsiteY918" fmla="*/ 1866175 h 6596391"/>
              <a:gd name="connsiteX919" fmla="*/ 4331583 w 6586410"/>
              <a:gd name="connsiteY919" fmla="*/ 2074480 h 6596391"/>
              <a:gd name="connsiteX920" fmla="*/ 4331583 w 6586410"/>
              <a:gd name="connsiteY920" fmla="*/ 1657876 h 6596391"/>
              <a:gd name="connsiteX921" fmla="*/ 4903877 w 6586410"/>
              <a:gd name="connsiteY921" fmla="*/ 2295771 h 6596391"/>
              <a:gd name="connsiteX922" fmla="*/ 4331583 w 6586410"/>
              <a:gd name="connsiteY922" fmla="*/ 2504089 h 6596391"/>
              <a:gd name="connsiteX923" fmla="*/ 4331583 w 6586410"/>
              <a:gd name="connsiteY923" fmla="*/ 2087472 h 6596391"/>
              <a:gd name="connsiteX924" fmla="*/ 4331583 w 6586410"/>
              <a:gd name="connsiteY924" fmla="*/ 2087440 h 6596391"/>
              <a:gd name="connsiteX925" fmla="*/ 4903889 w 6586410"/>
              <a:gd name="connsiteY925" fmla="*/ 2295765 h 6596391"/>
              <a:gd name="connsiteX926" fmla="*/ 4903877 w 6586410"/>
              <a:gd name="connsiteY926" fmla="*/ 2295771 h 6596391"/>
              <a:gd name="connsiteX927" fmla="*/ 4912627 w 6586410"/>
              <a:gd name="connsiteY927" fmla="*/ 2289269 h 6596391"/>
              <a:gd name="connsiteX928" fmla="*/ 4340345 w 6586410"/>
              <a:gd name="connsiteY928" fmla="*/ 2080963 h 6596391"/>
              <a:gd name="connsiteX929" fmla="*/ 4912627 w 6586410"/>
              <a:gd name="connsiteY929" fmla="*/ 1872652 h 6596391"/>
              <a:gd name="connsiteX930" fmla="*/ 4912627 w 6586410"/>
              <a:gd name="connsiteY930" fmla="*/ 2289269 h 6596391"/>
              <a:gd name="connsiteX931" fmla="*/ 4912633 w 6586410"/>
              <a:gd name="connsiteY931" fmla="*/ 1859678 h 6596391"/>
              <a:gd name="connsiteX932" fmla="*/ 4783062 w 6586410"/>
              <a:gd name="connsiteY932" fmla="*/ 1812517 h 6596391"/>
              <a:gd name="connsiteX933" fmla="*/ 4331583 w 6586410"/>
              <a:gd name="connsiteY933" fmla="*/ 1648185 h 6596391"/>
              <a:gd name="connsiteX934" fmla="*/ 4331583 w 6586410"/>
              <a:gd name="connsiteY934" fmla="*/ 1648179 h 6596391"/>
              <a:gd name="connsiteX935" fmla="*/ 4331583 w 6586410"/>
              <a:gd name="connsiteY935" fmla="*/ 1224958 h 6596391"/>
              <a:gd name="connsiteX936" fmla="*/ 4912633 w 6586410"/>
              <a:gd name="connsiteY936" fmla="*/ 1013465 h 6596391"/>
              <a:gd name="connsiteX937" fmla="*/ 4912633 w 6586410"/>
              <a:gd name="connsiteY937" fmla="*/ 1859678 h 6596391"/>
              <a:gd name="connsiteX938" fmla="*/ 4331583 w 6586410"/>
              <a:gd name="connsiteY938" fmla="*/ 3805852 h 6596391"/>
              <a:gd name="connsiteX939" fmla="*/ 4903902 w 6586410"/>
              <a:gd name="connsiteY939" fmla="*/ 4014176 h 6596391"/>
              <a:gd name="connsiteX940" fmla="*/ 4331583 w 6586410"/>
              <a:gd name="connsiteY940" fmla="*/ 4222488 h 6596391"/>
              <a:gd name="connsiteX941" fmla="*/ 4331583 w 6586410"/>
              <a:gd name="connsiteY941" fmla="*/ 3805852 h 6596391"/>
              <a:gd name="connsiteX942" fmla="*/ 4912633 w 6586410"/>
              <a:gd name="connsiteY942" fmla="*/ 4437284 h 6596391"/>
              <a:gd name="connsiteX943" fmla="*/ 4912633 w 6586410"/>
              <a:gd name="connsiteY943" fmla="*/ 4437284 h 6596391"/>
              <a:gd name="connsiteX944" fmla="*/ 4730985 w 6586410"/>
              <a:gd name="connsiteY944" fmla="*/ 4371167 h 6596391"/>
              <a:gd name="connsiteX945" fmla="*/ 4340333 w 6586410"/>
              <a:gd name="connsiteY945" fmla="*/ 4228971 h 6596391"/>
              <a:gd name="connsiteX946" fmla="*/ 4912633 w 6586410"/>
              <a:gd name="connsiteY946" fmla="*/ 4020666 h 6596391"/>
              <a:gd name="connsiteX947" fmla="*/ 4912633 w 6586410"/>
              <a:gd name="connsiteY947" fmla="*/ 4437284 h 6596391"/>
              <a:gd name="connsiteX948" fmla="*/ 4912633 w 6586410"/>
              <a:gd name="connsiteY948" fmla="*/ 3591070 h 6596391"/>
              <a:gd name="connsiteX949" fmla="*/ 4912633 w 6586410"/>
              <a:gd name="connsiteY949" fmla="*/ 4007668 h 6596391"/>
              <a:gd name="connsiteX950" fmla="*/ 4340333 w 6586410"/>
              <a:gd name="connsiteY950" fmla="*/ 3799356 h 6596391"/>
              <a:gd name="connsiteX951" fmla="*/ 4552499 w 6586410"/>
              <a:gd name="connsiteY951" fmla="*/ 3722134 h 6596391"/>
              <a:gd name="connsiteX952" fmla="*/ 4912633 w 6586410"/>
              <a:gd name="connsiteY952" fmla="*/ 3591051 h 6596391"/>
              <a:gd name="connsiteX953" fmla="*/ 4912633 w 6586410"/>
              <a:gd name="connsiteY953" fmla="*/ 3591070 h 6596391"/>
              <a:gd name="connsiteX954" fmla="*/ 4921726 w 6586410"/>
              <a:gd name="connsiteY954" fmla="*/ 3591070 h 6596391"/>
              <a:gd name="connsiteX955" fmla="*/ 4921726 w 6586410"/>
              <a:gd name="connsiteY955" fmla="*/ 3591070 h 6596391"/>
              <a:gd name="connsiteX956" fmla="*/ 5257997 w 6586410"/>
              <a:gd name="connsiteY956" fmla="*/ 3713453 h 6596391"/>
              <a:gd name="connsiteX957" fmla="*/ 5494020 w 6586410"/>
              <a:gd name="connsiteY957" fmla="*/ 3799356 h 6596391"/>
              <a:gd name="connsiteX958" fmla="*/ 5494008 w 6586410"/>
              <a:gd name="connsiteY958" fmla="*/ 3799362 h 6596391"/>
              <a:gd name="connsiteX959" fmla="*/ 4921726 w 6586410"/>
              <a:gd name="connsiteY959" fmla="*/ 4007668 h 6596391"/>
              <a:gd name="connsiteX960" fmla="*/ 4921726 w 6586410"/>
              <a:gd name="connsiteY960" fmla="*/ 3591070 h 6596391"/>
              <a:gd name="connsiteX961" fmla="*/ 4921726 w 6586410"/>
              <a:gd name="connsiteY961" fmla="*/ 4437284 h 6596391"/>
              <a:gd name="connsiteX962" fmla="*/ 4921726 w 6586410"/>
              <a:gd name="connsiteY962" fmla="*/ 4020672 h 6596391"/>
              <a:gd name="connsiteX963" fmla="*/ 5494026 w 6586410"/>
              <a:gd name="connsiteY963" fmla="*/ 4228978 h 6596391"/>
              <a:gd name="connsiteX964" fmla="*/ 4921726 w 6586410"/>
              <a:gd name="connsiteY964" fmla="*/ 4437284 h 6596391"/>
              <a:gd name="connsiteX965" fmla="*/ 5502777 w 6586410"/>
              <a:gd name="connsiteY965" fmla="*/ 4222482 h 6596391"/>
              <a:gd name="connsiteX966" fmla="*/ 4930451 w 6586410"/>
              <a:gd name="connsiteY966" fmla="*/ 4014170 h 6596391"/>
              <a:gd name="connsiteX967" fmla="*/ 5502777 w 6586410"/>
              <a:gd name="connsiteY967" fmla="*/ 3805846 h 6596391"/>
              <a:gd name="connsiteX968" fmla="*/ 5502777 w 6586410"/>
              <a:gd name="connsiteY968" fmla="*/ 4222482 h 6596391"/>
              <a:gd name="connsiteX969" fmla="*/ 6097454 w 6586410"/>
              <a:gd name="connsiteY969" fmla="*/ 6167068 h 6596391"/>
              <a:gd name="connsiteX970" fmla="*/ 6280868 w 6586410"/>
              <a:gd name="connsiteY970" fmla="*/ 6233825 h 6596391"/>
              <a:gd name="connsiteX971" fmla="*/ 6097454 w 6586410"/>
              <a:gd name="connsiteY971" fmla="*/ 6300589 h 6596391"/>
              <a:gd name="connsiteX972" fmla="*/ 5914041 w 6586410"/>
              <a:gd name="connsiteY972" fmla="*/ 6233825 h 6596391"/>
              <a:gd name="connsiteX973" fmla="*/ 6097454 w 6586410"/>
              <a:gd name="connsiteY973" fmla="*/ 6167068 h 6596391"/>
              <a:gd name="connsiteX974" fmla="*/ 6097454 w 6586410"/>
              <a:gd name="connsiteY974" fmla="*/ 5880664 h 6596391"/>
              <a:gd name="connsiteX975" fmla="*/ 6280874 w 6586410"/>
              <a:gd name="connsiteY975" fmla="*/ 5947428 h 6596391"/>
              <a:gd name="connsiteX976" fmla="*/ 6097454 w 6586410"/>
              <a:gd name="connsiteY976" fmla="*/ 6014192 h 6596391"/>
              <a:gd name="connsiteX977" fmla="*/ 5914035 w 6586410"/>
              <a:gd name="connsiteY977" fmla="*/ 5947428 h 6596391"/>
              <a:gd name="connsiteX978" fmla="*/ 6097454 w 6586410"/>
              <a:gd name="connsiteY978" fmla="*/ 5880664 h 6596391"/>
              <a:gd name="connsiteX979" fmla="*/ 5520607 w 6586410"/>
              <a:gd name="connsiteY979" fmla="*/ 5374600 h 6596391"/>
              <a:gd name="connsiteX980" fmla="*/ 5704053 w 6586410"/>
              <a:gd name="connsiteY980" fmla="*/ 5307830 h 6596391"/>
              <a:gd name="connsiteX981" fmla="*/ 5887479 w 6586410"/>
              <a:gd name="connsiteY981" fmla="*/ 5374600 h 6596391"/>
              <a:gd name="connsiteX982" fmla="*/ 5704040 w 6586410"/>
              <a:gd name="connsiteY982" fmla="*/ 5441371 h 6596391"/>
              <a:gd name="connsiteX983" fmla="*/ 5520607 w 6586410"/>
              <a:gd name="connsiteY983" fmla="*/ 5374600 h 6596391"/>
              <a:gd name="connsiteX984" fmla="*/ 5914047 w 6586410"/>
              <a:gd name="connsiteY984" fmla="*/ 5231408 h 6596391"/>
              <a:gd name="connsiteX985" fmla="*/ 6097454 w 6586410"/>
              <a:gd name="connsiteY985" fmla="*/ 5164650 h 6596391"/>
              <a:gd name="connsiteX986" fmla="*/ 6280861 w 6586410"/>
              <a:gd name="connsiteY986" fmla="*/ 5231408 h 6596391"/>
              <a:gd name="connsiteX987" fmla="*/ 6097454 w 6586410"/>
              <a:gd name="connsiteY987" fmla="*/ 5298166 h 6596391"/>
              <a:gd name="connsiteX988" fmla="*/ 5914047 w 6586410"/>
              <a:gd name="connsiteY988" fmla="*/ 5231408 h 6596391"/>
              <a:gd name="connsiteX989" fmla="*/ 6280849 w 6586410"/>
              <a:gd name="connsiteY989" fmla="*/ 5374600 h 6596391"/>
              <a:gd name="connsiteX990" fmla="*/ 6097454 w 6586410"/>
              <a:gd name="connsiteY990" fmla="*/ 5441358 h 6596391"/>
              <a:gd name="connsiteX991" fmla="*/ 5914060 w 6586410"/>
              <a:gd name="connsiteY991" fmla="*/ 5374600 h 6596391"/>
              <a:gd name="connsiteX992" fmla="*/ 6097454 w 6586410"/>
              <a:gd name="connsiteY992" fmla="*/ 5307849 h 6596391"/>
              <a:gd name="connsiteX993" fmla="*/ 6280849 w 6586410"/>
              <a:gd name="connsiteY993" fmla="*/ 5374600 h 6596391"/>
              <a:gd name="connsiteX994" fmla="*/ 6084183 w 6586410"/>
              <a:gd name="connsiteY994" fmla="*/ 5303011 h 6596391"/>
              <a:gd name="connsiteX995" fmla="*/ 5900770 w 6586410"/>
              <a:gd name="connsiteY995" fmla="*/ 5369768 h 6596391"/>
              <a:gd name="connsiteX996" fmla="*/ 5717337 w 6586410"/>
              <a:gd name="connsiteY996" fmla="*/ 5302998 h 6596391"/>
              <a:gd name="connsiteX997" fmla="*/ 5900756 w 6586410"/>
              <a:gd name="connsiteY997" fmla="*/ 5236240 h 6596391"/>
              <a:gd name="connsiteX998" fmla="*/ 6084183 w 6586410"/>
              <a:gd name="connsiteY998" fmla="*/ 5303011 h 6596391"/>
              <a:gd name="connsiteX999" fmla="*/ 5520607 w 6586410"/>
              <a:gd name="connsiteY999" fmla="*/ 5517812 h 6596391"/>
              <a:gd name="connsiteX1000" fmla="*/ 5704033 w 6586410"/>
              <a:gd name="connsiteY1000" fmla="*/ 5451048 h 6596391"/>
              <a:gd name="connsiteX1001" fmla="*/ 6084176 w 6586410"/>
              <a:gd name="connsiteY1001" fmla="*/ 5589408 h 6596391"/>
              <a:gd name="connsiteX1002" fmla="*/ 5900750 w 6586410"/>
              <a:gd name="connsiteY1002" fmla="*/ 5656172 h 6596391"/>
              <a:gd name="connsiteX1003" fmla="*/ 5520607 w 6586410"/>
              <a:gd name="connsiteY1003" fmla="*/ 5517812 h 6596391"/>
              <a:gd name="connsiteX1004" fmla="*/ 6280855 w 6586410"/>
              <a:gd name="connsiteY1004" fmla="*/ 5661017 h 6596391"/>
              <a:gd name="connsiteX1005" fmla="*/ 6097454 w 6586410"/>
              <a:gd name="connsiteY1005" fmla="*/ 5727768 h 6596391"/>
              <a:gd name="connsiteX1006" fmla="*/ 5914053 w 6586410"/>
              <a:gd name="connsiteY1006" fmla="*/ 5661017 h 6596391"/>
              <a:gd name="connsiteX1007" fmla="*/ 6097454 w 6586410"/>
              <a:gd name="connsiteY1007" fmla="*/ 5594260 h 6596391"/>
              <a:gd name="connsiteX1008" fmla="*/ 6280855 w 6586410"/>
              <a:gd name="connsiteY1008" fmla="*/ 5661017 h 6596391"/>
              <a:gd name="connsiteX1009" fmla="*/ 6477578 w 6586410"/>
              <a:gd name="connsiteY1009" fmla="*/ 5446210 h 6596391"/>
              <a:gd name="connsiteX1010" fmla="*/ 6097454 w 6586410"/>
              <a:gd name="connsiteY1010" fmla="*/ 5584576 h 6596391"/>
              <a:gd name="connsiteX1011" fmla="*/ 5717330 w 6586410"/>
              <a:gd name="connsiteY1011" fmla="*/ 5446210 h 6596391"/>
              <a:gd name="connsiteX1012" fmla="*/ 5900776 w 6586410"/>
              <a:gd name="connsiteY1012" fmla="*/ 5379439 h 6596391"/>
              <a:gd name="connsiteX1013" fmla="*/ 6095905 w 6586410"/>
              <a:gd name="connsiteY1013" fmla="*/ 5450471 h 6596391"/>
              <a:gd name="connsiteX1014" fmla="*/ 6097461 w 6586410"/>
              <a:gd name="connsiteY1014" fmla="*/ 5450743 h 6596391"/>
              <a:gd name="connsiteX1015" fmla="*/ 6099016 w 6586410"/>
              <a:gd name="connsiteY1015" fmla="*/ 5450471 h 6596391"/>
              <a:gd name="connsiteX1016" fmla="*/ 6294146 w 6586410"/>
              <a:gd name="connsiteY1016" fmla="*/ 5379439 h 6596391"/>
              <a:gd name="connsiteX1017" fmla="*/ 6477578 w 6586410"/>
              <a:gd name="connsiteY1017" fmla="*/ 5446210 h 6596391"/>
              <a:gd name="connsiteX1018" fmla="*/ 6477565 w 6586410"/>
              <a:gd name="connsiteY1018" fmla="*/ 5302998 h 6596391"/>
              <a:gd name="connsiteX1019" fmla="*/ 6294139 w 6586410"/>
              <a:gd name="connsiteY1019" fmla="*/ 5369768 h 6596391"/>
              <a:gd name="connsiteX1020" fmla="*/ 6110720 w 6586410"/>
              <a:gd name="connsiteY1020" fmla="*/ 5303011 h 6596391"/>
              <a:gd name="connsiteX1021" fmla="*/ 6294146 w 6586410"/>
              <a:gd name="connsiteY1021" fmla="*/ 5236240 h 6596391"/>
              <a:gd name="connsiteX1022" fmla="*/ 6477565 w 6586410"/>
              <a:gd name="connsiteY1022" fmla="*/ 5302998 h 6596391"/>
              <a:gd name="connsiteX1023" fmla="*/ 6097454 w 6586410"/>
              <a:gd name="connsiteY1023" fmla="*/ 5021439 h 6596391"/>
              <a:gd name="connsiteX1024" fmla="*/ 6477585 w 6586410"/>
              <a:gd name="connsiteY1024" fmla="*/ 5159793 h 6596391"/>
              <a:gd name="connsiteX1025" fmla="*/ 6294158 w 6586410"/>
              <a:gd name="connsiteY1025" fmla="*/ 5226563 h 6596391"/>
              <a:gd name="connsiteX1026" fmla="*/ 6099010 w 6586410"/>
              <a:gd name="connsiteY1026" fmla="*/ 5155532 h 6596391"/>
              <a:gd name="connsiteX1027" fmla="*/ 6095899 w 6586410"/>
              <a:gd name="connsiteY1027" fmla="*/ 5155532 h 6596391"/>
              <a:gd name="connsiteX1028" fmla="*/ 5900756 w 6586410"/>
              <a:gd name="connsiteY1028" fmla="*/ 5226563 h 6596391"/>
              <a:gd name="connsiteX1029" fmla="*/ 5717324 w 6586410"/>
              <a:gd name="connsiteY1029" fmla="*/ 5159793 h 6596391"/>
              <a:gd name="connsiteX1030" fmla="*/ 6097454 w 6586410"/>
              <a:gd name="connsiteY1030" fmla="*/ 5021439 h 6596391"/>
              <a:gd name="connsiteX1031" fmla="*/ 5887459 w 6586410"/>
              <a:gd name="connsiteY1031" fmla="*/ 5231402 h 6596391"/>
              <a:gd name="connsiteX1032" fmla="*/ 5704047 w 6586410"/>
              <a:gd name="connsiteY1032" fmla="*/ 5298166 h 6596391"/>
              <a:gd name="connsiteX1033" fmla="*/ 5520607 w 6586410"/>
              <a:gd name="connsiteY1033" fmla="*/ 5231396 h 6596391"/>
              <a:gd name="connsiteX1034" fmla="*/ 5704027 w 6586410"/>
              <a:gd name="connsiteY1034" fmla="*/ 5164638 h 6596391"/>
              <a:gd name="connsiteX1035" fmla="*/ 5887459 w 6586410"/>
              <a:gd name="connsiteY1035" fmla="*/ 5231402 h 6596391"/>
              <a:gd name="connsiteX1036" fmla="*/ 6092907 w 6586410"/>
              <a:gd name="connsiteY1036" fmla="*/ 4870201 h 6596391"/>
              <a:gd name="connsiteX1037" fmla="*/ 5697753 w 6586410"/>
              <a:gd name="connsiteY1037" fmla="*/ 5014035 h 6596391"/>
              <a:gd name="connsiteX1038" fmla="*/ 5511864 w 6586410"/>
              <a:gd name="connsiteY1038" fmla="*/ 5081700 h 6596391"/>
              <a:gd name="connsiteX1039" fmla="*/ 5511864 w 6586410"/>
              <a:gd name="connsiteY1039" fmla="*/ 5081694 h 6596391"/>
              <a:gd name="connsiteX1040" fmla="*/ 5511864 w 6586410"/>
              <a:gd name="connsiteY1040" fmla="*/ 4661762 h 6596391"/>
              <a:gd name="connsiteX1041" fmla="*/ 6092907 w 6586410"/>
              <a:gd name="connsiteY1041" fmla="*/ 4450263 h 6596391"/>
              <a:gd name="connsiteX1042" fmla="*/ 6092907 w 6586410"/>
              <a:gd name="connsiteY1042" fmla="*/ 4870201 h 6596391"/>
              <a:gd name="connsiteX1043" fmla="*/ 6097467 w 6586410"/>
              <a:gd name="connsiteY1043" fmla="*/ 4878221 h 6596391"/>
              <a:gd name="connsiteX1044" fmla="*/ 6390977 w 6586410"/>
              <a:gd name="connsiteY1044" fmla="*/ 4985060 h 6596391"/>
              <a:gd name="connsiteX1045" fmla="*/ 6097467 w 6586410"/>
              <a:gd name="connsiteY1045" fmla="*/ 4878221 h 6596391"/>
              <a:gd name="connsiteX1046" fmla="*/ 6097467 w 6586410"/>
              <a:gd name="connsiteY1046" fmla="*/ 4878221 h 6596391"/>
              <a:gd name="connsiteX1047" fmla="*/ 6092907 w 6586410"/>
              <a:gd name="connsiteY1047" fmla="*/ 3578077 h 6596391"/>
              <a:gd name="connsiteX1048" fmla="*/ 5520595 w 6586410"/>
              <a:gd name="connsiteY1048" fmla="*/ 3369766 h 6596391"/>
              <a:gd name="connsiteX1049" fmla="*/ 6092907 w 6586410"/>
              <a:gd name="connsiteY1049" fmla="*/ 3161454 h 6596391"/>
              <a:gd name="connsiteX1050" fmla="*/ 6092907 w 6586410"/>
              <a:gd name="connsiteY1050" fmla="*/ 3578077 h 6596391"/>
              <a:gd name="connsiteX1051" fmla="*/ 5511864 w 6586410"/>
              <a:gd name="connsiteY1051" fmla="*/ 2946665 h 6596391"/>
              <a:gd name="connsiteX1052" fmla="*/ 6084158 w 6586410"/>
              <a:gd name="connsiteY1052" fmla="*/ 3154971 h 6596391"/>
              <a:gd name="connsiteX1053" fmla="*/ 5511864 w 6586410"/>
              <a:gd name="connsiteY1053" fmla="*/ 3363282 h 6596391"/>
              <a:gd name="connsiteX1054" fmla="*/ 5511864 w 6586410"/>
              <a:gd name="connsiteY1054" fmla="*/ 2946665 h 6596391"/>
              <a:gd name="connsiteX1055" fmla="*/ 5511864 w 6586410"/>
              <a:gd name="connsiteY1055" fmla="*/ 3792885 h 6596391"/>
              <a:gd name="connsiteX1056" fmla="*/ 5511864 w 6586410"/>
              <a:gd name="connsiteY1056" fmla="*/ 3376281 h 6596391"/>
              <a:gd name="connsiteX1057" fmla="*/ 6084158 w 6586410"/>
              <a:gd name="connsiteY1057" fmla="*/ 3584580 h 6596391"/>
              <a:gd name="connsiteX1058" fmla="*/ 5837174 w 6586410"/>
              <a:gd name="connsiteY1058" fmla="*/ 3674477 h 6596391"/>
              <a:gd name="connsiteX1059" fmla="*/ 5511864 w 6586410"/>
              <a:gd name="connsiteY1059" fmla="*/ 3792885 h 6596391"/>
              <a:gd name="connsiteX1060" fmla="*/ 5511864 w 6586410"/>
              <a:gd name="connsiteY1060" fmla="*/ 3792885 h 6596391"/>
              <a:gd name="connsiteX1061" fmla="*/ 4921726 w 6586410"/>
              <a:gd name="connsiteY1061" fmla="*/ 1013458 h 6596391"/>
              <a:gd name="connsiteX1062" fmla="*/ 5502771 w 6586410"/>
              <a:gd name="connsiteY1062" fmla="*/ 1224945 h 6596391"/>
              <a:gd name="connsiteX1063" fmla="*/ 5502777 w 6586410"/>
              <a:gd name="connsiteY1063" fmla="*/ 1224945 h 6596391"/>
              <a:gd name="connsiteX1064" fmla="*/ 5502777 w 6586410"/>
              <a:gd name="connsiteY1064" fmla="*/ 1648179 h 6596391"/>
              <a:gd name="connsiteX1065" fmla="*/ 5502771 w 6586410"/>
              <a:gd name="connsiteY1065" fmla="*/ 1648179 h 6596391"/>
              <a:gd name="connsiteX1066" fmla="*/ 4921726 w 6586410"/>
              <a:gd name="connsiteY1066" fmla="*/ 1859666 h 6596391"/>
              <a:gd name="connsiteX1067" fmla="*/ 4921726 w 6586410"/>
              <a:gd name="connsiteY1067" fmla="*/ 1013458 h 6596391"/>
              <a:gd name="connsiteX1068" fmla="*/ 4921726 w 6586410"/>
              <a:gd name="connsiteY1068" fmla="*/ 1869350 h 6596391"/>
              <a:gd name="connsiteX1069" fmla="*/ 5502771 w 6586410"/>
              <a:gd name="connsiteY1069" fmla="*/ 1657869 h 6596391"/>
              <a:gd name="connsiteX1070" fmla="*/ 5502777 w 6586410"/>
              <a:gd name="connsiteY1070" fmla="*/ 1657869 h 6596391"/>
              <a:gd name="connsiteX1071" fmla="*/ 5502777 w 6586410"/>
              <a:gd name="connsiteY1071" fmla="*/ 2077782 h 6596391"/>
              <a:gd name="connsiteX1072" fmla="*/ 5502771 w 6586410"/>
              <a:gd name="connsiteY1072" fmla="*/ 2077782 h 6596391"/>
              <a:gd name="connsiteX1073" fmla="*/ 4921726 w 6586410"/>
              <a:gd name="connsiteY1073" fmla="*/ 2289275 h 6596391"/>
              <a:gd name="connsiteX1074" fmla="*/ 4921726 w 6586410"/>
              <a:gd name="connsiteY1074" fmla="*/ 1869350 h 6596391"/>
              <a:gd name="connsiteX1075" fmla="*/ 4921720 w 6586410"/>
              <a:gd name="connsiteY1075" fmla="*/ 3578077 h 6596391"/>
              <a:gd name="connsiteX1076" fmla="*/ 4921720 w 6586410"/>
              <a:gd name="connsiteY1076" fmla="*/ 3161454 h 6596391"/>
              <a:gd name="connsiteX1077" fmla="*/ 5494046 w 6586410"/>
              <a:gd name="connsiteY1077" fmla="*/ 3369766 h 6596391"/>
              <a:gd name="connsiteX1078" fmla="*/ 4921720 w 6586410"/>
              <a:gd name="connsiteY1078" fmla="*/ 3578077 h 6596391"/>
              <a:gd name="connsiteX1079" fmla="*/ 5502771 w 6586410"/>
              <a:gd name="connsiteY1079" fmla="*/ 3363276 h 6596391"/>
              <a:gd name="connsiteX1080" fmla="*/ 4930477 w 6586410"/>
              <a:gd name="connsiteY1080" fmla="*/ 3154964 h 6596391"/>
              <a:gd name="connsiteX1081" fmla="*/ 5502771 w 6586410"/>
              <a:gd name="connsiteY1081" fmla="*/ 2946665 h 6596391"/>
              <a:gd name="connsiteX1082" fmla="*/ 5502771 w 6586410"/>
              <a:gd name="connsiteY1082" fmla="*/ 3363276 h 6596391"/>
              <a:gd name="connsiteX1083" fmla="*/ 6092907 w 6586410"/>
              <a:gd name="connsiteY1083" fmla="*/ 2722193 h 6596391"/>
              <a:gd name="connsiteX1084" fmla="*/ 5507317 w 6586410"/>
              <a:gd name="connsiteY1084" fmla="*/ 2935350 h 6596391"/>
              <a:gd name="connsiteX1085" fmla="*/ 4921714 w 6586410"/>
              <a:gd name="connsiteY1085" fmla="*/ 2722193 h 6596391"/>
              <a:gd name="connsiteX1086" fmla="*/ 4921714 w 6586410"/>
              <a:gd name="connsiteY1086" fmla="*/ 2298959 h 6596391"/>
              <a:gd name="connsiteX1087" fmla="*/ 5507317 w 6586410"/>
              <a:gd name="connsiteY1087" fmla="*/ 2085815 h 6596391"/>
              <a:gd name="connsiteX1088" fmla="*/ 6052884 w 6586410"/>
              <a:gd name="connsiteY1088" fmla="*/ 2284386 h 6596391"/>
              <a:gd name="connsiteX1089" fmla="*/ 6092907 w 6586410"/>
              <a:gd name="connsiteY1089" fmla="*/ 2298953 h 6596391"/>
              <a:gd name="connsiteX1090" fmla="*/ 6092907 w 6586410"/>
              <a:gd name="connsiteY1090" fmla="*/ 2722193 h 6596391"/>
              <a:gd name="connsiteX1091" fmla="*/ 6092907 w 6586410"/>
              <a:gd name="connsiteY1091" fmla="*/ 1869350 h 6596391"/>
              <a:gd name="connsiteX1092" fmla="*/ 6092907 w 6586410"/>
              <a:gd name="connsiteY1092" fmla="*/ 2289281 h 6596391"/>
              <a:gd name="connsiteX1093" fmla="*/ 6092907 w 6586410"/>
              <a:gd name="connsiteY1093" fmla="*/ 2289288 h 6596391"/>
              <a:gd name="connsiteX1094" fmla="*/ 5511864 w 6586410"/>
              <a:gd name="connsiteY1094" fmla="*/ 2077788 h 6596391"/>
              <a:gd name="connsiteX1095" fmla="*/ 5511864 w 6586410"/>
              <a:gd name="connsiteY1095" fmla="*/ 2077788 h 6596391"/>
              <a:gd name="connsiteX1096" fmla="*/ 5511864 w 6586410"/>
              <a:gd name="connsiteY1096" fmla="*/ 1657863 h 6596391"/>
              <a:gd name="connsiteX1097" fmla="*/ 5511864 w 6586410"/>
              <a:gd name="connsiteY1097" fmla="*/ 1657844 h 6596391"/>
              <a:gd name="connsiteX1098" fmla="*/ 6092907 w 6586410"/>
              <a:gd name="connsiteY1098" fmla="*/ 1869350 h 6596391"/>
              <a:gd name="connsiteX1099" fmla="*/ 6092907 w 6586410"/>
              <a:gd name="connsiteY1099" fmla="*/ 1869350 h 6596391"/>
              <a:gd name="connsiteX1100" fmla="*/ 6092907 w 6586410"/>
              <a:gd name="connsiteY1100" fmla="*/ 1859672 h 6596391"/>
              <a:gd name="connsiteX1101" fmla="*/ 5520633 w 6586410"/>
              <a:gd name="connsiteY1101" fmla="*/ 1651367 h 6596391"/>
              <a:gd name="connsiteX1102" fmla="*/ 6092907 w 6586410"/>
              <a:gd name="connsiteY1102" fmla="*/ 1443068 h 6596391"/>
              <a:gd name="connsiteX1103" fmla="*/ 6092907 w 6586410"/>
              <a:gd name="connsiteY1103" fmla="*/ 1859672 h 6596391"/>
              <a:gd name="connsiteX1104" fmla="*/ 6092907 w 6586410"/>
              <a:gd name="connsiteY1104" fmla="*/ 1433397 h 6596391"/>
              <a:gd name="connsiteX1105" fmla="*/ 5511864 w 6586410"/>
              <a:gd name="connsiteY1105" fmla="*/ 1644877 h 6596391"/>
              <a:gd name="connsiteX1106" fmla="*/ 5511864 w 6586410"/>
              <a:gd name="connsiteY1106" fmla="*/ 1228254 h 6596391"/>
              <a:gd name="connsiteX1107" fmla="*/ 6084170 w 6586410"/>
              <a:gd name="connsiteY1107" fmla="*/ 1436565 h 6596391"/>
              <a:gd name="connsiteX1108" fmla="*/ 6092907 w 6586410"/>
              <a:gd name="connsiteY1108" fmla="*/ 1433397 h 6596391"/>
              <a:gd name="connsiteX1109" fmla="*/ 6092907 w 6586410"/>
              <a:gd name="connsiteY1109" fmla="*/ 1433397 h 6596391"/>
              <a:gd name="connsiteX1110" fmla="*/ 6092907 w 6586410"/>
              <a:gd name="connsiteY1110" fmla="*/ 1430076 h 6596391"/>
              <a:gd name="connsiteX1111" fmla="*/ 5520614 w 6586410"/>
              <a:gd name="connsiteY1111" fmla="*/ 1221764 h 6596391"/>
              <a:gd name="connsiteX1112" fmla="*/ 6092907 w 6586410"/>
              <a:gd name="connsiteY1112" fmla="*/ 1013458 h 6596391"/>
              <a:gd name="connsiteX1113" fmla="*/ 6092907 w 6586410"/>
              <a:gd name="connsiteY1113" fmla="*/ 1430076 h 6596391"/>
              <a:gd name="connsiteX1114" fmla="*/ 6102007 w 6586410"/>
              <a:gd name="connsiteY1114" fmla="*/ 727042 h 6596391"/>
              <a:gd name="connsiteX1115" fmla="*/ 6280880 w 6586410"/>
              <a:gd name="connsiteY1115" fmla="*/ 792148 h 6596391"/>
              <a:gd name="connsiteX1116" fmla="*/ 6102007 w 6586410"/>
              <a:gd name="connsiteY1116" fmla="*/ 857248 h 6596391"/>
              <a:gd name="connsiteX1117" fmla="*/ 6102007 w 6586410"/>
              <a:gd name="connsiteY1117" fmla="*/ 727042 h 6596391"/>
              <a:gd name="connsiteX1118" fmla="*/ 6102007 w 6586410"/>
              <a:gd name="connsiteY1118" fmla="*/ 1000466 h 6596391"/>
              <a:gd name="connsiteX1119" fmla="*/ 6102007 w 6586410"/>
              <a:gd name="connsiteY1119" fmla="*/ 870241 h 6596391"/>
              <a:gd name="connsiteX1120" fmla="*/ 6280893 w 6586410"/>
              <a:gd name="connsiteY1120" fmla="*/ 935353 h 6596391"/>
              <a:gd name="connsiteX1121" fmla="*/ 6102007 w 6586410"/>
              <a:gd name="connsiteY1121" fmla="*/ 1000466 h 6596391"/>
              <a:gd name="connsiteX1122" fmla="*/ 6477591 w 6586410"/>
              <a:gd name="connsiteY1122" fmla="*/ 863757 h 6596391"/>
              <a:gd name="connsiteX1123" fmla="*/ 6294171 w 6586410"/>
              <a:gd name="connsiteY1123" fmla="*/ 930521 h 6596391"/>
              <a:gd name="connsiteX1124" fmla="*/ 6110745 w 6586410"/>
              <a:gd name="connsiteY1124" fmla="*/ 863757 h 6596391"/>
              <a:gd name="connsiteX1125" fmla="*/ 6294171 w 6586410"/>
              <a:gd name="connsiteY1125" fmla="*/ 797000 h 6596391"/>
              <a:gd name="connsiteX1126" fmla="*/ 6477591 w 6586410"/>
              <a:gd name="connsiteY1126" fmla="*/ 863757 h 6596391"/>
              <a:gd name="connsiteX1127" fmla="*/ 6294177 w 6586410"/>
              <a:gd name="connsiteY1127" fmla="*/ 653788 h 6596391"/>
              <a:gd name="connsiteX1128" fmla="*/ 6477603 w 6586410"/>
              <a:gd name="connsiteY1128" fmla="*/ 720552 h 6596391"/>
              <a:gd name="connsiteX1129" fmla="*/ 6294165 w 6586410"/>
              <a:gd name="connsiteY1129" fmla="*/ 787316 h 6596391"/>
              <a:gd name="connsiteX1130" fmla="*/ 6110745 w 6586410"/>
              <a:gd name="connsiteY1130" fmla="*/ 720552 h 6596391"/>
              <a:gd name="connsiteX1131" fmla="*/ 6294177 w 6586410"/>
              <a:gd name="connsiteY1131" fmla="*/ 653788 h 6596391"/>
              <a:gd name="connsiteX1132" fmla="*/ 6280887 w 6586410"/>
              <a:gd name="connsiteY1132" fmla="*/ 648949 h 6596391"/>
              <a:gd name="connsiteX1133" fmla="*/ 6102007 w 6586410"/>
              <a:gd name="connsiteY1133" fmla="*/ 714056 h 6596391"/>
              <a:gd name="connsiteX1134" fmla="*/ 6102007 w 6586410"/>
              <a:gd name="connsiteY1134" fmla="*/ 583836 h 6596391"/>
              <a:gd name="connsiteX1135" fmla="*/ 6280887 w 6586410"/>
              <a:gd name="connsiteY1135" fmla="*/ 648949 h 659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Lst>
            <a:rect l="l" t="t" r="r" b="b"/>
            <a:pathLst>
              <a:path w="6586410" h="6596391">
                <a:moveTo>
                  <a:pt x="6586411" y="394562"/>
                </a:moveTo>
                <a:lnTo>
                  <a:pt x="6095905" y="573086"/>
                </a:lnTo>
                <a:cubicBezTo>
                  <a:pt x="6094108" y="573734"/>
                  <a:pt x="6092907" y="575442"/>
                  <a:pt x="6092907" y="577353"/>
                </a:cubicBezTo>
                <a:lnTo>
                  <a:pt x="6092907" y="577353"/>
                </a:lnTo>
                <a:lnTo>
                  <a:pt x="6092907" y="1003781"/>
                </a:lnTo>
                <a:lnTo>
                  <a:pt x="6095899" y="1002695"/>
                </a:lnTo>
                <a:cubicBezTo>
                  <a:pt x="6096400" y="1002505"/>
                  <a:pt x="6096927" y="1002416"/>
                  <a:pt x="6097454" y="1002416"/>
                </a:cubicBezTo>
                <a:cubicBezTo>
                  <a:pt x="6096927" y="1002416"/>
                  <a:pt x="6096406" y="1002511"/>
                  <a:pt x="6095905" y="1002695"/>
                </a:cubicBezTo>
                <a:lnTo>
                  <a:pt x="5507311" y="1216931"/>
                </a:lnTo>
                <a:lnTo>
                  <a:pt x="5507298" y="1216931"/>
                </a:lnTo>
                <a:lnTo>
                  <a:pt x="4918729" y="1002695"/>
                </a:lnTo>
                <a:cubicBezTo>
                  <a:pt x="4917726" y="1002321"/>
                  <a:pt x="4916627" y="1002321"/>
                  <a:pt x="4915624" y="1002695"/>
                </a:cubicBezTo>
                <a:lnTo>
                  <a:pt x="4331583" y="1215274"/>
                </a:lnTo>
                <a:lnTo>
                  <a:pt x="4331583" y="792161"/>
                </a:lnTo>
                <a:cubicBezTo>
                  <a:pt x="4331583" y="790256"/>
                  <a:pt x="4330389" y="788541"/>
                  <a:pt x="4328586" y="787894"/>
                </a:cubicBezTo>
                <a:lnTo>
                  <a:pt x="3738448" y="573086"/>
                </a:lnTo>
                <a:cubicBezTo>
                  <a:pt x="3737445" y="572711"/>
                  <a:pt x="3736340" y="572711"/>
                  <a:pt x="3735336" y="573086"/>
                </a:cubicBezTo>
                <a:lnTo>
                  <a:pt x="3145200" y="787881"/>
                </a:lnTo>
                <a:cubicBezTo>
                  <a:pt x="3143396" y="788529"/>
                  <a:pt x="3142196" y="790243"/>
                  <a:pt x="3142196" y="792155"/>
                </a:cubicBezTo>
                <a:lnTo>
                  <a:pt x="3142196" y="1215268"/>
                </a:lnTo>
                <a:lnTo>
                  <a:pt x="3148298" y="1217490"/>
                </a:lnTo>
                <a:cubicBezTo>
                  <a:pt x="3150102" y="1218138"/>
                  <a:pt x="3151295" y="1219853"/>
                  <a:pt x="3151295" y="1221764"/>
                </a:cubicBezTo>
                <a:lnTo>
                  <a:pt x="3151295" y="1221764"/>
                </a:lnTo>
                <a:cubicBezTo>
                  <a:pt x="3151289" y="1219853"/>
                  <a:pt x="3150102" y="1218144"/>
                  <a:pt x="3148298" y="1217497"/>
                </a:cubicBezTo>
                <a:lnTo>
                  <a:pt x="2558231" y="1002721"/>
                </a:lnTo>
                <a:cubicBezTo>
                  <a:pt x="2558225" y="1002721"/>
                  <a:pt x="2558218" y="1002714"/>
                  <a:pt x="2558211" y="1002714"/>
                </a:cubicBezTo>
                <a:cubicBezTo>
                  <a:pt x="2558193" y="1002708"/>
                  <a:pt x="2558180" y="1002695"/>
                  <a:pt x="2558161" y="1002689"/>
                </a:cubicBezTo>
                <a:lnTo>
                  <a:pt x="1971008" y="788980"/>
                </a:lnTo>
                <a:lnTo>
                  <a:pt x="1971008" y="362583"/>
                </a:lnTo>
                <a:lnTo>
                  <a:pt x="1971008" y="362545"/>
                </a:lnTo>
                <a:cubicBezTo>
                  <a:pt x="1971008" y="360640"/>
                  <a:pt x="1969815" y="358926"/>
                  <a:pt x="1968017" y="358278"/>
                </a:cubicBezTo>
                <a:lnTo>
                  <a:pt x="1558233" y="209123"/>
                </a:lnTo>
                <a:lnTo>
                  <a:pt x="1377880" y="143477"/>
                </a:lnTo>
                <a:cubicBezTo>
                  <a:pt x="1377499" y="143337"/>
                  <a:pt x="1377099" y="143299"/>
                  <a:pt x="1376699" y="143267"/>
                </a:cubicBezTo>
                <a:cubicBezTo>
                  <a:pt x="1376305" y="143229"/>
                  <a:pt x="1375918" y="143267"/>
                  <a:pt x="1375518" y="143343"/>
                </a:cubicBezTo>
                <a:cubicBezTo>
                  <a:pt x="1375270" y="143388"/>
                  <a:pt x="1375010" y="143388"/>
                  <a:pt x="1374769" y="143477"/>
                </a:cubicBezTo>
                <a:lnTo>
                  <a:pt x="982891" y="286104"/>
                </a:lnTo>
                <a:lnTo>
                  <a:pt x="799471" y="219340"/>
                </a:lnTo>
                <a:lnTo>
                  <a:pt x="1376318" y="9384"/>
                </a:lnTo>
                <a:lnTo>
                  <a:pt x="1953165" y="219340"/>
                </a:lnTo>
                <a:lnTo>
                  <a:pt x="1769739" y="286104"/>
                </a:lnTo>
                <a:lnTo>
                  <a:pt x="1783035" y="290943"/>
                </a:lnTo>
                <a:lnTo>
                  <a:pt x="1968011" y="223614"/>
                </a:lnTo>
                <a:cubicBezTo>
                  <a:pt x="1969815" y="222966"/>
                  <a:pt x="1971015" y="221251"/>
                  <a:pt x="1971015" y="219340"/>
                </a:cubicBezTo>
                <a:cubicBezTo>
                  <a:pt x="1971015" y="217429"/>
                  <a:pt x="1969821" y="215721"/>
                  <a:pt x="1968011" y="215067"/>
                </a:cubicBezTo>
                <a:lnTo>
                  <a:pt x="1377874" y="271"/>
                </a:lnTo>
                <a:cubicBezTo>
                  <a:pt x="1376870" y="-90"/>
                  <a:pt x="1375766" y="-90"/>
                  <a:pt x="1374762" y="271"/>
                </a:cubicBezTo>
                <a:lnTo>
                  <a:pt x="784625" y="215067"/>
                </a:lnTo>
                <a:cubicBezTo>
                  <a:pt x="782822" y="215721"/>
                  <a:pt x="781628" y="217429"/>
                  <a:pt x="781628" y="219340"/>
                </a:cubicBezTo>
                <a:cubicBezTo>
                  <a:pt x="781628" y="221251"/>
                  <a:pt x="782822" y="222966"/>
                  <a:pt x="784625" y="223614"/>
                </a:cubicBezTo>
                <a:lnTo>
                  <a:pt x="969601" y="290943"/>
                </a:lnTo>
                <a:lnTo>
                  <a:pt x="784625" y="358265"/>
                </a:lnTo>
                <a:cubicBezTo>
                  <a:pt x="784218" y="358411"/>
                  <a:pt x="783850" y="358627"/>
                  <a:pt x="783514" y="358875"/>
                </a:cubicBezTo>
                <a:cubicBezTo>
                  <a:pt x="782523" y="359593"/>
                  <a:pt x="781895" y="360691"/>
                  <a:pt x="781723" y="361917"/>
                </a:cubicBezTo>
                <a:cubicBezTo>
                  <a:pt x="781698" y="362126"/>
                  <a:pt x="781628" y="362317"/>
                  <a:pt x="781628" y="362533"/>
                </a:cubicBezTo>
                <a:lnTo>
                  <a:pt x="781628" y="792136"/>
                </a:lnTo>
                <a:cubicBezTo>
                  <a:pt x="781628" y="792707"/>
                  <a:pt x="781761" y="793240"/>
                  <a:pt x="781964" y="793755"/>
                </a:cubicBezTo>
                <a:cubicBezTo>
                  <a:pt x="782428" y="794955"/>
                  <a:pt x="783368" y="795946"/>
                  <a:pt x="784625" y="796403"/>
                </a:cubicBezTo>
                <a:lnTo>
                  <a:pt x="1374749" y="1011211"/>
                </a:lnTo>
                <a:cubicBezTo>
                  <a:pt x="1374756" y="1011211"/>
                  <a:pt x="1374756" y="1011211"/>
                  <a:pt x="1374762" y="1011217"/>
                </a:cubicBezTo>
                <a:cubicBezTo>
                  <a:pt x="1374769" y="1011217"/>
                  <a:pt x="1374769" y="1011217"/>
                  <a:pt x="1374769" y="1011217"/>
                </a:cubicBezTo>
                <a:lnTo>
                  <a:pt x="1964887" y="1226012"/>
                </a:lnTo>
                <a:cubicBezTo>
                  <a:pt x="1964893" y="1226012"/>
                  <a:pt x="1964900" y="1226018"/>
                  <a:pt x="1964906" y="1226018"/>
                </a:cubicBezTo>
                <a:lnTo>
                  <a:pt x="2543321" y="1436553"/>
                </a:lnTo>
                <a:lnTo>
                  <a:pt x="1964906" y="1647080"/>
                </a:lnTo>
                <a:cubicBezTo>
                  <a:pt x="1964830" y="1647106"/>
                  <a:pt x="1964772" y="1647163"/>
                  <a:pt x="1964703" y="1647195"/>
                </a:cubicBezTo>
                <a:cubicBezTo>
                  <a:pt x="1964550" y="1647258"/>
                  <a:pt x="1964410" y="1647354"/>
                  <a:pt x="1964271" y="1647436"/>
                </a:cubicBezTo>
                <a:cubicBezTo>
                  <a:pt x="1963947" y="1647614"/>
                  <a:pt x="1963642" y="1647830"/>
                  <a:pt x="1963369" y="1648090"/>
                </a:cubicBezTo>
                <a:cubicBezTo>
                  <a:pt x="1963236" y="1648217"/>
                  <a:pt x="1963115" y="1648338"/>
                  <a:pt x="1963001" y="1648477"/>
                </a:cubicBezTo>
                <a:cubicBezTo>
                  <a:pt x="1962728" y="1648801"/>
                  <a:pt x="1962512" y="1649163"/>
                  <a:pt x="1962341" y="1649563"/>
                </a:cubicBezTo>
                <a:cubicBezTo>
                  <a:pt x="1962296" y="1649652"/>
                  <a:pt x="1962220" y="1649709"/>
                  <a:pt x="1962194" y="1649805"/>
                </a:cubicBezTo>
                <a:cubicBezTo>
                  <a:pt x="1962188" y="1649830"/>
                  <a:pt x="1962188" y="1649855"/>
                  <a:pt x="1962182" y="1649887"/>
                </a:cubicBezTo>
                <a:cubicBezTo>
                  <a:pt x="1962017" y="1650370"/>
                  <a:pt x="1961966" y="1650859"/>
                  <a:pt x="1961966" y="1651341"/>
                </a:cubicBezTo>
                <a:lnTo>
                  <a:pt x="1961921" y="1651341"/>
                </a:lnTo>
                <a:lnTo>
                  <a:pt x="1961921" y="2507385"/>
                </a:lnTo>
                <a:lnTo>
                  <a:pt x="1374775" y="2721075"/>
                </a:lnTo>
                <a:cubicBezTo>
                  <a:pt x="1372978" y="2721723"/>
                  <a:pt x="1371778" y="2723437"/>
                  <a:pt x="1371778" y="2725349"/>
                </a:cubicBezTo>
                <a:cubicBezTo>
                  <a:pt x="1371778" y="2727260"/>
                  <a:pt x="1372971" y="2728975"/>
                  <a:pt x="1374775" y="2729622"/>
                </a:cubicBezTo>
                <a:lnTo>
                  <a:pt x="1953210" y="2940163"/>
                </a:lnTo>
                <a:lnTo>
                  <a:pt x="1376337" y="3150113"/>
                </a:lnTo>
                <a:lnTo>
                  <a:pt x="1377880" y="3150672"/>
                </a:lnTo>
                <a:cubicBezTo>
                  <a:pt x="1377905" y="3150678"/>
                  <a:pt x="1377924" y="3150697"/>
                  <a:pt x="1377950" y="3150710"/>
                </a:cubicBezTo>
                <a:cubicBezTo>
                  <a:pt x="1378229" y="3150818"/>
                  <a:pt x="1378458" y="3150983"/>
                  <a:pt x="1378706" y="3151135"/>
                </a:cubicBezTo>
                <a:cubicBezTo>
                  <a:pt x="1378439" y="3150970"/>
                  <a:pt x="1378185" y="3150792"/>
                  <a:pt x="1377880" y="3150684"/>
                </a:cubicBezTo>
                <a:lnTo>
                  <a:pt x="787736" y="2935877"/>
                </a:lnTo>
                <a:cubicBezTo>
                  <a:pt x="787235" y="2935686"/>
                  <a:pt x="786708" y="2935597"/>
                  <a:pt x="786187" y="2935597"/>
                </a:cubicBezTo>
                <a:cubicBezTo>
                  <a:pt x="785660" y="2935597"/>
                  <a:pt x="785133" y="2935693"/>
                  <a:pt x="784631" y="2935877"/>
                </a:cubicBezTo>
                <a:lnTo>
                  <a:pt x="194494" y="3150672"/>
                </a:lnTo>
                <a:cubicBezTo>
                  <a:pt x="192691" y="3151319"/>
                  <a:pt x="191497" y="3153034"/>
                  <a:pt x="191497" y="3154945"/>
                </a:cubicBezTo>
                <a:lnTo>
                  <a:pt x="191497" y="3584548"/>
                </a:lnTo>
                <a:cubicBezTo>
                  <a:pt x="191497" y="3585024"/>
                  <a:pt x="191573" y="3585488"/>
                  <a:pt x="191713" y="3585932"/>
                </a:cubicBezTo>
                <a:cubicBezTo>
                  <a:pt x="192132" y="3587247"/>
                  <a:pt x="193141" y="3588326"/>
                  <a:pt x="194494" y="3588815"/>
                </a:cubicBezTo>
                <a:lnTo>
                  <a:pt x="784631" y="3803629"/>
                </a:lnTo>
                <a:cubicBezTo>
                  <a:pt x="785133" y="3803820"/>
                  <a:pt x="785654" y="3803909"/>
                  <a:pt x="786181" y="3803909"/>
                </a:cubicBezTo>
                <a:cubicBezTo>
                  <a:pt x="785654" y="3803909"/>
                  <a:pt x="785127" y="3803820"/>
                  <a:pt x="784625" y="3803629"/>
                </a:cubicBezTo>
                <a:lnTo>
                  <a:pt x="772865" y="3799350"/>
                </a:lnTo>
                <a:lnTo>
                  <a:pt x="593128" y="3864767"/>
                </a:lnTo>
                <a:cubicBezTo>
                  <a:pt x="593503" y="3864634"/>
                  <a:pt x="593896" y="3864602"/>
                  <a:pt x="594290" y="3864564"/>
                </a:cubicBezTo>
                <a:cubicBezTo>
                  <a:pt x="593896" y="3864602"/>
                  <a:pt x="593509" y="3864634"/>
                  <a:pt x="593134" y="3864774"/>
                </a:cubicBezTo>
                <a:lnTo>
                  <a:pt x="2997" y="4079562"/>
                </a:lnTo>
                <a:cubicBezTo>
                  <a:pt x="1194" y="4080216"/>
                  <a:pt x="6" y="4081925"/>
                  <a:pt x="0" y="4083842"/>
                </a:cubicBezTo>
                <a:lnTo>
                  <a:pt x="0" y="4513439"/>
                </a:lnTo>
                <a:cubicBezTo>
                  <a:pt x="0" y="4513439"/>
                  <a:pt x="0" y="4513439"/>
                  <a:pt x="0" y="4513445"/>
                </a:cubicBezTo>
                <a:cubicBezTo>
                  <a:pt x="0" y="4515344"/>
                  <a:pt x="1194" y="4517052"/>
                  <a:pt x="2997" y="4517706"/>
                </a:cubicBezTo>
                <a:lnTo>
                  <a:pt x="593134" y="4732520"/>
                </a:lnTo>
                <a:cubicBezTo>
                  <a:pt x="593636" y="4732711"/>
                  <a:pt x="594157" y="4732800"/>
                  <a:pt x="594684" y="4732800"/>
                </a:cubicBezTo>
                <a:cubicBezTo>
                  <a:pt x="595211" y="4732800"/>
                  <a:pt x="595738" y="4732711"/>
                  <a:pt x="596240" y="4732520"/>
                </a:cubicBezTo>
                <a:lnTo>
                  <a:pt x="1186383" y="4517719"/>
                </a:lnTo>
                <a:lnTo>
                  <a:pt x="1966455" y="4233798"/>
                </a:lnTo>
                <a:lnTo>
                  <a:pt x="1966461" y="4233791"/>
                </a:lnTo>
                <a:lnTo>
                  <a:pt x="2555050" y="4448034"/>
                </a:lnTo>
                <a:cubicBezTo>
                  <a:pt x="2555545" y="4448218"/>
                  <a:pt x="2556066" y="4448307"/>
                  <a:pt x="2556593" y="4448307"/>
                </a:cubicBezTo>
                <a:cubicBezTo>
                  <a:pt x="2557126" y="4448307"/>
                  <a:pt x="2557646" y="4448218"/>
                  <a:pt x="2558149" y="4448034"/>
                </a:cubicBezTo>
                <a:lnTo>
                  <a:pt x="3023978" y="4278483"/>
                </a:lnTo>
                <a:lnTo>
                  <a:pt x="3148292" y="4233232"/>
                </a:lnTo>
                <a:cubicBezTo>
                  <a:pt x="3148737" y="4233074"/>
                  <a:pt x="3149155" y="4232839"/>
                  <a:pt x="3149511" y="4232559"/>
                </a:cubicBezTo>
                <a:cubicBezTo>
                  <a:pt x="3150603" y="4231715"/>
                  <a:pt x="3151277" y="4230394"/>
                  <a:pt x="3151277" y="4228965"/>
                </a:cubicBezTo>
                <a:lnTo>
                  <a:pt x="3151277" y="3799375"/>
                </a:lnTo>
                <a:cubicBezTo>
                  <a:pt x="3151277" y="3799368"/>
                  <a:pt x="3151277" y="3799368"/>
                  <a:pt x="3151277" y="3799368"/>
                </a:cubicBezTo>
                <a:lnTo>
                  <a:pt x="3151277" y="3376249"/>
                </a:lnTo>
                <a:lnTo>
                  <a:pt x="3735318" y="3588834"/>
                </a:lnTo>
                <a:cubicBezTo>
                  <a:pt x="3735819" y="3589019"/>
                  <a:pt x="3736346" y="3589114"/>
                  <a:pt x="3736874" y="3589114"/>
                </a:cubicBezTo>
                <a:cubicBezTo>
                  <a:pt x="3737401" y="3589114"/>
                  <a:pt x="3737928" y="3589019"/>
                  <a:pt x="3738429" y="3588834"/>
                </a:cubicBezTo>
                <a:lnTo>
                  <a:pt x="4328566" y="3374033"/>
                </a:lnTo>
                <a:cubicBezTo>
                  <a:pt x="4330364" y="3373379"/>
                  <a:pt x="4331564" y="3371671"/>
                  <a:pt x="4331564" y="3369759"/>
                </a:cubicBezTo>
                <a:cubicBezTo>
                  <a:pt x="4331564" y="3367842"/>
                  <a:pt x="4330370" y="3366140"/>
                  <a:pt x="4328566" y="3365486"/>
                </a:cubicBezTo>
                <a:lnTo>
                  <a:pt x="4143584" y="3298150"/>
                </a:lnTo>
                <a:lnTo>
                  <a:pt x="4328566" y="3230815"/>
                </a:lnTo>
                <a:cubicBezTo>
                  <a:pt x="4330364" y="3230167"/>
                  <a:pt x="4331564" y="3228453"/>
                  <a:pt x="4331564" y="3226548"/>
                </a:cubicBezTo>
                <a:cubicBezTo>
                  <a:pt x="4331564" y="3224637"/>
                  <a:pt x="4330370" y="3222922"/>
                  <a:pt x="4328566" y="3222274"/>
                </a:cubicBezTo>
                <a:lnTo>
                  <a:pt x="4143591" y="3154952"/>
                </a:lnTo>
                <a:lnTo>
                  <a:pt x="4328566" y="3087623"/>
                </a:lnTo>
                <a:cubicBezTo>
                  <a:pt x="4330364" y="3086975"/>
                  <a:pt x="4331564" y="3085260"/>
                  <a:pt x="4331564" y="3083349"/>
                </a:cubicBezTo>
                <a:cubicBezTo>
                  <a:pt x="4331564" y="3081438"/>
                  <a:pt x="4330370" y="3079723"/>
                  <a:pt x="4328566" y="3079075"/>
                </a:cubicBezTo>
                <a:lnTo>
                  <a:pt x="4143584" y="3011746"/>
                </a:lnTo>
                <a:lnTo>
                  <a:pt x="4328566" y="2944411"/>
                </a:lnTo>
                <a:cubicBezTo>
                  <a:pt x="4330364" y="2943763"/>
                  <a:pt x="4331564" y="2942049"/>
                  <a:pt x="4331564" y="2940137"/>
                </a:cubicBezTo>
                <a:lnTo>
                  <a:pt x="4331564" y="2940137"/>
                </a:lnTo>
                <a:lnTo>
                  <a:pt x="4331564" y="2513741"/>
                </a:lnTo>
                <a:lnTo>
                  <a:pt x="4912608" y="2302254"/>
                </a:lnTo>
                <a:lnTo>
                  <a:pt x="4912608" y="2725342"/>
                </a:lnTo>
                <a:cubicBezTo>
                  <a:pt x="4912608" y="2727254"/>
                  <a:pt x="4913808" y="2728968"/>
                  <a:pt x="4915605" y="2729616"/>
                </a:cubicBezTo>
                <a:lnTo>
                  <a:pt x="5493988" y="2940156"/>
                </a:lnTo>
                <a:lnTo>
                  <a:pt x="4915605" y="3150672"/>
                </a:lnTo>
                <a:cubicBezTo>
                  <a:pt x="4913814" y="3151319"/>
                  <a:pt x="4912608" y="3153034"/>
                  <a:pt x="4912608" y="3154945"/>
                </a:cubicBezTo>
                <a:lnTo>
                  <a:pt x="4912608" y="3581373"/>
                </a:lnTo>
                <a:lnTo>
                  <a:pt x="4915605" y="3580281"/>
                </a:lnTo>
                <a:cubicBezTo>
                  <a:pt x="4916602" y="3579913"/>
                  <a:pt x="4917713" y="3579913"/>
                  <a:pt x="4918710" y="3580281"/>
                </a:cubicBezTo>
                <a:lnTo>
                  <a:pt x="4937030" y="3586949"/>
                </a:lnTo>
                <a:lnTo>
                  <a:pt x="4930457" y="3584554"/>
                </a:lnTo>
                <a:lnTo>
                  <a:pt x="5502751" y="3376256"/>
                </a:lnTo>
                <a:lnTo>
                  <a:pt x="5502751" y="3792847"/>
                </a:lnTo>
                <a:lnTo>
                  <a:pt x="5508854" y="3795070"/>
                </a:lnTo>
                <a:cubicBezTo>
                  <a:pt x="5510657" y="3795724"/>
                  <a:pt x="5511851" y="3797432"/>
                  <a:pt x="5511851" y="3799343"/>
                </a:cubicBezTo>
                <a:lnTo>
                  <a:pt x="5511851" y="3799356"/>
                </a:lnTo>
                <a:cubicBezTo>
                  <a:pt x="5511844" y="3797445"/>
                  <a:pt x="5510657" y="3795737"/>
                  <a:pt x="5508860" y="3795089"/>
                </a:cubicBezTo>
                <a:lnTo>
                  <a:pt x="4918710" y="3580287"/>
                </a:lnTo>
                <a:cubicBezTo>
                  <a:pt x="4917707" y="3579913"/>
                  <a:pt x="4916608" y="3579913"/>
                  <a:pt x="4915605" y="3580287"/>
                </a:cubicBezTo>
                <a:lnTo>
                  <a:pt x="4325461" y="3795070"/>
                </a:lnTo>
                <a:cubicBezTo>
                  <a:pt x="4325011" y="3795228"/>
                  <a:pt x="4324598" y="3795463"/>
                  <a:pt x="4324236" y="3795737"/>
                </a:cubicBezTo>
                <a:cubicBezTo>
                  <a:pt x="4323143" y="3796587"/>
                  <a:pt x="4322477" y="3797908"/>
                  <a:pt x="4322477" y="3799337"/>
                </a:cubicBezTo>
                <a:lnTo>
                  <a:pt x="4322477" y="3799375"/>
                </a:lnTo>
                <a:lnTo>
                  <a:pt x="4322477" y="4228914"/>
                </a:lnTo>
                <a:lnTo>
                  <a:pt x="4322477" y="4228946"/>
                </a:lnTo>
                <a:cubicBezTo>
                  <a:pt x="4322477" y="4230851"/>
                  <a:pt x="4323670" y="4232559"/>
                  <a:pt x="4325468" y="4233213"/>
                </a:cubicBezTo>
                <a:lnTo>
                  <a:pt x="4915611" y="4448027"/>
                </a:lnTo>
                <a:cubicBezTo>
                  <a:pt x="4916113" y="4448212"/>
                  <a:pt x="4916633" y="4448307"/>
                  <a:pt x="4917161" y="4448307"/>
                </a:cubicBezTo>
                <a:cubicBezTo>
                  <a:pt x="4917161" y="4448307"/>
                  <a:pt x="4917161" y="4448307"/>
                  <a:pt x="4917167" y="4448307"/>
                </a:cubicBezTo>
                <a:cubicBezTo>
                  <a:pt x="4917694" y="4448307"/>
                  <a:pt x="4918215" y="4448212"/>
                  <a:pt x="4918716" y="4448027"/>
                </a:cubicBezTo>
                <a:lnTo>
                  <a:pt x="5508866" y="4233226"/>
                </a:lnTo>
                <a:cubicBezTo>
                  <a:pt x="5509311" y="4233067"/>
                  <a:pt x="5509730" y="4232832"/>
                  <a:pt x="5510086" y="4232553"/>
                </a:cubicBezTo>
                <a:cubicBezTo>
                  <a:pt x="5511178" y="4231709"/>
                  <a:pt x="5511851" y="4230388"/>
                  <a:pt x="5511851" y="4228959"/>
                </a:cubicBezTo>
                <a:lnTo>
                  <a:pt x="5511851" y="3802550"/>
                </a:lnTo>
                <a:lnTo>
                  <a:pt x="6092895" y="3591051"/>
                </a:lnTo>
                <a:lnTo>
                  <a:pt x="6092895" y="4440573"/>
                </a:lnTo>
                <a:lnTo>
                  <a:pt x="5505749" y="4654295"/>
                </a:lnTo>
                <a:cubicBezTo>
                  <a:pt x="5503952" y="4654949"/>
                  <a:pt x="5502751" y="4656657"/>
                  <a:pt x="5502751" y="4658562"/>
                </a:cubicBezTo>
                <a:lnTo>
                  <a:pt x="5502751" y="5088178"/>
                </a:lnTo>
                <a:cubicBezTo>
                  <a:pt x="5502751" y="5088203"/>
                  <a:pt x="5502771" y="5088222"/>
                  <a:pt x="5502771" y="5088247"/>
                </a:cubicBezTo>
                <a:cubicBezTo>
                  <a:pt x="5502777" y="5088882"/>
                  <a:pt x="5502948" y="5089479"/>
                  <a:pt x="5503209" y="5090038"/>
                </a:cubicBezTo>
                <a:cubicBezTo>
                  <a:pt x="5503272" y="5090171"/>
                  <a:pt x="5503329" y="5090298"/>
                  <a:pt x="5503399" y="5090432"/>
                </a:cubicBezTo>
                <a:cubicBezTo>
                  <a:pt x="5503716" y="5090984"/>
                  <a:pt x="5504129" y="5091486"/>
                  <a:pt x="5504663" y="5091860"/>
                </a:cubicBezTo>
                <a:cubicBezTo>
                  <a:pt x="5504675" y="5091873"/>
                  <a:pt x="5504682" y="5091892"/>
                  <a:pt x="5504694" y="5091899"/>
                </a:cubicBezTo>
                <a:cubicBezTo>
                  <a:pt x="5504808" y="5091981"/>
                  <a:pt x="5504942" y="5092013"/>
                  <a:pt x="5505063" y="5092077"/>
                </a:cubicBezTo>
                <a:cubicBezTo>
                  <a:pt x="5505285" y="5092210"/>
                  <a:pt x="5505488" y="5092362"/>
                  <a:pt x="5505742" y="5092458"/>
                </a:cubicBezTo>
                <a:lnTo>
                  <a:pt x="5690718" y="5159786"/>
                </a:lnTo>
                <a:lnTo>
                  <a:pt x="5505742" y="5227116"/>
                </a:lnTo>
                <a:cubicBezTo>
                  <a:pt x="5503945" y="5227763"/>
                  <a:pt x="5502751" y="5229478"/>
                  <a:pt x="5502751" y="5231389"/>
                </a:cubicBezTo>
                <a:cubicBezTo>
                  <a:pt x="5502751" y="5233294"/>
                  <a:pt x="5503945" y="5235009"/>
                  <a:pt x="5505742" y="5235656"/>
                </a:cubicBezTo>
                <a:lnTo>
                  <a:pt x="5690737" y="5302992"/>
                </a:lnTo>
                <a:lnTo>
                  <a:pt x="5505742" y="5370327"/>
                </a:lnTo>
                <a:cubicBezTo>
                  <a:pt x="5503945" y="5370987"/>
                  <a:pt x="5502751" y="5372689"/>
                  <a:pt x="5502751" y="5374600"/>
                </a:cubicBezTo>
                <a:cubicBezTo>
                  <a:pt x="5502751" y="5376518"/>
                  <a:pt x="5503945" y="5378227"/>
                  <a:pt x="5505742" y="5378880"/>
                </a:cubicBezTo>
                <a:lnTo>
                  <a:pt x="5690724" y="5446210"/>
                </a:lnTo>
                <a:lnTo>
                  <a:pt x="5505742" y="5513545"/>
                </a:lnTo>
                <a:cubicBezTo>
                  <a:pt x="5503945" y="5514199"/>
                  <a:pt x="5502751" y="5515907"/>
                  <a:pt x="5502751" y="5517818"/>
                </a:cubicBezTo>
                <a:cubicBezTo>
                  <a:pt x="5502751" y="5519730"/>
                  <a:pt x="5503945" y="5521444"/>
                  <a:pt x="5505742" y="5522092"/>
                </a:cubicBezTo>
                <a:lnTo>
                  <a:pt x="5887435" y="5661024"/>
                </a:lnTo>
                <a:lnTo>
                  <a:pt x="5505742" y="5799949"/>
                </a:lnTo>
                <a:cubicBezTo>
                  <a:pt x="5503945" y="5800609"/>
                  <a:pt x="5502751" y="5802311"/>
                  <a:pt x="5502751" y="5804223"/>
                </a:cubicBezTo>
                <a:cubicBezTo>
                  <a:pt x="5502751" y="5806140"/>
                  <a:pt x="5503945" y="5807848"/>
                  <a:pt x="5505742" y="5808496"/>
                </a:cubicBezTo>
                <a:lnTo>
                  <a:pt x="5887435" y="5947428"/>
                </a:lnTo>
                <a:lnTo>
                  <a:pt x="5505742" y="6086359"/>
                </a:lnTo>
                <a:cubicBezTo>
                  <a:pt x="5503945" y="6087007"/>
                  <a:pt x="5502751" y="6088722"/>
                  <a:pt x="5502751" y="6090633"/>
                </a:cubicBezTo>
                <a:cubicBezTo>
                  <a:pt x="5502751" y="6092544"/>
                  <a:pt x="5503945" y="6094259"/>
                  <a:pt x="5505742" y="6094906"/>
                </a:cubicBezTo>
                <a:lnTo>
                  <a:pt x="5887428" y="6233838"/>
                </a:lnTo>
                <a:lnTo>
                  <a:pt x="5505742" y="6372763"/>
                </a:lnTo>
                <a:cubicBezTo>
                  <a:pt x="5503945" y="6373424"/>
                  <a:pt x="5502751" y="6375126"/>
                  <a:pt x="5502751" y="6377037"/>
                </a:cubicBezTo>
                <a:cubicBezTo>
                  <a:pt x="5502751" y="6378955"/>
                  <a:pt x="5503945" y="6380663"/>
                  <a:pt x="5505742" y="6381311"/>
                </a:cubicBezTo>
                <a:lnTo>
                  <a:pt x="6095879" y="6596112"/>
                </a:lnTo>
                <a:cubicBezTo>
                  <a:pt x="6096381" y="6596302"/>
                  <a:pt x="6096908" y="6596391"/>
                  <a:pt x="6097435" y="6596391"/>
                </a:cubicBezTo>
                <a:cubicBezTo>
                  <a:pt x="6097962" y="6596391"/>
                  <a:pt x="6098489" y="6596302"/>
                  <a:pt x="6098991" y="6596112"/>
                </a:cubicBezTo>
                <a:lnTo>
                  <a:pt x="6586391" y="6418706"/>
                </a:lnTo>
                <a:lnTo>
                  <a:pt x="6586391" y="6409035"/>
                </a:lnTo>
                <a:lnTo>
                  <a:pt x="6097435" y="6587012"/>
                </a:lnTo>
                <a:lnTo>
                  <a:pt x="5520589" y="6377043"/>
                </a:lnTo>
                <a:lnTo>
                  <a:pt x="5900725" y="6238683"/>
                </a:lnTo>
                <a:lnTo>
                  <a:pt x="6095873" y="6309720"/>
                </a:lnTo>
                <a:cubicBezTo>
                  <a:pt x="6096375" y="6309911"/>
                  <a:pt x="6096902" y="6310000"/>
                  <a:pt x="6097429" y="6310000"/>
                </a:cubicBezTo>
                <a:cubicBezTo>
                  <a:pt x="6097956" y="6310000"/>
                  <a:pt x="6098483" y="6309911"/>
                  <a:pt x="6098985" y="6309720"/>
                </a:cubicBezTo>
                <a:lnTo>
                  <a:pt x="6294133" y="6238683"/>
                </a:lnTo>
                <a:lnTo>
                  <a:pt x="6586379" y="6345052"/>
                </a:lnTo>
                <a:lnTo>
                  <a:pt x="6586379" y="6335381"/>
                </a:lnTo>
                <a:lnTo>
                  <a:pt x="6307423" y="6233851"/>
                </a:lnTo>
                <a:lnTo>
                  <a:pt x="6586379" y="6132321"/>
                </a:lnTo>
                <a:lnTo>
                  <a:pt x="6586379" y="6122643"/>
                </a:lnTo>
                <a:lnTo>
                  <a:pt x="6294139" y="6229018"/>
                </a:lnTo>
                <a:lnTo>
                  <a:pt x="6098985" y="6157981"/>
                </a:lnTo>
                <a:cubicBezTo>
                  <a:pt x="6097982" y="6157613"/>
                  <a:pt x="6096876" y="6157613"/>
                  <a:pt x="6095873" y="6157981"/>
                </a:cubicBezTo>
                <a:lnTo>
                  <a:pt x="5900718" y="6229018"/>
                </a:lnTo>
                <a:lnTo>
                  <a:pt x="5520589" y="6090652"/>
                </a:lnTo>
                <a:lnTo>
                  <a:pt x="5900732" y="5952292"/>
                </a:lnTo>
                <a:lnTo>
                  <a:pt x="6095873" y="6023323"/>
                </a:lnTo>
                <a:cubicBezTo>
                  <a:pt x="6096375" y="6023513"/>
                  <a:pt x="6096902" y="6023602"/>
                  <a:pt x="6097429" y="6023602"/>
                </a:cubicBezTo>
                <a:cubicBezTo>
                  <a:pt x="6097956" y="6023602"/>
                  <a:pt x="6098483" y="6023513"/>
                  <a:pt x="6098985" y="6023323"/>
                </a:cubicBezTo>
                <a:lnTo>
                  <a:pt x="6294133" y="5952292"/>
                </a:lnTo>
                <a:lnTo>
                  <a:pt x="6586411" y="6058629"/>
                </a:lnTo>
                <a:lnTo>
                  <a:pt x="6586411" y="6048958"/>
                </a:lnTo>
                <a:lnTo>
                  <a:pt x="6307449" y="5947421"/>
                </a:lnTo>
                <a:lnTo>
                  <a:pt x="6586411" y="5845885"/>
                </a:lnTo>
                <a:lnTo>
                  <a:pt x="6586411" y="5836207"/>
                </a:lnTo>
                <a:lnTo>
                  <a:pt x="6294165" y="5942583"/>
                </a:lnTo>
                <a:lnTo>
                  <a:pt x="6099016" y="5871551"/>
                </a:lnTo>
                <a:cubicBezTo>
                  <a:pt x="6098013" y="5871177"/>
                  <a:pt x="6096908" y="5871177"/>
                  <a:pt x="6095905" y="5871551"/>
                </a:cubicBezTo>
                <a:lnTo>
                  <a:pt x="5900756" y="5942589"/>
                </a:lnTo>
                <a:lnTo>
                  <a:pt x="5520621" y="5804216"/>
                </a:lnTo>
                <a:lnTo>
                  <a:pt x="5900763" y="5665856"/>
                </a:lnTo>
                <a:lnTo>
                  <a:pt x="6095905" y="5736887"/>
                </a:lnTo>
                <a:cubicBezTo>
                  <a:pt x="6096406" y="5737071"/>
                  <a:pt x="6096934" y="5737160"/>
                  <a:pt x="6097461" y="5737160"/>
                </a:cubicBezTo>
                <a:cubicBezTo>
                  <a:pt x="6097988" y="5737160"/>
                  <a:pt x="6098515" y="5737071"/>
                  <a:pt x="6099016" y="5736887"/>
                </a:cubicBezTo>
                <a:lnTo>
                  <a:pt x="6294158" y="5665856"/>
                </a:lnTo>
                <a:lnTo>
                  <a:pt x="6586411" y="5772231"/>
                </a:lnTo>
                <a:lnTo>
                  <a:pt x="6586411" y="5762554"/>
                </a:lnTo>
                <a:lnTo>
                  <a:pt x="6307455" y="5661024"/>
                </a:lnTo>
                <a:lnTo>
                  <a:pt x="6586411" y="5559487"/>
                </a:lnTo>
                <a:lnTo>
                  <a:pt x="6586411" y="5549816"/>
                </a:lnTo>
                <a:lnTo>
                  <a:pt x="6294158" y="5656185"/>
                </a:lnTo>
                <a:lnTo>
                  <a:pt x="6110732" y="5589421"/>
                </a:lnTo>
                <a:lnTo>
                  <a:pt x="6490875" y="5451061"/>
                </a:lnTo>
                <a:lnTo>
                  <a:pt x="6586411" y="5485834"/>
                </a:lnTo>
                <a:lnTo>
                  <a:pt x="6586411" y="5476162"/>
                </a:lnTo>
                <a:lnTo>
                  <a:pt x="6504171" y="5446222"/>
                </a:lnTo>
                <a:lnTo>
                  <a:pt x="6586411" y="5416288"/>
                </a:lnTo>
                <a:lnTo>
                  <a:pt x="6586411" y="5406611"/>
                </a:lnTo>
                <a:lnTo>
                  <a:pt x="6490868" y="5441390"/>
                </a:lnTo>
                <a:lnTo>
                  <a:pt x="6307430" y="5374620"/>
                </a:lnTo>
                <a:lnTo>
                  <a:pt x="6490862" y="5307849"/>
                </a:lnTo>
                <a:lnTo>
                  <a:pt x="6586411" y="5342628"/>
                </a:lnTo>
                <a:lnTo>
                  <a:pt x="6586411" y="5332957"/>
                </a:lnTo>
                <a:lnTo>
                  <a:pt x="6504159" y="5303017"/>
                </a:lnTo>
                <a:lnTo>
                  <a:pt x="6586411" y="5273077"/>
                </a:lnTo>
                <a:lnTo>
                  <a:pt x="6586411" y="5263406"/>
                </a:lnTo>
                <a:lnTo>
                  <a:pt x="6490868" y="5298185"/>
                </a:lnTo>
                <a:lnTo>
                  <a:pt x="6307449" y="5231421"/>
                </a:lnTo>
                <a:lnTo>
                  <a:pt x="6490882" y="5164657"/>
                </a:lnTo>
                <a:lnTo>
                  <a:pt x="6586411" y="5199423"/>
                </a:lnTo>
                <a:lnTo>
                  <a:pt x="6586411" y="5189752"/>
                </a:lnTo>
                <a:lnTo>
                  <a:pt x="6504178" y="5159818"/>
                </a:lnTo>
                <a:lnTo>
                  <a:pt x="6586411" y="5129884"/>
                </a:lnTo>
                <a:lnTo>
                  <a:pt x="6586411" y="5120213"/>
                </a:lnTo>
                <a:lnTo>
                  <a:pt x="6490882" y="5154986"/>
                </a:lnTo>
                <a:lnTo>
                  <a:pt x="6099010" y="5012359"/>
                </a:lnTo>
                <a:cubicBezTo>
                  <a:pt x="6098007" y="5011990"/>
                  <a:pt x="6096902" y="5011990"/>
                  <a:pt x="6095899" y="5012359"/>
                </a:cubicBezTo>
                <a:lnTo>
                  <a:pt x="5704027" y="5154986"/>
                </a:lnTo>
                <a:lnTo>
                  <a:pt x="5520607" y="5088222"/>
                </a:lnTo>
                <a:lnTo>
                  <a:pt x="6097454" y="4878266"/>
                </a:lnTo>
                <a:lnTo>
                  <a:pt x="6586411" y="5056205"/>
                </a:lnTo>
                <a:lnTo>
                  <a:pt x="6586411" y="5046541"/>
                </a:lnTo>
                <a:lnTo>
                  <a:pt x="6586411" y="5046534"/>
                </a:lnTo>
                <a:lnTo>
                  <a:pt x="6453499" y="4998154"/>
                </a:lnTo>
                <a:lnTo>
                  <a:pt x="6110745" y="4873395"/>
                </a:lnTo>
                <a:lnTo>
                  <a:pt x="6586411" y="4700262"/>
                </a:lnTo>
                <a:lnTo>
                  <a:pt x="6586411" y="4690585"/>
                </a:lnTo>
                <a:lnTo>
                  <a:pt x="6102001" y="4866899"/>
                </a:lnTo>
                <a:lnTo>
                  <a:pt x="6102001" y="4450275"/>
                </a:lnTo>
                <a:lnTo>
                  <a:pt x="6586411" y="4626589"/>
                </a:lnTo>
                <a:lnTo>
                  <a:pt x="6586411" y="4616925"/>
                </a:lnTo>
                <a:lnTo>
                  <a:pt x="6110770" y="4443786"/>
                </a:lnTo>
                <a:lnTo>
                  <a:pt x="6102001" y="4446980"/>
                </a:lnTo>
                <a:lnTo>
                  <a:pt x="6102001" y="4446974"/>
                </a:lnTo>
                <a:lnTo>
                  <a:pt x="6586411" y="4270653"/>
                </a:lnTo>
                <a:lnTo>
                  <a:pt x="6586411" y="4260976"/>
                </a:lnTo>
                <a:lnTo>
                  <a:pt x="6568948" y="4267332"/>
                </a:lnTo>
                <a:lnTo>
                  <a:pt x="6187186" y="4406296"/>
                </a:lnTo>
                <a:lnTo>
                  <a:pt x="6102001" y="4437303"/>
                </a:lnTo>
                <a:lnTo>
                  <a:pt x="6102001" y="4437296"/>
                </a:lnTo>
                <a:lnTo>
                  <a:pt x="6102001" y="4437290"/>
                </a:lnTo>
                <a:lnTo>
                  <a:pt x="6102001" y="3591070"/>
                </a:lnTo>
                <a:lnTo>
                  <a:pt x="6586411" y="3767396"/>
                </a:lnTo>
                <a:lnTo>
                  <a:pt x="6586411" y="3757719"/>
                </a:lnTo>
                <a:lnTo>
                  <a:pt x="6586411" y="3757713"/>
                </a:lnTo>
                <a:lnTo>
                  <a:pt x="6110751" y="3584573"/>
                </a:lnTo>
                <a:lnTo>
                  <a:pt x="6586411" y="3411447"/>
                </a:lnTo>
                <a:lnTo>
                  <a:pt x="6586411" y="3401770"/>
                </a:lnTo>
                <a:lnTo>
                  <a:pt x="6102007" y="3578084"/>
                </a:lnTo>
                <a:lnTo>
                  <a:pt x="6102007" y="3161460"/>
                </a:lnTo>
                <a:lnTo>
                  <a:pt x="6586411" y="3337775"/>
                </a:lnTo>
                <a:lnTo>
                  <a:pt x="6586411" y="3328103"/>
                </a:lnTo>
                <a:lnTo>
                  <a:pt x="6110770" y="3154971"/>
                </a:lnTo>
                <a:lnTo>
                  <a:pt x="6586411" y="2981851"/>
                </a:lnTo>
                <a:lnTo>
                  <a:pt x="6586411" y="2972173"/>
                </a:lnTo>
                <a:lnTo>
                  <a:pt x="6097473" y="3150126"/>
                </a:lnTo>
                <a:lnTo>
                  <a:pt x="6099010" y="3150684"/>
                </a:lnTo>
                <a:cubicBezTo>
                  <a:pt x="6100807" y="3151338"/>
                  <a:pt x="6102001" y="3153047"/>
                  <a:pt x="6102001" y="3154958"/>
                </a:cubicBezTo>
                <a:lnTo>
                  <a:pt x="6102001" y="3154958"/>
                </a:lnTo>
                <a:cubicBezTo>
                  <a:pt x="6102001" y="3153053"/>
                  <a:pt x="6100807" y="3151345"/>
                  <a:pt x="6099010" y="3150697"/>
                </a:cubicBezTo>
                <a:lnTo>
                  <a:pt x="5508873" y="2935889"/>
                </a:lnTo>
                <a:lnTo>
                  <a:pt x="5520633" y="2940169"/>
                </a:lnTo>
                <a:lnTo>
                  <a:pt x="6099010" y="2729648"/>
                </a:lnTo>
                <a:cubicBezTo>
                  <a:pt x="6100807" y="2729000"/>
                  <a:pt x="6102001" y="2727285"/>
                  <a:pt x="6102001" y="2725374"/>
                </a:cubicBezTo>
                <a:lnTo>
                  <a:pt x="6102001" y="2298959"/>
                </a:lnTo>
                <a:lnTo>
                  <a:pt x="6586411" y="2122638"/>
                </a:lnTo>
                <a:lnTo>
                  <a:pt x="6586411" y="2112967"/>
                </a:lnTo>
                <a:lnTo>
                  <a:pt x="6102001" y="2289288"/>
                </a:lnTo>
                <a:lnTo>
                  <a:pt x="6102001" y="1869356"/>
                </a:lnTo>
                <a:lnTo>
                  <a:pt x="6586411" y="1693029"/>
                </a:lnTo>
                <a:lnTo>
                  <a:pt x="6586411" y="1683352"/>
                </a:lnTo>
                <a:lnTo>
                  <a:pt x="6102001" y="1859672"/>
                </a:lnTo>
                <a:lnTo>
                  <a:pt x="6102001" y="1443074"/>
                </a:lnTo>
                <a:lnTo>
                  <a:pt x="6586411" y="1619382"/>
                </a:lnTo>
                <a:lnTo>
                  <a:pt x="6586411" y="1609711"/>
                </a:lnTo>
                <a:lnTo>
                  <a:pt x="6102001" y="1433390"/>
                </a:lnTo>
                <a:lnTo>
                  <a:pt x="6102001" y="1433390"/>
                </a:lnTo>
                <a:lnTo>
                  <a:pt x="6110738" y="1436565"/>
                </a:lnTo>
                <a:lnTo>
                  <a:pt x="6586411" y="1263433"/>
                </a:lnTo>
                <a:lnTo>
                  <a:pt x="6586411" y="1253755"/>
                </a:lnTo>
                <a:lnTo>
                  <a:pt x="6102001" y="1430076"/>
                </a:lnTo>
                <a:lnTo>
                  <a:pt x="6102001" y="1013465"/>
                </a:lnTo>
                <a:lnTo>
                  <a:pt x="6586411" y="1189773"/>
                </a:lnTo>
                <a:lnTo>
                  <a:pt x="6586411" y="1180108"/>
                </a:lnTo>
                <a:lnTo>
                  <a:pt x="6099010" y="1002695"/>
                </a:lnTo>
                <a:lnTo>
                  <a:pt x="6309919" y="1079460"/>
                </a:lnTo>
                <a:lnTo>
                  <a:pt x="6477420" y="1140427"/>
                </a:lnTo>
                <a:lnTo>
                  <a:pt x="6110751" y="1006962"/>
                </a:lnTo>
                <a:lnTo>
                  <a:pt x="6294184" y="940198"/>
                </a:lnTo>
                <a:lnTo>
                  <a:pt x="6586411" y="1046561"/>
                </a:lnTo>
                <a:lnTo>
                  <a:pt x="6586411" y="1036884"/>
                </a:lnTo>
                <a:lnTo>
                  <a:pt x="6307468" y="935353"/>
                </a:lnTo>
                <a:lnTo>
                  <a:pt x="6490888" y="868596"/>
                </a:lnTo>
                <a:lnTo>
                  <a:pt x="6586411" y="903362"/>
                </a:lnTo>
                <a:lnTo>
                  <a:pt x="6586411" y="893691"/>
                </a:lnTo>
                <a:lnTo>
                  <a:pt x="6504185" y="863764"/>
                </a:lnTo>
                <a:lnTo>
                  <a:pt x="6586411" y="833836"/>
                </a:lnTo>
                <a:lnTo>
                  <a:pt x="6586411" y="824159"/>
                </a:lnTo>
                <a:lnTo>
                  <a:pt x="6490888" y="858931"/>
                </a:lnTo>
                <a:lnTo>
                  <a:pt x="6307462" y="792167"/>
                </a:lnTo>
                <a:lnTo>
                  <a:pt x="6490900" y="725403"/>
                </a:lnTo>
                <a:lnTo>
                  <a:pt x="6586411" y="760170"/>
                </a:lnTo>
                <a:lnTo>
                  <a:pt x="6586411" y="750499"/>
                </a:lnTo>
                <a:lnTo>
                  <a:pt x="6504191" y="720571"/>
                </a:lnTo>
                <a:lnTo>
                  <a:pt x="6586411" y="690631"/>
                </a:lnTo>
                <a:lnTo>
                  <a:pt x="6586411" y="680953"/>
                </a:lnTo>
                <a:lnTo>
                  <a:pt x="6490894" y="715720"/>
                </a:lnTo>
                <a:lnTo>
                  <a:pt x="6307468" y="648956"/>
                </a:lnTo>
                <a:lnTo>
                  <a:pt x="6586411" y="547426"/>
                </a:lnTo>
                <a:lnTo>
                  <a:pt x="6586411" y="537748"/>
                </a:lnTo>
                <a:lnTo>
                  <a:pt x="6294177" y="644117"/>
                </a:lnTo>
                <a:lnTo>
                  <a:pt x="6110770" y="577353"/>
                </a:lnTo>
                <a:lnTo>
                  <a:pt x="6586411" y="404233"/>
                </a:lnTo>
                <a:lnTo>
                  <a:pt x="6586411" y="394562"/>
                </a:lnTo>
                <a:close/>
                <a:moveTo>
                  <a:pt x="790746" y="369029"/>
                </a:moveTo>
                <a:lnTo>
                  <a:pt x="1363053" y="577353"/>
                </a:lnTo>
                <a:lnTo>
                  <a:pt x="790746" y="785659"/>
                </a:lnTo>
                <a:lnTo>
                  <a:pt x="790746" y="369029"/>
                </a:lnTo>
                <a:close/>
                <a:moveTo>
                  <a:pt x="1371791" y="1000466"/>
                </a:moveTo>
                <a:lnTo>
                  <a:pt x="799503" y="792148"/>
                </a:lnTo>
                <a:lnTo>
                  <a:pt x="1371791" y="583849"/>
                </a:lnTo>
                <a:lnTo>
                  <a:pt x="1371791" y="1000466"/>
                </a:lnTo>
                <a:close/>
                <a:moveTo>
                  <a:pt x="1371791" y="570851"/>
                </a:moveTo>
                <a:lnTo>
                  <a:pt x="799490" y="362545"/>
                </a:lnTo>
                <a:lnTo>
                  <a:pt x="982917" y="295788"/>
                </a:lnTo>
                <a:lnTo>
                  <a:pt x="1371791" y="437336"/>
                </a:lnTo>
                <a:lnTo>
                  <a:pt x="1371791" y="570851"/>
                </a:lnTo>
                <a:close/>
                <a:moveTo>
                  <a:pt x="1371791" y="427658"/>
                </a:moveTo>
                <a:lnTo>
                  <a:pt x="996207" y="290949"/>
                </a:lnTo>
                <a:lnTo>
                  <a:pt x="1016273" y="283647"/>
                </a:lnTo>
                <a:lnTo>
                  <a:pt x="1371791" y="154246"/>
                </a:lnTo>
                <a:lnTo>
                  <a:pt x="1371791" y="427658"/>
                </a:lnTo>
                <a:close/>
                <a:moveTo>
                  <a:pt x="200603" y="3161460"/>
                </a:moveTo>
                <a:lnTo>
                  <a:pt x="772916" y="3369772"/>
                </a:lnTo>
                <a:lnTo>
                  <a:pt x="200603" y="3578084"/>
                </a:lnTo>
                <a:lnTo>
                  <a:pt x="200603" y="3161460"/>
                </a:lnTo>
                <a:close/>
                <a:moveTo>
                  <a:pt x="781647" y="3792885"/>
                </a:moveTo>
                <a:lnTo>
                  <a:pt x="781647" y="3792885"/>
                </a:lnTo>
                <a:lnTo>
                  <a:pt x="418655" y="3660761"/>
                </a:lnTo>
                <a:lnTo>
                  <a:pt x="209353" y="3584573"/>
                </a:lnTo>
                <a:lnTo>
                  <a:pt x="781653" y="3376275"/>
                </a:lnTo>
                <a:lnTo>
                  <a:pt x="781647" y="3792885"/>
                </a:lnTo>
                <a:close/>
                <a:moveTo>
                  <a:pt x="781653" y="2946665"/>
                </a:moveTo>
                <a:lnTo>
                  <a:pt x="781653" y="3363276"/>
                </a:lnTo>
                <a:lnTo>
                  <a:pt x="209353" y="3154964"/>
                </a:lnTo>
                <a:lnTo>
                  <a:pt x="520027" y="3041884"/>
                </a:lnTo>
                <a:lnTo>
                  <a:pt x="781653" y="2946665"/>
                </a:lnTo>
                <a:lnTo>
                  <a:pt x="781653" y="2946665"/>
                </a:lnTo>
                <a:close/>
                <a:moveTo>
                  <a:pt x="9112" y="4090351"/>
                </a:moveTo>
                <a:lnTo>
                  <a:pt x="581425" y="4298663"/>
                </a:lnTo>
                <a:lnTo>
                  <a:pt x="9112" y="4506975"/>
                </a:lnTo>
                <a:lnTo>
                  <a:pt x="9112" y="4090351"/>
                </a:lnTo>
                <a:close/>
                <a:moveTo>
                  <a:pt x="590156" y="4721782"/>
                </a:moveTo>
                <a:lnTo>
                  <a:pt x="17862" y="4513464"/>
                </a:lnTo>
                <a:lnTo>
                  <a:pt x="590156" y="4305165"/>
                </a:lnTo>
                <a:lnTo>
                  <a:pt x="590156" y="4721782"/>
                </a:lnTo>
                <a:close/>
                <a:moveTo>
                  <a:pt x="590156" y="4292167"/>
                </a:moveTo>
                <a:lnTo>
                  <a:pt x="17869" y="4083855"/>
                </a:lnTo>
                <a:lnTo>
                  <a:pt x="590156" y="3875550"/>
                </a:lnTo>
                <a:lnTo>
                  <a:pt x="590156" y="4292167"/>
                </a:lnTo>
                <a:close/>
                <a:moveTo>
                  <a:pt x="1380877" y="3154964"/>
                </a:moveTo>
                <a:lnTo>
                  <a:pt x="1380877" y="3154964"/>
                </a:lnTo>
                <a:cubicBezTo>
                  <a:pt x="1380877" y="3154494"/>
                  <a:pt x="1380801" y="3154031"/>
                  <a:pt x="1380662" y="3153593"/>
                </a:cubicBezTo>
                <a:cubicBezTo>
                  <a:pt x="1380807" y="3154031"/>
                  <a:pt x="1380877" y="3154488"/>
                  <a:pt x="1380877" y="3154964"/>
                </a:cubicBezTo>
                <a:close/>
                <a:moveTo>
                  <a:pt x="1953178" y="3369772"/>
                </a:moveTo>
                <a:lnTo>
                  <a:pt x="1953178" y="3369772"/>
                </a:lnTo>
                <a:lnTo>
                  <a:pt x="1555776" y="3514419"/>
                </a:lnTo>
                <a:lnTo>
                  <a:pt x="1380877" y="3578077"/>
                </a:lnTo>
                <a:lnTo>
                  <a:pt x="1380877" y="3578071"/>
                </a:lnTo>
                <a:lnTo>
                  <a:pt x="1380877" y="3161467"/>
                </a:lnTo>
                <a:lnTo>
                  <a:pt x="1380877" y="3161467"/>
                </a:lnTo>
                <a:lnTo>
                  <a:pt x="1953178" y="3369772"/>
                </a:lnTo>
                <a:close/>
                <a:moveTo>
                  <a:pt x="1380877" y="3584573"/>
                </a:moveTo>
                <a:lnTo>
                  <a:pt x="1380877" y="3584535"/>
                </a:lnTo>
                <a:cubicBezTo>
                  <a:pt x="1380877" y="3584548"/>
                  <a:pt x="1380884" y="3584561"/>
                  <a:pt x="1380877" y="3584573"/>
                </a:cubicBezTo>
                <a:cubicBezTo>
                  <a:pt x="1380884" y="3585787"/>
                  <a:pt x="1380363" y="3586891"/>
                  <a:pt x="1379544" y="3587723"/>
                </a:cubicBezTo>
                <a:cubicBezTo>
                  <a:pt x="1380357" y="3586891"/>
                  <a:pt x="1380877" y="3585787"/>
                  <a:pt x="1380877" y="3584573"/>
                </a:cubicBezTo>
                <a:close/>
                <a:moveTo>
                  <a:pt x="790746" y="2946665"/>
                </a:moveTo>
                <a:lnTo>
                  <a:pt x="1363040" y="3154971"/>
                </a:lnTo>
                <a:lnTo>
                  <a:pt x="790746" y="3363282"/>
                </a:lnTo>
                <a:lnTo>
                  <a:pt x="790746" y="2946665"/>
                </a:lnTo>
                <a:close/>
                <a:moveTo>
                  <a:pt x="1371791" y="3161460"/>
                </a:moveTo>
                <a:lnTo>
                  <a:pt x="1371791" y="3578084"/>
                </a:lnTo>
                <a:lnTo>
                  <a:pt x="799478" y="3369772"/>
                </a:lnTo>
                <a:lnTo>
                  <a:pt x="1371791" y="3161460"/>
                </a:lnTo>
                <a:close/>
                <a:moveTo>
                  <a:pt x="790740" y="3792885"/>
                </a:moveTo>
                <a:lnTo>
                  <a:pt x="790740" y="3792873"/>
                </a:lnTo>
                <a:lnTo>
                  <a:pt x="790746" y="3376281"/>
                </a:lnTo>
                <a:lnTo>
                  <a:pt x="1363034" y="3584580"/>
                </a:lnTo>
                <a:lnTo>
                  <a:pt x="1363040" y="3584580"/>
                </a:lnTo>
                <a:lnTo>
                  <a:pt x="1201128" y="3643514"/>
                </a:lnTo>
                <a:lnTo>
                  <a:pt x="790740" y="3792885"/>
                </a:lnTo>
                <a:lnTo>
                  <a:pt x="790740" y="3792885"/>
                </a:lnTo>
                <a:close/>
                <a:moveTo>
                  <a:pt x="599250" y="4721782"/>
                </a:moveTo>
                <a:lnTo>
                  <a:pt x="599250" y="4305171"/>
                </a:lnTo>
                <a:lnTo>
                  <a:pt x="1171549" y="4513471"/>
                </a:lnTo>
                <a:lnTo>
                  <a:pt x="599250" y="4721782"/>
                </a:lnTo>
                <a:close/>
                <a:moveTo>
                  <a:pt x="1180300" y="4506975"/>
                </a:moveTo>
                <a:lnTo>
                  <a:pt x="607981" y="4298663"/>
                </a:lnTo>
                <a:lnTo>
                  <a:pt x="1180300" y="4090351"/>
                </a:lnTo>
                <a:lnTo>
                  <a:pt x="1180300" y="4506975"/>
                </a:lnTo>
                <a:close/>
                <a:moveTo>
                  <a:pt x="599250" y="4292167"/>
                </a:moveTo>
                <a:lnTo>
                  <a:pt x="599250" y="3875556"/>
                </a:lnTo>
                <a:lnTo>
                  <a:pt x="1171537" y="4083861"/>
                </a:lnTo>
                <a:lnTo>
                  <a:pt x="599250" y="4292167"/>
                </a:lnTo>
                <a:close/>
                <a:moveTo>
                  <a:pt x="1961928" y="4225784"/>
                </a:moveTo>
                <a:lnTo>
                  <a:pt x="1189393" y="4506981"/>
                </a:lnTo>
                <a:lnTo>
                  <a:pt x="1189393" y="4087049"/>
                </a:lnTo>
                <a:lnTo>
                  <a:pt x="1961928" y="3805865"/>
                </a:lnTo>
                <a:lnTo>
                  <a:pt x="1961928" y="4225784"/>
                </a:lnTo>
                <a:close/>
                <a:moveTo>
                  <a:pt x="1961928" y="3376275"/>
                </a:moveTo>
                <a:lnTo>
                  <a:pt x="1961928" y="3796200"/>
                </a:lnTo>
                <a:lnTo>
                  <a:pt x="1184853" y="4079023"/>
                </a:lnTo>
                <a:lnTo>
                  <a:pt x="1186390" y="4079582"/>
                </a:lnTo>
                <a:cubicBezTo>
                  <a:pt x="1188193" y="4080235"/>
                  <a:pt x="1189393" y="4081943"/>
                  <a:pt x="1189393" y="4083855"/>
                </a:cubicBezTo>
                <a:lnTo>
                  <a:pt x="1189393" y="4083861"/>
                </a:lnTo>
                <a:cubicBezTo>
                  <a:pt x="1189393" y="4081950"/>
                  <a:pt x="1188199" y="4080248"/>
                  <a:pt x="1186396" y="4079594"/>
                </a:cubicBezTo>
                <a:lnTo>
                  <a:pt x="596252" y="3864793"/>
                </a:lnTo>
                <a:cubicBezTo>
                  <a:pt x="595935" y="3864672"/>
                  <a:pt x="595598" y="3864659"/>
                  <a:pt x="595274" y="3864615"/>
                </a:cubicBezTo>
                <a:cubicBezTo>
                  <a:pt x="595604" y="3864659"/>
                  <a:pt x="595935" y="3864672"/>
                  <a:pt x="596252" y="3864786"/>
                </a:cubicBezTo>
                <a:lnTo>
                  <a:pt x="608000" y="3869066"/>
                </a:lnTo>
                <a:lnTo>
                  <a:pt x="787705" y="3803655"/>
                </a:lnTo>
                <a:cubicBezTo>
                  <a:pt x="787717" y="3803648"/>
                  <a:pt x="787736" y="3803655"/>
                  <a:pt x="787749" y="3803648"/>
                </a:cubicBezTo>
                <a:lnTo>
                  <a:pt x="1325258" y="3607999"/>
                </a:lnTo>
                <a:lnTo>
                  <a:pt x="1377887" y="3588841"/>
                </a:lnTo>
                <a:lnTo>
                  <a:pt x="1961928" y="3376256"/>
                </a:lnTo>
                <a:lnTo>
                  <a:pt x="1961928" y="3376275"/>
                </a:lnTo>
                <a:close/>
                <a:moveTo>
                  <a:pt x="1961928" y="3363276"/>
                </a:moveTo>
                <a:lnTo>
                  <a:pt x="1397495" y="3157834"/>
                </a:lnTo>
                <a:lnTo>
                  <a:pt x="1389628" y="3154971"/>
                </a:lnTo>
                <a:lnTo>
                  <a:pt x="1961928" y="2946672"/>
                </a:lnTo>
                <a:lnTo>
                  <a:pt x="1961928" y="3363276"/>
                </a:lnTo>
                <a:close/>
                <a:moveTo>
                  <a:pt x="1961928" y="2933673"/>
                </a:moveTo>
                <a:lnTo>
                  <a:pt x="1389628" y="2725361"/>
                </a:lnTo>
                <a:lnTo>
                  <a:pt x="1961928" y="2517062"/>
                </a:lnTo>
                <a:lnTo>
                  <a:pt x="1961928" y="2933673"/>
                </a:lnTo>
                <a:close/>
                <a:moveTo>
                  <a:pt x="1961928" y="365727"/>
                </a:moveTo>
                <a:lnTo>
                  <a:pt x="1763236" y="293407"/>
                </a:lnTo>
                <a:lnTo>
                  <a:pt x="1759718" y="292124"/>
                </a:lnTo>
                <a:lnTo>
                  <a:pt x="1961928" y="365727"/>
                </a:lnTo>
                <a:close/>
                <a:moveTo>
                  <a:pt x="1380884" y="154246"/>
                </a:moveTo>
                <a:lnTo>
                  <a:pt x="1680775" y="263390"/>
                </a:lnTo>
                <a:lnTo>
                  <a:pt x="1380884" y="154246"/>
                </a:lnTo>
                <a:lnTo>
                  <a:pt x="1756461" y="290943"/>
                </a:lnTo>
                <a:lnTo>
                  <a:pt x="1380884" y="427652"/>
                </a:lnTo>
                <a:lnTo>
                  <a:pt x="1380884" y="154246"/>
                </a:lnTo>
                <a:close/>
                <a:moveTo>
                  <a:pt x="1380884" y="437323"/>
                </a:moveTo>
                <a:lnTo>
                  <a:pt x="1769751" y="295781"/>
                </a:lnTo>
                <a:lnTo>
                  <a:pt x="1953178" y="362539"/>
                </a:lnTo>
                <a:lnTo>
                  <a:pt x="1380884" y="570844"/>
                </a:lnTo>
                <a:lnTo>
                  <a:pt x="1380884" y="437323"/>
                </a:lnTo>
                <a:close/>
                <a:moveTo>
                  <a:pt x="1961928" y="369029"/>
                </a:moveTo>
                <a:lnTo>
                  <a:pt x="1961928" y="785659"/>
                </a:lnTo>
                <a:lnTo>
                  <a:pt x="1389615" y="577353"/>
                </a:lnTo>
                <a:lnTo>
                  <a:pt x="1961928" y="369029"/>
                </a:lnTo>
                <a:close/>
                <a:moveTo>
                  <a:pt x="1380884" y="583849"/>
                </a:moveTo>
                <a:lnTo>
                  <a:pt x="1953171" y="792148"/>
                </a:lnTo>
                <a:lnTo>
                  <a:pt x="1380884" y="1000466"/>
                </a:lnTo>
                <a:lnTo>
                  <a:pt x="1380884" y="583849"/>
                </a:lnTo>
                <a:close/>
                <a:moveTo>
                  <a:pt x="1966468" y="1216919"/>
                </a:moveTo>
                <a:lnTo>
                  <a:pt x="1389628" y="1006956"/>
                </a:lnTo>
                <a:lnTo>
                  <a:pt x="1966475" y="797000"/>
                </a:lnTo>
                <a:lnTo>
                  <a:pt x="2543321" y="1006956"/>
                </a:lnTo>
                <a:lnTo>
                  <a:pt x="2176653" y="1140420"/>
                </a:lnTo>
                <a:lnTo>
                  <a:pt x="2053927" y="1185093"/>
                </a:lnTo>
                <a:lnTo>
                  <a:pt x="1966468" y="1216919"/>
                </a:lnTo>
                <a:lnTo>
                  <a:pt x="1966468" y="1216919"/>
                </a:lnTo>
                <a:close/>
                <a:moveTo>
                  <a:pt x="1971021" y="2946659"/>
                </a:moveTo>
                <a:lnTo>
                  <a:pt x="2543334" y="3154977"/>
                </a:lnTo>
                <a:lnTo>
                  <a:pt x="1971021" y="3363289"/>
                </a:lnTo>
                <a:lnTo>
                  <a:pt x="1971021" y="2946659"/>
                </a:lnTo>
                <a:close/>
                <a:moveTo>
                  <a:pt x="1971021" y="3376275"/>
                </a:moveTo>
                <a:lnTo>
                  <a:pt x="1971021" y="3376275"/>
                </a:lnTo>
                <a:lnTo>
                  <a:pt x="2194827" y="3457732"/>
                </a:lnTo>
                <a:lnTo>
                  <a:pt x="2543315" y="3584580"/>
                </a:lnTo>
                <a:lnTo>
                  <a:pt x="2543334" y="3584586"/>
                </a:lnTo>
                <a:lnTo>
                  <a:pt x="1971021" y="3792892"/>
                </a:lnTo>
                <a:lnTo>
                  <a:pt x="1971021" y="3376275"/>
                </a:lnTo>
                <a:close/>
                <a:moveTo>
                  <a:pt x="1971021" y="3805871"/>
                </a:moveTo>
                <a:lnTo>
                  <a:pt x="2543340" y="4014189"/>
                </a:lnTo>
                <a:lnTo>
                  <a:pt x="1971021" y="4222488"/>
                </a:lnTo>
                <a:lnTo>
                  <a:pt x="1971021" y="3805871"/>
                </a:lnTo>
                <a:close/>
                <a:moveTo>
                  <a:pt x="2552071" y="4437290"/>
                </a:moveTo>
                <a:lnTo>
                  <a:pt x="2552071" y="4437290"/>
                </a:lnTo>
                <a:lnTo>
                  <a:pt x="2437568" y="4395615"/>
                </a:lnTo>
                <a:lnTo>
                  <a:pt x="1979784" y="4228984"/>
                </a:lnTo>
                <a:lnTo>
                  <a:pt x="2552071" y="4020691"/>
                </a:lnTo>
                <a:lnTo>
                  <a:pt x="2552071" y="4437290"/>
                </a:lnTo>
                <a:close/>
                <a:moveTo>
                  <a:pt x="2552071" y="3591076"/>
                </a:moveTo>
                <a:lnTo>
                  <a:pt x="2552071" y="4007687"/>
                </a:lnTo>
                <a:lnTo>
                  <a:pt x="1979771" y="3799375"/>
                </a:lnTo>
                <a:lnTo>
                  <a:pt x="2286959" y="3687571"/>
                </a:lnTo>
                <a:lnTo>
                  <a:pt x="2552071" y="3591076"/>
                </a:lnTo>
                <a:lnTo>
                  <a:pt x="2552071" y="3591076"/>
                </a:lnTo>
                <a:close/>
                <a:moveTo>
                  <a:pt x="2552071" y="3578077"/>
                </a:moveTo>
                <a:lnTo>
                  <a:pt x="2552071" y="3578090"/>
                </a:lnTo>
                <a:lnTo>
                  <a:pt x="2076424" y="3404951"/>
                </a:lnTo>
                <a:lnTo>
                  <a:pt x="1979771" y="3369772"/>
                </a:lnTo>
                <a:lnTo>
                  <a:pt x="2552071" y="3161473"/>
                </a:lnTo>
                <a:lnTo>
                  <a:pt x="2552071" y="3578077"/>
                </a:lnTo>
                <a:close/>
                <a:moveTo>
                  <a:pt x="2552071" y="2731876"/>
                </a:moveTo>
                <a:lnTo>
                  <a:pt x="2552071" y="3148475"/>
                </a:lnTo>
                <a:lnTo>
                  <a:pt x="1979790" y="2940176"/>
                </a:lnTo>
                <a:lnTo>
                  <a:pt x="1971021" y="2943363"/>
                </a:lnTo>
                <a:lnTo>
                  <a:pt x="1971021" y="2943351"/>
                </a:lnTo>
                <a:lnTo>
                  <a:pt x="2552071" y="2731876"/>
                </a:lnTo>
                <a:lnTo>
                  <a:pt x="2552071" y="2731876"/>
                </a:lnTo>
                <a:close/>
                <a:moveTo>
                  <a:pt x="1971027" y="2933673"/>
                </a:moveTo>
                <a:lnTo>
                  <a:pt x="1971027" y="2517075"/>
                </a:lnTo>
                <a:lnTo>
                  <a:pt x="2543315" y="2725380"/>
                </a:lnTo>
                <a:lnTo>
                  <a:pt x="2543321" y="2725380"/>
                </a:lnTo>
                <a:lnTo>
                  <a:pt x="2424602" y="2768598"/>
                </a:lnTo>
                <a:lnTo>
                  <a:pt x="2018449" y="2916414"/>
                </a:lnTo>
                <a:lnTo>
                  <a:pt x="1971027" y="2933673"/>
                </a:lnTo>
                <a:close/>
                <a:moveTo>
                  <a:pt x="2552071" y="2718884"/>
                </a:moveTo>
                <a:lnTo>
                  <a:pt x="2401995" y="2664262"/>
                </a:lnTo>
                <a:lnTo>
                  <a:pt x="1971021" y="2507398"/>
                </a:lnTo>
                <a:lnTo>
                  <a:pt x="1971021" y="2507391"/>
                </a:lnTo>
                <a:lnTo>
                  <a:pt x="1971021" y="1657863"/>
                </a:lnTo>
                <a:lnTo>
                  <a:pt x="1971021" y="1657857"/>
                </a:lnTo>
                <a:lnTo>
                  <a:pt x="2358345" y="1798839"/>
                </a:lnTo>
                <a:lnTo>
                  <a:pt x="2552071" y="1869350"/>
                </a:lnTo>
                <a:lnTo>
                  <a:pt x="2552071" y="2718884"/>
                </a:lnTo>
                <a:close/>
                <a:moveTo>
                  <a:pt x="2552071" y="1859672"/>
                </a:moveTo>
                <a:lnTo>
                  <a:pt x="1979771" y="1651367"/>
                </a:lnTo>
                <a:lnTo>
                  <a:pt x="2552071" y="1443068"/>
                </a:lnTo>
                <a:lnTo>
                  <a:pt x="2552071" y="1859672"/>
                </a:lnTo>
                <a:close/>
                <a:moveTo>
                  <a:pt x="2552071" y="1013458"/>
                </a:moveTo>
                <a:lnTo>
                  <a:pt x="2552071" y="1430069"/>
                </a:lnTo>
                <a:lnTo>
                  <a:pt x="1979771" y="1221758"/>
                </a:lnTo>
                <a:lnTo>
                  <a:pt x="2552071" y="1013458"/>
                </a:lnTo>
                <a:lnTo>
                  <a:pt x="1968030" y="1226031"/>
                </a:lnTo>
                <a:lnTo>
                  <a:pt x="2552071" y="1013446"/>
                </a:lnTo>
                <a:lnTo>
                  <a:pt x="2552071" y="1013458"/>
                </a:lnTo>
                <a:close/>
                <a:moveTo>
                  <a:pt x="2561171" y="2722205"/>
                </a:moveTo>
                <a:lnTo>
                  <a:pt x="2561171" y="2722205"/>
                </a:lnTo>
                <a:lnTo>
                  <a:pt x="2569922" y="2725380"/>
                </a:lnTo>
                <a:lnTo>
                  <a:pt x="3142208" y="2517062"/>
                </a:lnTo>
                <a:lnTo>
                  <a:pt x="3142208" y="2933673"/>
                </a:lnTo>
                <a:lnTo>
                  <a:pt x="3142208" y="2933686"/>
                </a:lnTo>
                <a:lnTo>
                  <a:pt x="2561171" y="2722205"/>
                </a:lnTo>
                <a:close/>
                <a:moveTo>
                  <a:pt x="3133458" y="2940169"/>
                </a:moveTo>
                <a:lnTo>
                  <a:pt x="2561171" y="3148475"/>
                </a:lnTo>
                <a:lnTo>
                  <a:pt x="2561171" y="2731876"/>
                </a:lnTo>
                <a:lnTo>
                  <a:pt x="3133458" y="2940169"/>
                </a:lnTo>
                <a:close/>
                <a:moveTo>
                  <a:pt x="2561171" y="2718884"/>
                </a:moveTo>
                <a:lnTo>
                  <a:pt x="2561171" y="1869350"/>
                </a:lnTo>
                <a:lnTo>
                  <a:pt x="2754890" y="1798839"/>
                </a:lnTo>
                <a:lnTo>
                  <a:pt x="3142208" y="1657857"/>
                </a:lnTo>
                <a:lnTo>
                  <a:pt x="3142208" y="1657863"/>
                </a:lnTo>
                <a:lnTo>
                  <a:pt x="3142208" y="2507385"/>
                </a:lnTo>
                <a:lnTo>
                  <a:pt x="2561171" y="2718884"/>
                </a:lnTo>
                <a:close/>
                <a:moveTo>
                  <a:pt x="2561171" y="1859672"/>
                </a:moveTo>
                <a:lnTo>
                  <a:pt x="2561171" y="1443068"/>
                </a:lnTo>
                <a:lnTo>
                  <a:pt x="3133465" y="1651367"/>
                </a:lnTo>
                <a:lnTo>
                  <a:pt x="2561171" y="1859672"/>
                </a:lnTo>
                <a:close/>
                <a:moveTo>
                  <a:pt x="2561165" y="1006962"/>
                </a:moveTo>
                <a:lnTo>
                  <a:pt x="2561165" y="1006962"/>
                </a:lnTo>
                <a:lnTo>
                  <a:pt x="2561165" y="1006962"/>
                </a:lnTo>
                <a:lnTo>
                  <a:pt x="2561165" y="1006962"/>
                </a:lnTo>
                <a:close/>
                <a:moveTo>
                  <a:pt x="3133458" y="1221764"/>
                </a:moveTo>
                <a:lnTo>
                  <a:pt x="2561171" y="1430076"/>
                </a:lnTo>
                <a:lnTo>
                  <a:pt x="2561171" y="1013465"/>
                </a:lnTo>
                <a:lnTo>
                  <a:pt x="3133458" y="1221764"/>
                </a:lnTo>
                <a:close/>
                <a:moveTo>
                  <a:pt x="3133465" y="3369778"/>
                </a:moveTo>
                <a:lnTo>
                  <a:pt x="2561171" y="3578096"/>
                </a:lnTo>
                <a:lnTo>
                  <a:pt x="2561171" y="3161479"/>
                </a:lnTo>
                <a:lnTo>
                  <a:pt x="3133465" y="3369778"/>
                </a:lnTo>
                <a:close/>
                <a:moveTo>
                  <a:pt x="3133465" y="3799381"/>
                </a:moveTo>
                <a:lnTo>
                  <a:pt x="2561171" y="4007693"/>
                </a:lnTo>
                <a:lnTo>
                  <a:pt x="2561171" y="3591082"/>
                </a:lnTo>
                <a:lnTo>
                  <a:pt x="3133465" y="3799381"/>
                </a:lnTo>
                <a:close/>
                <a:moveTo>
                  <a:pt x="2561171" y="4437284"/>
                </a:moveTo>
                <a:lnTo>
                  <a:pt x="2561171" y="4020691"/>
                </a:lnTo>
                <a:lnTo>
                  <a:pt x="3133452" y="4228984"/>
                </a:lnTo>
                <a:lnTo>
                  <a:pt x="2561171" y="4437284"/>
                </a:lnTo>
                <a:close/>
                <a:moveTo>
                  <a:pt x="3142208" y="4222488"/>
                </a:moveTo>
                <a:lnTo>
                  <a:pt x="2569890" y="4014189"/>
                </a:lnTo>
                <a:lnTo>
                  <a:pt x="3142208" y="3805871"/>
                </a:lnTo>
                <a:lnTo>
                  <a:pt x="3142208" y="4222488"/>
                </a:lnTo>
                <a:close/>
                <a:moveTo>
                  <a:pt x="3142208" y="3792892"/>
                </a:moveTo>
                <a:lnTo>
                  <a:pt x="3142208" y="3792904"/>
                </a:lnTo>
                <a:lnTo>
                  <a:pt x="2569896" y="3584586"/>
                </a:lnTo>
                <a:lnTo>
                  <a:pt x="2569896" y="3584580"/>
                </a:lnTo>
                <a:lnTo>
                  <a:pt x="3142208" y="3376268"/>
                </a:lnTo>
                <a:lnTo>
                  <a:pt x="3142208" y="3792892"/>
                </a:lnTo>
                <a:close/>
                <a:moveTo>
                  <a:pt x="3142208" y="3083324"/>
                </a:moveTo>
                <a:lnTo>
                  <a:pt x="3142208" y="3083406"/>
                </a:lnTo>
                <a:lnTo>
                  <a:pt x="3142208" y="3226529"/>
                </a:lnTo>
                <a:lnTo>
                  <a:pt x="3142208" y="3226611"/>
                </a:lnTo>
                <a:lnTo>
                  <a:pt x="3142208" y="3363289"/>
                </a:lnTo>
                <a:lnTo>
                  <a:pt x="2569896" y="3154977"/>
                </a:lnTo>
                <a:lnTo>
                  <a:pt x="3142208" y="2946659"/>
                </a:lnTo>
                <a:lnTo>
                  <a:pt x="3142208" y="3083324"/>
                </a:lnTo>
                <a:close/>
                <a:moveTo>
                  <a:pt x="3142208" y="1644877"/>
                </a:moveTo>
                <a:lnTo>
                  <a:pt x="2569896" y="1436565"/>
                </a:lnTo>
                <a:lnTo>
                  <a:pt x="3142208" y="1228254"/>
                </a:lnTo>
                <a:lnTo>
                  <a:pt x="3142208" y="1644877"/>
                </a:lnTo>
                <a:close/>
                <a:moveTo>
                  <a:pt x="3151302" y="795336"/>
                </a:moveTo>
                <a:lnTo>
                  <a:pt x="3736899" y="582192"/>
                </a:lnTo>
                <a:lnTo>
                  <a:pt x="4322490" y="795336"/>
                </a:lnTo>
                <a:lnTo>
                  <a:pt x="4322490" y="1218570"/>
                </a:lnTo>
                <a:lnTo>
                  <a:pt x="3736899" y="1431727"/>
                </a:lnTo>
                <a:lnTo>
                  <a:pt x="3151302" y="1218570"/>
                </a:lnTo>
                <a:lnTo>
                  <a:pt x="3151302" y="795336"/>
                </a:lnTo>
                <a:close/>
                <a:moveTo>
                  <a:pt x="3151302" y="2504045"/>
                </a:moveTo>
                <a:lnTo>
                  <a:pt x="3151302" y="2080976"/>
                </a:lnTo>
                <a:lnTo>
                  <a:pt x="3151302" y="1657863"/>
                </a:lnTo>
                <a:lnTo>
                  <a:pt x="3732346" y="1869350"/>
                </a:lnTo>
                <a:lnTo>
                  <a:pt x="3732352" y="1869350"/>
                </a:lnTo>
                <a:lnTo>
                  <a:pt x="3732352" y="2292584"/>
                </a:lnTo>
                <a:lnTo>
                  <a:pt x="3732346" y="2292584"/>
                </a:lnTo>
                <a:lnTo>
                  <a:pt x="3151302" y="2504083"/>
                </a:lnTo>
                <a:lnTo>
                  <a:pt x="3151302" y="2504045"/>
                </a:lnTo>
                <a:close/>
                <a:moveTo>
                  <a:pt x="3540207" y="2801790"/>
                </a:moveTo>
                <a:lnTo>
                  <a:pt x="3723633" y="2868560"/>
                </a:lnTo>
                <a:lnTo>
                  <a:pt x="3540214" y="2935318"/>
                </a:lnTo>
                <a:lnTo>
                  <a:pt x="3356781" y="2868554"/>
                </a:lnTo>
                <a:lnTo>
                  <a:pt x="3540207" y="2801790"/>
                </a:lnTo>
                <a:close/>
                <a:moveTo>
                  <a:pt x="3540201" y="2792119"/>
                </a:moveTo>
                <a:lnTo>
                  <a:pt x="3356763" y="2725349"/>
                </a:lnTo>
                <a:lnTo>
                  <a:pt x="3540201" y="2658585"/>
                </a:lnTo>
                <a:lnTo>
                  <a:pt x="3723633" y="2725349"/>
                </a:lnTo>
                <a:lnTo>
                  <a:pt x="3540201" y="2792119"/>
                </a:lnTo>
                <a:close/>
                <a:moveTo>
                  <a:pt x="3723640" y="3011759"/>
                </a:moveTo>
                <a:lnTo>
                  <a:pt x="3540195" y="3078529"/>
                </a:lnTo>
                <a:lnTo>
                  <a:pt x="3356769" y="3011765"/>
                </a:lnTo>
                <a:lnTo>
                  <a:pt x="3540214" y="2944995"/>
                </a:lnTo>
                <a:lnTo>
                  <a:pt x="3723640" y="3011759"/>
                </a:lnTo>
                <a:close/>
                <a:moveTo>
                  <a:pt x="3526904" y="3083368"/>
                </a:moveTo>
                <a:lnTo>
                  <a:pt x="3343466" y="3150132"/>
                </a:lnTo>
                <a:lnTo>
                  <a:pt x="3160046" y="3083368"/>
                </a:lnTo>
                <a:lnTo>
                  <a:pt x="3343478" y="3016604"/>
                </a:lnTo>
                <a:lnTo>
                  <a:pt x="3526904" y="3083368"/>
                </a:lnTo>
                <a:close/>
                <a:moveTo>
                  <a:pt x="3540195" y="3088207"/>
                </a:moveTo>
                <a:lnTo>
                  <a:pt x="3723615" y="3154971"/>
                </a:lnTo>
                <a:lnTo>
                  <a:pt x="3540182" y="3221734"/>
                </a:lnTo>
                <a:lnTo>
                  <a:pt x="3356763" y="3154971"/>
                </a:lnTo>
                <a:lnTo>
                  <a:pt x="3540195" y="3088207"/>
                </a:lnTo>
                <a:close/>
                <a:moveTo>
                  <a:pt x="3553492" y="3083368"/>
                </a:moveTo>
                <a:lnTo>
                  <a:pt x="3732352" y="3018268"/>
                </a:lnTo>
                <a:lnTo>
                  <a:pt x="3732352" y="3148468"/>
                </a:lnTo>
                <a:lnTo>
                  <a:pt x="3553492" y="3083368"/>
                </a:lnTo>
                <a:close/>
                <a:moveTo>
                  <a:pt x="3553511" y="2940156"/>
                </a:moveTo>
                <a:lnTo>
                  <a:pt x="3732352" y="2875063"/>
                </a:lnTo>
                <a:lnTo>
                  <a:pt x="3732352" y="3005250"/>
                </a:lnTo>
                <a:lnTo>
                  <a:pt x="3553511" y="2940156"/>
                </a:lnTo>
                <a:close/>
                <a:moveTo>
                  <a:pt x="3553492" y="2796958"/>
                </a:moveTo>
                <a:lnTo>
                  <a:pt x="3732352" y="2731864"/>
                </a:lnTo>
                <a:lnTo>
                  <a:pt x="3732352" y="2862064"/>
                </a:lnTo>
                <a:lnTo>
                  <a:pt x="3553492" y="2796958"/>
                </a:lnTo>
                <a:close/>
                <a:moveTo>
                  <a:pt x="3553492" y="2653746"/>
                </a:moveTo>
                <a:lnTo>
                  <a:pt x="3732352" y="2588652"/>
                </a:lnTo>
                <a:lnTo>
                  <a:pt x="3732352" y="2718853"/>
                </a:lnTo>
                <a:lnTo>
                  <a:pt x="3553492" y="2653746"/>
                </a:lnTo>
                <a:close/>
                <a:moveTo>
                  <a:pt x="3540195" y="2648907"/>
                </a:moveTo>
                <a:lnTo>
                  <a:pt x="3356769" y="2582144"/>
                </a:lnTo>
                <a:lnTo>
                  <a:pt x="3732346" y="2445447"/>
                </a:lnTo>
                <a:lnTo>
                  <a:pt x="3732346" y="2578975"/>
                </a:lnTo>
                <a:lnTo>
                  <a:pt x="3540195" y="2648907"/>
                </a:lnTo>
                <a:close/>
                <a:moveTo>
                  <a:pt x="3343484" y="2577305"/>
                </a:moveTo>
                <a:lnTo>
                  <a:pt x="3160096" y="2510554"/>
                </a:lnTo>
                <a:lnTo>
                  <a:pt x="3732352" y="2302261"/>
                </a:lnTo>
                <a:lnTo>
                  <a:pt x="3732352" y="2435763"/>
                </a:lnTo>
                <a:lnTo>
                  <a:pt x="3343484" y="2577305"/>
                </a:lnTo>
                <a:close/>
                <a:moveTo>
                  <a:pt x="3526904" y="2653746"/>
                </a:moveTo>
                <a:lnTo>
                  <a:pt x="3343466" y="2720510"/>
                </a:lnTo>
                <a:lnTo>
                  <a:pt x="3160046" y="2653746"/>
                </a:lnTo>
                <a:lnTo>
                  <a:pt x="3343478" y="2586982"/>
                </a:lnTo>
                <a:lnTo>
                  <a:pt x="3526904" y="2653746"/>
                </a:lnTo>
                <a:close/>
                <a:moveTo>
                  <a:pt x="3343478" y="2730187"/>
                </a:moveTo>
                <a:lnTo>
                  <a:pt x="3526917" y="2796958"/>
                </a:lnTo>
                <a:lnTo>
                  <a:pt x="3343491" y="2863715"/>
                </a:lnTo>
                <a:lnTo>
                  <a:pt x="3160052" y="2796945"/>
                </a:lnTo>
                <a:lnTo>
                  <a:pt x="3343478" y="2730187"/>
                </a:lnTo>
                <a:close/>
                <a:moveTo>
                  <a:pt x="3343498" y="2873393"/>
                </a:moveTo>
                <a:lnTo>
                  <a:pt x="3526924" y="2940156"/>
                </a:lnTo>
                <a:lnTo>
                  <a:pt x="3343478" y="3006927"/>
                </a:lnTo>
                <a:lnTo>
                  <a:pt x="3160052" y="2940163"/>
                </a:lnTo>
                <a:lnTo>
                  <a:pt x="3343498" y="2873393"/>
                </a:lnTo>
                <a:close/>
                <a:moveTo>
                  <a:pt x="3330188" y="3011765"/>
                </a:moveTo>
                <a:lnTo>
                  <a:pt x="3151302" y="3076872"/>
                </a:lnTo>
                <a:lnTo>
                  <a:pt x="3151302" y="2946653"/>
                </a:lnTo>
                <a:lnTo>
                  <a:pt x="3330188" y="3011765"/>
                </a:lnTo>
                <a:close/>
                <a:moveTo>
                  <a:pt x="3330181" y="3154971"/>
                </a:moveTo>
                <a:lnTo>
                  <a:pt x="3151302" y="3220077"/>
                </a:lnTo>
                <a:lnTo>
                  <a:pt x="3151302" y="3089864"/>
                </a:lnTo>
                <a:lnTo>
                  <a:pt x="3330181" y="3154971"/>
                </a:lnTo>
                <a:close/>
                <a:moveTo>
                  <a:pt x="3343478" y="3159803"/>
                </a:moveTo>
                <a:lnTo>
                  <a:pt x="3526898" y="3226567"/>
                </a:lnTo>
                <a:lnTo>
                  <a:pt x="3343478" y="3293325"/>
                </a:lnTo>
                <a:lnTo>
                  <a:pt x="3160052" y="3226560"/>
                </a:lnTo>
                <a:lnTo>
                  <a:pt x="3343478" y="3159803"/>
                </a:lnTo>
                <a:close/>
                <a:moveTo>
                  <a:pt x="3540189" y="3231412"/>
                </a:moveTo>
                <a:lnTo>
                  <a:pt x="3735336" y="3302443"/>
                </a:lnTo>
                <a:cubicBezTo>
                  <a:pt x="3735838" y="3302634"/>
                  <a:pt x="3736365" y="3302722"/>
                  <a:pt x="3736892" y="3302722"/>
                </a:cubicBezTo>
                <a:cubicBezTo>
                  <a:pt x="3737419" y="3302722"/>
                  <a:pt x="3737946" y="3302634"/>
                  <a:pt x="3738448" y="3302443"/>
                </a:cubicBezTo>
                <a:lnTo>
                  <a:pt x="3933596" y="3231412"/>
                </a:lnTo>
                <a:lnTo>
                  <a:pt x="4117016" y="3298170"/>
                </a:lnTo>
                <a:lnTo>
                  <a:pt x="3736892" y="3436530"/>
                </a:lnTo>
                <a:lnTo>
                  <a:pt x="3356769" y="3298170"/>
                </a:lnTo>
                <a:lnTo>
                  <a:pt x="3540189" y="3231412"/>
                </a:lnTo>
                <a:close/>
                <a:moveTo>
                  <a:pt x="3750183" y="3154971"/>
                </a:moveTo>
                <a:lnTo>
                  <a:pt x="3933603" y="3088207"/>
                </a:lnTo>
                <a:lnTo>
                  <a:pt x="4117035" y="3154971"/>
                </a:lnTo>
                <a:lnTo>
                  <a:pt x="3933616" y="3221734"/>
                </a:lnTo>
                <a:lnTo>
                  <a:pt x="3750183" y="3154971"/>
                </a:lnTo>
                <a:close/>
                <a:moveTo>
                  <a:pt x="3750157" y="3011759"/>
                </a:moveTo>
                <a:lnTo>
                  <a:pt x="3933584" y="2944995"/>
                </a:lnTo>
                <a:lnTo>
                  <a:pt x="4117029" y="3011765"/>
                </a:lnTo>
                <a:lnTo>
                  <a:pt x="3933603" y="3078529"/>
                </a:lnTo>
                <a:lnTo>
                  <a:pt x="3750157" y="3011759"/>
                </a:lnTo>
                <a:close/>
                <a:moveTo>
                  <a:pt x="3750164" y="2868560"/>
                </a:moveTo>
                <a:lnTo>
                  <a:pt x="3933590" y="2801790"/>
                </a:lnTo>
                <a:lnTo>
                  <a:pt x="4117016" y="2868554"/>
                </a:lnTo>
                <a:lnTo>
                  <a:pt x="3933584" y="2935318"/>
                </a:lnTo>
                <a:lnTo>
                  <a:pt x="3750164" y="2868560"/>
                </a:lnTo>
                <a:close/>
                <a:moveTo>
                  <a:pt x="3750164" y="2725349"/>
                </a:moveTo>
                <a:lnTo>
                  <a:pt x="3933596" y="2658585"/>
                </a:lnTo>
                <a:lnTo>
                  <a:pt x="4117035" y="2725349"/>
                </a:lnTo>
                <a:lnTo>
                  <a:pt x="3933596" y="2792119"/>
                </a:lnTo>
                <a:lnTo>
                  <a:pt x="3750164" y="2725349"/>
                </a:lnTo>
                <a:close/>
                <a:moveTo>
                  <a:pt x="3946881" y="2796958"/>
                </a:moveTo>
                <a:lnTo>
                  <a:pt x="4130319" y="2730187"/>
                </a:lnTo>
                <a:lnTo>
                  <a:pt x="4313745" y="2796945"/>
                </a:lnTo>
                <a:lnTo>
                  <a:pt x="4130307" y="2863715"/>
                </a:lnTo>
                <a:lnTo>
                  <a:pt x="3946881" y="2796958"/>
                </a:lnTo>
                <a:close/>
                <a:moveTo>
                  <a:pt x="3946887" y="2653746"/>
                </a:moveTo>
                <a:lnTo>
                  <a:pt x="4130313" y="2586982"/>
                </a:lnTo>
                <a:lnTo>
                  <a:pt x="4313745" y="2653746"/>
                </a:lnTo>
                <a:lnTo>
                  <a:pt x="4130326" y="2720510"/>
                </a:lnTo>
                <a:lnTo>
                  <a:pt x="3946887" y="2653746"/>
                </a:lnTo>
                <a:close/>
                <a:moveTo>
                  <a:pt x="3933596" y="2648907"/>
                </a:moveTo>
                <a:lnTo>
                  <a:pt x="3741439" y="2578969"/>
                </a:lnTo>
                <a:lnTo>
                  <a:pt x="3741439" y="2445441"/>
                </a:lnTo>
                <a:lnTo>
                  <a:pt x="4117016" y="2582137"/>
                </a:lnTo>
                <a:lnTo>
                  <a:pt x="3933596" y="2648907"/>
                </a:lnTo>
                <a:close/>
                <a:moveTo>
                  <a:pt x="3920306" y="2653746"/>
                </a:moveTo>
                <a:lnTo>
                  <a:pt x="3741445" y="2718846"/>
                </a:lnTo>
                <a:lnTo>
                  <a:pt x="3741445" y="2588646"/>
                </a:lnTo>
                <a:lnTo>
                  <a:pt x="3920306" y="2653746"/>
                </a:lnTo>
                <a:close/>
                <a:moveTo>
                  <a:pt x="3920306" y="2796958"/>
                </a:moveTo>
                <a:lnTo>
                  <a:pt x="3741445" y="2862058"/>
                </a:lnTo>
                <a:lnTo>
                  <a:pt x="3741445" y="2731857"/>
                </a:lnTo>
                <a:lnTo>
                  <a:pt x="3920306" y="2796958"/>
                </a:lnTo>
                <a:close/>
                <a:moveTo>
                  <a:pt x="3920286" y="2940156"/>
                </a:moveTo>
                <a:lnTo>
                  <a:pt x="3741445" y="3005250"/>
                </a:lnTo>
                <a:lnTo>
                  <a:pt x="3741445" y="2875063"/>
                </a:lnTo>
                <a:lnTo>
                  <a:pt x="3920286" y="2940156"/>
                </a:lnTo>
                <a:close/>
                <a:moveTo>
                  <a:pt x="3920306" y="3083368"/>
                </a:moveTo>
                <a:lnTo>
                  <a:pt x="3741445" y="3148468"/>
                </a:lnTo>
                <a:lnTo>
                  <a:pt x="3741445" y="3018268"/>
                </a:lnTo>
                <a:lnTo>
                  <a:pt x="3920306" y="3083368"/>
                </a:lnTo>
                <a:close/>
                <a:moveTo>
                  <a:pt x="3920318" y="3226573"/>
                </a:moveTo>
                <a:lnTo>
                  <a:pt x="3736899" y="3293337"/>
                </a:lnTo>
                <a:lnTo>
                  <a:pt x="3553479" y="3226573"/>
                </a:lnTo>
                <a:lnTo>
                  <a:pt x="3736899" y="3159809"/>
                </a:lnTo>
                <a:lnTo>
                  <a:pt x="3920318" y="3226573"/>
                </a:lnTo>
                <a:close/>
                <a:moveTo>
                  <a:pt x="3151302" y="2517030"/>
                </a:moveTo>
                <a:lnTo>
                  <a:pt x="3330188" y="2582144"/>
                </a:lnTo>
                <a:lnTo>
                  <a:pt x="3151302" y="2647250"/>
                </a:lnTo>
                <a:lnTo>
                  <a:pt x="3151302" y="2517030"/>
                </a:lnTo>
                <a:close/>
                <a:moveTo>
                  <a:pt x="3151302" y="2660236"/>
                </a:moveTo>
                <a:lnTo>
                  <a:pt x="3330181" y="2725342"/>
                </a:lnTo>
                <a:lnTo>
                  <a:pt x="3151302" y="2790442"/>
                </a:lnTo>
                <a:lnTo>
                  <a:pt x="3151302" y="2660236"/>
                </a:lnTo>
                <a:close/>
                <a:moveTo>
                  <a:pt x="3151302" y="2803435"/>
                </a:moveTo>
                <a:lnTo>
                  <a:pt x="3330207" y="2868554"/>
                </a:lnTo>
                <a:lnTo>
                  <a:pt x="3151302" y="2933667"/>
                </a:lnTo>
                <a:lnTo>
                  <a:pt x="3151302" y="2803435"/>
                </a:lnTo>
                <a:close/>
                <a:moveTo>
                  <a:pt x="3151295" y="2940156"/>
                </a:moveTo>
                <a:lnTo>
                  <a:pt x="3151295" y="2940156"/>
                </a:lnTo>
                <a:cubicBezTo>
                  <a:pt x="3151302" y="2940156"/>
                  <a:pt x="3151302" y="2940163"/>
                  <a:pt x="3151302" y="2940163"/>
                </a:cubicBezTo>
                <a:cubicBezTo>
                  <a:pt x="3151302" y="2940169"/>
                  <a:pt x="3151302" y="2940169"/>
                  <a:pt x="3151302" y="2940176"/>
                </a:cubicBezTo>
                <a:cubicBezTo>
                  <a:pt x="3151302" y="2940169"/>
                  <a:pt x="3151295" y="2940163"/>
                  <a:pt x="3151295" y="2940156"/>
                </a:cubicBezTo>
                <a:close/>
                <a:moveTo>
                  <a:pt x="3151302" y="3233050"/>
                </a:moveTo>
                <a:lnTo>
                  <a:pt x="3330188" y="3298163"/>
                </a:lnTo>
                <a:lnTo>
                  <a:pt x="3151302" y="3363276"/>
                </a:lnTo>
                <a:lnTo>
                  <a:pt x="3151302" y="3233050"/>
                </a:lnTo>
                <a:close/>
                <a:moveTo>
                  <a:pt x="4313745" y="3369772"/>
                </a:moveTo>
                <a:lnTo>
                  <a:pt x="3736899" y="3579735"/>
                </a:lnTo>
                <a:lnTo>
                  <a:pt x="3160052" y="3369772"/>
                </a:lnTo>
                <a:lnTo>
                  <a:pt x="3343484" y="3303008"/>
                </a:lnTo>
                <a:lnTo>
                  <a:pt x="3735343" y="3445642"/>
                </a:lnTo>
                <a:cubicBezTo>
                  <a:pt x="3735845" y="3445820"/>
                  <a:pt x="3736372" y="3445915"/>
                  <a:pt x="3736899" y="3445915"/>
                </a:cubicBezTo>
                <a:cubicBezTo>
                  <a:pt x="3737425" y="3445915"/>
                  <a:pt x="3737953" y="3445820"/>
                  <a:pt x="3738455" y="3445642"/>
                </a:cubicBezTo>
                <a:lnTo>
                  <a:pt x="4130313" y="3303008"/>
                </a:lnTo>
                <a:lnTo>
                  <a:pt x="4313745" y="3369772"/>
                </a:lnTo>
                <a:close/>
                <a:moveTo>
                  <a:pt x="4313745" y="3226567"/>
                </a:moveTo>
                <a:lnTo>
                  <a:pt x="4130319" y="3293331"/>
                </a:lnTo>
                <a:lnTo>
                  <a:pt x="3946900" y="3226573"/>
                </a:lnTo>
                <a:lnTo>
                  <a:pt x="4130319" y="3159809"/>
                </a:lnTo>
                <a:lnTo>
                  <a:pt x="4313745" y="3226567"/>
                </a:lnTo>
                <a:close/>
                <a:moveTo>
                  <a:pt x="4313745" y="3083368"/>
                </a:moveTo>
                <a:lnTo>
                  <a:pt x="4130326" y="3150132"/>
                </a:lnTo>
                <a:lnTo>
                  <a:pt x="3946887" y="3083368"/>
                </a:lnTo>
                <a:lnTo>
                  <a:pt x="4130313" y="3016604"/>
                </a:lnTo>
                <a:lnTo>
                  <a:pt x="4313745" y="3083368"/>
                </a:lnTo>
                <a:close/>
                <a:moveTo>
                  <a:pt x="4130319" y="3006927"/>
                </a:moveTo>
                <a:lnTo>
                  <a:pt x="3946874" y="2940156"/>
                </a:lnTo>
                <a:lnTo>
                  <a:pt x="4130301" y="2873393"/>
                </a:lnTo>
                <a:lnTo>
                  <a:pt x="4313745" y="2940163"/>
                </a:lnTo>
                <a:lnTo>
                  <a:pt x="4130319" y="3006927"/>
                </a:lnTo>
                <a:close/>
                <a:moveTo>
                  <a:pt x="4322490" y="2933667"/>
                </a:moveTo>
                <a:lnTo>
                  <a:pt x="4143591" y="2868554"/>
                </a:lnTo>
                <a:lnTo>
                  <a:pt x="4322490" y="2803435"/>
                </a:lnTo>
                <a:lnTo>
                  <a:pt x="4322490" y="2933667"/>
                </a:lnTo>
                <a:close/>
                <a:moveTo>
                  <a:pt x="4322490" y="2790449"/>
                </a:moveTo>
                <a:lnTo>
                  <a:pt x="4143616" y="2725349"/>
                </a:lnTo>
                <a:lnTo>
                  <a:pt x="4322490" y="2660242"/>
                </a:lnTo>
                <a:lnTo>
                  <a:pt x="4322490" y="2790449"/>
                </a:lnTo>
                <a:close/>
                <a:moveTo>
                  <a:pt x="4322490" y="2647250"/>
                </a:moveTo>
                <a:lnTo>
                  <a:pt x="4143610" y="2582144"/>
                </a:lnTo>
                <a:lnTo>
                  <a:pt x="4322490" y="2517030"/>
                </a:lnTo>
                <a:lnTo>
                  <a:pt x="4322490" y="2647250"/>
                </a:lnTo>
                <a:close/>
                <a:moveTo>
                  <a:pt x="4322490" y="2513767"/>
                </a:moveTo>
                <a:lnTo>
                  <a:pt x="4313688" y="2510566"/>
                </a:lnTo>
                <a:lnTo>
                  <a:pt x="4130313" y="2577311"/>
                </a:lnTo>
                <a:lnTo>
                  <a:pt x="3741445" y="2435770"/>
                </a:lnTo>
                <a:lnTo>
                  <a:pt x="3741445" y="2302280"/>
                </a:lnTo>
                <a:lnTo>
                  <a:pt x="3741445" y="2302267"/>
                </a:lnTo>
                <a:lnTo>
                  <a:pt x="4322490" y="2513767"/>
                </a:lnTo>
                <a:lnTo>
                  <a:pt x="4322490" y="2513767"/>
                </a:lnTo>
                <a:close/>
                <a:moveTo>
                  <a:pt x="4322490" y="2504045"/>
                </a:moveTo>
                <a:lnTo>
                  <a:pt x="4322490" y="2504089"/>
                </a:lnTo>
                <a:lnTo>
                  <a:pt x="4138346" y="2437059"/>
                </a:lnTo>
                <a:lnTo>
                  <a:pt x="3750196" y="2295771"/>
                </a:lnTo>
                <a:lnTo>
                  <a:pt x="3750240" y="2295759"/>
                </a:lnTo>
                <a:lnTo>
                  <a:pt x="4322490" y="2087478"/>
                </a:lnTo>
                <a:lnTo>
                  <a:pt x="4322490" y="2504045"/>
                </a:lnTo>
                <a:close/>
                <a:moveTo>
                  <a:pt x="3741445" y="2289281"/>
                </a:moveTo>
                <a:lnTo>
                  <a:pt x="3741445" y="1872658"/>
                </a:lnTo>
                <a:lnTo>
                  <a:pt x="4313745" y="2080976"/>
                </a:lnTo>
                <a:lnTo>
                  <a:pt x="3741445" y="2289281"/>
                </a:lnTo>
                <a:close/>
                <a:moveTo>
                  <a:pt x="4322496" y="1657876"/>
                </a:moveTo>
                <a:lnTo>
                  <a:pt x="4322496" y="2074480"/>
                </a:lnTo>
                <a:lnTo>
                  <a:pt x="3750196" y="1866175"/>
                </a:lnTo>
                <a:lnTo>
                  <a:pt x="4011314" y="1771134"/>
                </a:lnTo>
                <a:lnTo>
                  <a:pt x="4322496" y="1657876"/>
                </a:lnTo>
                <a:lnTo>
                  <a:pt x="4322496" y="1657876"/>
                </a:lnTo>
                <a:close/>
                <a:moveTo>
                  <a:pt x="4322496" y="1648192"/>
                </a:moveTo>
                <a:lnTo>
                  <a:pt x="4322496" y="1648192"/>
                </a:lnTo>
                <a:lnTo>
                  <a:pt x="3815632" y="1832672"/>
                </a:lnTo>
                <a:lnTo>
                  <a:pt x="3736905" y="1861330"/>
                </a:lnTo>
                <a:lnTo>
                  <a:pt x="3151308" y="1648192"/>
                </a:lnTo>
                <a:lnTo>
                  <a:pt x="3151308" y="1228241"/>
                </a:lnTo>
                <a:lnTo>
                  <a:pt x="3735350" y="1440833"/>
                </a:lnTo>
                <a:cubicBezTo>
                  <a:pt x="3735851" y="1441023"/>
                  <a:pt x="3736378" y="1441112"/>
                  <a:pt x="3736905" y="1441112"/>
                </a:cubicBezTo>
                <a:cubicBezTo>
                  <a:pt x="3737432" y="1441112"/>
                  <a:pt x="3737960" y="1441023"/>
                  <a:pt x="3738461" y="1440833"/>
                </a:cubicBezTo>
                <a:lnTo>
                  <a:pt x="4322502" y="1228254"/>
                </a:lnTo>
                <a:lnTo>
                  <a:pt x="4322502" y="1648192"/>
                </a:lnTo>
                <a:close/>
                <a:moveTo>
                  <a:pt x="4331583" y="1657876"/>
                </a:moveTo>
                <a:lnTo>
                  <a:pt x="4903883" y="1866175"/>
                </a:lnTo>
                <a:lnTo>
                  <a:pt x="4331583" y="2074480"/>
                </a:lnTo>
                <a:lnTo>
                  <a:pt x="4331583" y="1657876"/>
                </a:lnTo>
                <a:close/>
                <a:moveTo>
                  <a:pt x="4903877" y="2295771"/>
                </a:moveTo>
                <a:lnTo>
                  <a:pt x="4331583" y="2504089"/>
                </a:lnTo>
                <a:lnTo>
                  <a:pt x="4331583" y="2087472"/>
                </a:lnTo>
                <a:lnTo>
                  <a:pt x="4331583" y="2087440"/>
                </a:lnTo>
                <a:lnTo>
                  <a:pt x="4903889" y="2295765"/>
                </a:lnTo>
                <a:lnTo>
                  <a:pt x="4903877" y="2295771"/>
                </a:lnTo>
                <a:close/>
                <a:moveTo>
                  <a:pt x="4912627" y="2289269"/>
                </a:moveTo>
                <a:lnTo>
                  <a:pt x="4340345" y="2080963"/>
                </a:lnTo>
                <a:lnTo>
                  <a:pt x="4912627" y="1872652"/>
                </a:lnTo>
                <a:lnTo>
                  <a:pt x="4912627" y="2289269"/>
                </a:lnTo>
                <a:close/>
                <a:moveTo>
                  <a:pt x="4912633" y="1859678"/>
                </a:moveTo>
                <a:lnTo>
                  <a:pt x="4783062" y="1812517"/>
                </a:lnTo>
                <a:lnTo>
                  <a:pt x="4331583" y="1648185"/>
                </a:lnTo>
                <a:lnTo>
                  <a:pt x="4331583" y="1648179"/>
                </a:lnTo>
                <a:lnTo>
                  <a:pt x="4331583" y="1224958"/>
                </a:lnTo>
                <a:lnTo>
                  <a:pt x="4912633" y="1013465"/>
                </a:lnTo>
                <a:lnTo>
                  <a:pt x="4912633" y="1859678"/>
                </a:lnTo>
                <a:close/>
                <a:moveTo>
                  <a:pt x="4331583" y="3805852"/>
                </a:moveTo>
                <a:lnTo>
                  <a:pt x="4903902" y="4014176"/>
                </a:lnTo>
                <a:lnTo>
                  <a:pt x="4331583" y="4222488"/>
                </a:lnTo>
                <a:lnTo>
                  <a:pt x="4331583" y="3805852"/>
                </a:lnTo>
                <a:close/>
                <a:moveTo>
                  <a:pt x="4912633" y="4437284"/>
                </a:moveTo>
                <a:lnTo>
                  <a:pt x="4912633" y="4437284"/>
                </a:lnTo>
                <a:lnTo>
                  <a:pt x="4730985" y="4371167"/>
                </a:lnTo>
                <a:lnTo>
                  <a:pt x="4340333" y="4228971"/>
                </a:lnTo>
                <a:lnTo>
                  <a:pt x="4912633" y="4020666"/>
                </a:lnTo>
                <a:lnTo>
                  <a:pt x="4912633" y="4437284"/>
                </a:lnTo>
                <a:close/>
                <a:moveTo>
                  <a:pt x="4912633" y="3591070"/>
                </a:moveTo>
                <a:lnTo>
                  <a:pt x="4912633" y="4007668"/>
                </a:lnTo>
                <a:lnTo>
                  <a:pt x="4340333" y="3799356"/>
                </a:lnTo>
                <a:lnTo>
                  <a:pt x="4552499" y="3722134"/>
                </a:lnTo>
                <a:lnTo>
                  <a:pt x="4912633" y="3591051"/>
                </a:lnTo>
                <a:lnTo>
                  <a:pt x="4912633" y="3591070"/>
                </a:lnTo>
                <a:close/>
                <a:moveTo>
                  <a:pt x="4921726" y="3591070"/>
                </a:moveTo>
                <a:lnTo>
                  <a:pt x="4921726" y="3591070"/>
                </a:lnTo>
                <a:lnTo>
                  <a:pt x="5257997" y="3713453"/>
                </a:lnTo>
                <a:lnTo>
                  <a:pt x="5494020" y="3799356"/>
                </a:lnTo>
                <a:lnTo>
                  <a:pt x="5494008" y="3799362"/>
                </a:lnTo>
                <a:lnTo>
                  <a:pt x="4921726" y="4007668"/>
                </a:lnTo>
                <a:lnTo>
                  <a:pt x="4921726" y="3591070"/>
                </a:lnTo>
                <a:close/>
                <a:moveTo>
                  <a:pt x="4921726" y="4437284"/>
                </a:moveTo>
                <a:lnTo>
                  <a:pt x="4921726" y="4020672"/>
                </a:lnTo>
                <a:lnTo>
                  <a:pt x="5494026" y="4228978"/>
                </a:lnTo>
                <a:lnTo>
                  <a:pt x="4921726" y="4437284"/>
                </a:lnTo>
                <a:close/>
                <a:moveTo>
                  <a:pt x="5502777" y="4222482"/>
                </a:moveTo>
                <a:lnTo>
                  <a:pt x="4930451" y="4014170"/>
                </a:lnTo>
                <a:lnTo>
                  <a:pt x="5502777" y="3805846"/>
                </a:lnTo>
                <a:lnTo>
                  <a:pt x="5502777" y="4222482"/>
                </a:lnTo>
                <a:close/>
                <a:moveTo>
                  <a:pt x="6097454" y="6167068"/>
                </a:moveTo>
                <a:lnTo>
                  <a:pt x="6280868" y="6233825"/>
                </a:lnTo>
                <a:lnTo>
                  <a:pt x="6097454" y="6300589"/>
                </a:lnTo>
                <a:lnTo>
                  <a:pt x="5914041" y="6233825"/>
                </a:lnTo>
                <a:lnTo>
                  <a:pt x="6097454" y="6167068"/>
                </a:lnTo>
                <a:close/>
                <a:moveTo>
                  <a:pt x="6097454" y="5880664"/>
                </a:moveTo>
                <a:lnTo>
                  <a:pt x="6280874" y="5947428"/>
                </a:lnTo>
                <a:lnTo>
                  <a:pt x="6097454" y="6014192"/>
                </a:lnTo>
                <a:lnTo>
                  <a:pt x="5914035" y="5947428"/>
                </a:lnTo>
                <a:lnTo>
                  <a:pt x="6097454" y="5880664"/>
                </a:lnTo>
                <a:close/>
                <a:moveTo>
                  <a:pt x="5520607" y="5374600"/>
                </a:moveTo>
                <a:lnTo>
                  <a:pt x="5704053" y="5307830"/>
                </a:lnTo>
                <a:lnTo>
                  <a:pt x="5887479" y="5374600"/>
                </a:lnTo>
                <a:lnTo>
                  <a:pt x="5704040" y="5441371"/>
                </a:lnTo>
                <a:lnTo>
                  <a:pt x="5520607" y="5374600"/>
                </a:lnTo>
                <a:close/>
                <a:moveTo>
                  <a:pt x="5914047" y="5231408"/>
                </a:moveTo>
                <a:lnTo>
                  <a:pt x="6097454" y="5164650"/>
                </a:lnTo>
                <a:lnTo>
                  <a:pt x="6280861" y="5231408"/>
                </a:lnTo>
                <a:lnTo>
                  <a:pt x="6097454" y="5298166"/>
                </a:lnTo>
                <a:lnTo>
                  <a:pt x="5914047" y="5231408"/>
                </a:lnTo>
                <a:close/>
                <a:moveTo>
                  <a:pt x="6280849" y="5374600"/>
                </a:moveTo>
                <a:lnTo>
                  <a:pt x="6097454" y="5441358"/>
                </a:lnTo>
                <a:lnTo>
                  <a:pt x="5914060" y="5374600"/>
                </a:lnTo>
                <a:lnTo>
                  <a:pt x="6097454" y="5307849"/>
                </a:lnTo>
                <a:lnTo>
                  <a:pt x="6280849" y="5374600"/>
                </a:lnTo>
                <a:close/>
                <a:moveTo>
                  <a:pt x="6084183" y="5303011"/>
                </a:moveTo>
                <a:lnTo>
                  <a:pt x="5900770" y="5369768"/>
                </a:lnTo>
                <a:lnTo>
                  <a:pt x="5717337" y="5302998"/>
                </a:lnTo>
                <a:lnTo>
                  <a:pt x="5900756" y="5236240"/>
                </a:lnTo>
                <a:lnTo>
                  <a:pt x="6084183" y="5303011"/>
                </a:lnTo>
                <a:close/>
                <a:moveTo>
                  <a:pt x="5520607" y="5517812"/>
                </a:moveTo>
                <a:lnTo>
                  <a:pt x="5704033" y="5451048"/>
                </a:lnTo>
                <a:lnTo>
                  <a:pt x="6084176" y="5589408"/>
                </a:lnTo>
                <a:lnTo>
                  <a:pt x="5900750" y="5656172"/>
                </a:lnTo>
                <a:lnTo>
                  <a:pt x="5520607" y="5517812"/>
                </a:lnTo>
                <a:close/>
                <a:moveTo>
                  <a:pt x="6280855" y="5661017"/>
                </a:moveTo>
                <a:lnTo>
                  <a:pt x="6097454" y="5727768"/>
                </a:lnTo>
                <a:lnTo>
                  <a:pt x="5914053" y="5661017"/>
                </a:lnTo>
                <a:lnTo>
                  <a:pt x="6097454" y="5594260"/>
                </a:lnTo>
                <a:lnTo>
                  <a:pt x="6280855" y="5661017"/>
                </a:lnTo>
                <a:close/>
                <a:moveTo>
                  <a:pt x="6477578" y="5446210"/>
                </a:moveTo>
                <a:lnTo>
                  <a:pt x="6097454" y="5584576"/>
                </a:lnTo>
                <a:lnTo>
                  <a:pt x="5717330" y="5446210"/>
                </a:lnTo>
                <a:lnTo>
                  <a:pt x="5900776" y="5379439"/>
                </a:lnTo>
                <a:lnTo>
                  <a:pt x="6095905" y="5450471"/>
                </a:lnTo>
                <a:cubicBezTo>
                  <a:pt x="6096406" y="5450655"/>
                  <a:pt x="6096934" y="5450743"/>
                  <a:pt x="6097461" y="5450743"/>
                </a:cubicBezTo>
                <a:cubicBezTo>
                  <a:pt x="6097988" y="5450743"/>
                  <a:pt x="6098515" y="5450655"/>
                  <a:pt x="6099016" y="5450471"/>
                </a:cubicBezTo>
                <a:lnTo>
                  <a:pt x="6294146" y="5379439"/>
                </a:lnTo>
                <a:lnTo>
                  <a:pt x="6477578" y="5446210"/>
                </a:lnTo>
                <a:close/>
                <a:moveTo>
                  <a:pt x="6477565" y="5302998"/>
                </a:moveTo>
                <a:lnTo>
                  <a:pt x="6294139" y="5369768"/>
                </a:lnTo>
                <a:lnTo>
                  <a:pt x="6110720" y="5303011"/>
                </a:lnTo>
                <a:lnTo>
                  <a:pt x="6294146" y="5236240"/>
                </a:lnTo>
                <a:lnTo>
                  <a:pt x="6477565" y="5302998"/>
                </a:lnTo>
                <a:close/>
                <a:moveTo>
                  <a:pt x="6097454" y="5021439"/>
                </a:moveTo>
                <a:lnTo>
                  <a:pt x="6477585" y="5159793"/>
                </a:lnTo>
                <a:lnTo>
                  <a:pt x="6294158" y="5226563"/>
                </a:lnTo>
                <a:lnTo>
                  <a:pt x="6099010" y="5155532"/>
                </a:lnTo>
                <a:cubicBezTo>
                  <a:pt x="6098007" y="5155164"/>
                  <a:pt x="6096902" y="5155164"/>
                  <a:pt x="6095899" y="5155532"/>
                </a:cubicBezTo>
                <a:lnTo>
                  <a:pt x="5900756" y="5226563"/>
                </a:lnTo>
                <a:lnTo>
                  <a:pt x="5717324" y="5159793"/>
                </a:lnTo>
                <a:lnTo>
                  <a:pt x="6097454" y="5021439"/>
                </a:lnTo>
                <a:close/>
                <a:moveTo>
                  <a:pt x="5887459" y="5231402"/>
                </a:moveTo>
                <a:lnTo>
                  <a:pt x="5704047" y="5298166"/>
                </a:lnTo>
                <a:lnTo>
                  <a:pt x="5520607" y="5231396"/>
                </a:lnTo>
                <a:lnTo>
                  <a:pt x="5704027" y="5164638"/>
                </a:lnTo>
                <a:lnTo>
                  <a:pt x="5887459" y="5231402"/>
                </a:lnTo>
                <a:close/>
                <a:moveTo>
                  <a:pt x="6092907" y="4870201"/>
                </a:moveTo>
                <a:lnTo>
                  <a:pt x="5697753" y="5014035"/>
                </a:lnTo>
                <a:lnTo>
                  <a:pt x="5511864" y="5081700"/>
                </a:lnTo>
                <a:lnTo>
                  <a:pt x="5511864" y="5081694"/>
                </a:lnTo>
                <a:lnTo>
                  <a:pt x="5511864" y="4661762"/>
                </a:lnTo>
                <a:lnTo>
                  <a:pt x="6092907" y="4450263"/>
                </a:lnTo>
                <a:lnTo>
                  <a:pt x="6092907" y="4870201"/>
                </a:lnTo>
                <a:close/>
                <a:moveTo>
                  <a:pt x="6097467" y="4878221"/>
                </a:moveTo>
                <a:lnTo>
                  <a:pt x="6390977" y="4985060"/>
                </a:lnTo>
                <a:lnTo>
                  <a:pt x="6097467" y="4878221"/>
                </a:lnTo>
                <a:lnTo>
                  <a:pt x="6097467" y="4878221"/>
                </a:lnTo>
                <a:close/>
                <a:moveTo>
                  <a:pt x="6092907" y="3578077"/>
                </a:moveTo>
                <a:lnTo>
                  <a:pt x="5520595" y="3369766"/>
                </a:lnTo>
                <a:lnTo>
                  <a:pt x="6092907" y="3161454"/>
                </a:lnTo>
                <a:lnTo>
                  <a:pt x="6092907" y="3578077"/>
                </a:lnTo>
                <a:close/>
                <a:moveTo>
                  <a:pt x="5511864" y="2946665"/>
                </a:moveTo>
                <a:lnTo>
                  <a:pt x="6084158" y="3154971"/>
                </a:lnTo>
                <a:lnTo>
                  <a:pt x="5511864" y="3363282"/>
                </a:lnTo>
                <a:lnTo>
                  <a:pt x="5511864" y="2946665"/>
                </a:lnTo>
                <a:close/>
                <a:moveTo>
                  <a:pt x="5511864" y="3792885"/>
                </a:moveTo>
                <a:lnTo>
                  <a:pt x="5511864" y="3376281"/>
                </a:lnTo>
                <a:lnTo>
                  <a:pt x="6084158" y="3584580"/>
                </a:lnTo>
                <a:lnTo>
                  <a:pt x="5837174" y="3674477"/>
                </a:lnTo>
                <a:lnTo>
                  <a:pt x="5511864" y="3792885"/>
                </a:lnTo>
                <a:lnTo>
                  <a:pt x="5511864" y="3792885"/>
                </a:lnTo>
                <a:close/>
                <a:moveTo>
                  <a:pt x="4921726" y="1013458"/>
                </a:moveTo>
                <a:lnTo>
                  <a:pt x="5502771" y="1224945"/>
                </a:lnTo>
                <a:lnTo>
                  <a:pt x="5502777" y="1224945"/>
                </a:lnTo>
                <a:lnTo>
                  <a:pt x="5502777" y="1648179"/>
                </a:lnTo>
                <a:lnTo>
                  <a:pt x="5502771" y="1648179"/>
                </a:lnTo>
                <a:lnTo>
                  <a:pt x="4921726" y="1859666"/>
                </a:lnTo>
                <a:lnTo>
                  <a:pt x="4921726" y="1013458"/>
                </a:lnTo>
                <a:close/>
                <a:moveTo>
                  <a:pt x="4921726" y="1869350"/>
                </a:moveTo>
                <a:lnTo>
                  <a:pt x="5502771" y="1657869"/>
                </a:lnTo>
                <a:lnTo>
                  <a:pt x="5502777" y="1657869"/>
                </a:lnTo>
                <a:lnTo>
                  <a:pt x="5502777" y="2077782"/>
                </a:lnTo>
                <a:lnTo>
                  <a:pt x="5502771" y="2077782"/>
                </a:lnTo>
                <a:lnTo>
                  <a:pt x="4921726" y="2289275"/>
                </a:lnTo>
                <a:lnTo>
                  <a:pt x="4921726" y="1869350"/>
                </a:lnTo>
                <a:close/>
                <a:moveTo>
                  <a:pt x="4921720" y="3578077"/>
                </a:moveTo>
                <a:lnTo>
                  <a:pt x="4921720" y="3161454"/>
                </a:lnTo>
                <a:lnTo>
                  <a:pt x="5494046" y="3369766"/>
                </a:lnTo>
                <a:lnTo>
                  <a:pt x="4921720" y="3578077"/>
                </a:lnTo>
                <a:close/>
                <a:moveTo>
                  <a:pt x="5502771" y="3363276"/>
                </a:moveTo>
                <a:lnTo>
                  <a:pt x="4930477" y="3154964"/>
                </a:lnTo>
                <a:lnTo>
                  <a:pt x="5502771" y="2946665"/>
                </a:lnTo>
                <a:lnTo>
                  <a:pt x="5502771" y="3363276"/>
                </a:lnTo>
                <a:close/>
                <a:moveTo>
                  <a:pt x="6092907" y="2722193"/>
                </a:moveTo>
                <a:lnTo>
                  <a:pt x="5507317" y="2935350"/>
                </a:lnTo>
                <a:lnTo>
                  <a:pt x="4921714" y="2722193"/>
                </a:lnTo>
                <a:lnTo>
                  <a:pt x="4921714" y="2298959"/>
                </a:lnTo>
                <a:lnTo>
                  <a:pt x="5507317" y="2085815"/>
                </a:lnTo>
                <a:lnTo>
                  <a:pt x="6052884" y="2284386"/>
                </a:lnTo>
                <a:lnTo>
                  <a:pt x="6092907" y="2298953"/>
                </a:lnTo>
                <a:lnTo>
                  <a:pt x="6092907" y="2722193"/>
                </a:lnTo>
                <a:close/>
                <a:moveTo>
                  <a:pt x="6092907" y="1869350"/>
                </a:moveTo>
                <a:lnTo>
                  <a:pt x="6092907" y="2289281"/>
                </a:lnTo>
                <a:lnTo>
                  <a:pt x="6092907" y="2289288"/>
                </a:lnTo>
                <a:lnTo>
                  <a:pt x="5511864" y="2077788"/>
                </a:lnTo>
                <a:lnTo>
                  <a:pt x="5511864" y="2077788"/>
                </a:lnTo>
                <a:lnTo>
                  <a:pt x="5511864" y="1657863"/>
                </a:lnTo>
                <a:lnTo>
                  <a:pt x="5511864" y="1657844"/>
                </a:lnTo>
                <a:lnTo>
                  <a:pt x="6092907" y="1869350"/>
                </a:lnTo>
                <a:lnTo>
                  <a:pt x="6092907" y="1869350"/>
                </a:lnTo>
                <a:close/>
                <a:moveTo>
                  <a:pt x="6092907" y="1859672"/>
                </a:moveTo>
                <a:lnTo>
                  <a:pt x="5520633" y="1651367"/>
                </a:lnTo>
                <a:lnTo>
                  <a:pt x="6092907" y="1443068"/>
                </a:lnTo>
                <a:lnTo>
                  <a:pt x="6092907" y="1859672"/>
                </a:lnTo>
                <a:close/>
                <a:moveTo>
                  <a:pt x="6092907" y="1433397"/>
                </a:moveTo>
                <a:lnTo>
                  <a:pt x="5511864" y="1644877"/>
                </a:lnTo>
                <a:lnTo>
                  <a:pt x="5511864" y="1228254"/>
                </a:lnTo>
                <a:lnTo>
                  <a:pt x="6084170" y="1436565"/>
                </a:lnTo>
                <a:lnTo>
                  <a:pt x="6092907" y="1433397"/>
                </a:lnTo>
                <a:lnTo>
                  <a:pt x="6092907" y="1433397"/>
                </a:lnTo>
                <a:close/>
                <a:moveTo>
                  <a:pt x="6092907" y="1430076"/>
                </a:moveTo>
                <a:lnTo>
                  <a:pt x="5520614" y="1221764"/>
                </a:lnTo>
                <a:lnTo>
                  <a:pt x="6092907" y="1013458"/>
                </a:lnTo>
                <a:lnTo>
                  <a:pt x="6092907" y="1430076"/>
                </a:lnTo>
                <a:close/>
                <a:moveTo>
                  <a:pt x="6102007" y="727042"/>
                </a:moveTo>
                <a:lnTo>
                  <a:pt x="6280880" y="792148"/>
                </a:lnTo>
                <a:lnTo>
                  <a:pt x="6102007" y="857248"/>
                </a:lnTo>
                <a:lnTo>
                  <a:pt x="6102007" y="727042"/>
                </a:lnTo>
                <a:close/>
                <a:moveTo>
                  <a:pt x="6102007" y="1000466"/>
                </a:moveTo>
                <a:lnTo>
                  <a:pt x="6102007" y="870241"/>
                </a:lnTo>
                <a:lnTo>
                  <a:pt x="6280893" y="935353"/>
                </a:lnTo>
                <a:lnTo>
                  <a:pt x="6102007" y="1000466"/>
                </a:lnTo>
                <a:close/>
                <a:moveTo>
                  <a:pt x="6477591" y="863757"/>
                </a:moveTo>
                <a:lnTo>
                  <a:pt x="6294171" y="930521"/>
                </a:lnTo>
                <a:lnTo>
                  <a:pt x="6110745" y="863757"/>
                </a:lnTo>
                <a:lnTo>
                  <a:pt x="6294171" y="797000"/>
                </a:lnTo>
                <a:lnTo>
                  <a:pt x="6477591" y="863757"/>
                </a:lnTo>
                <a:close/>
                <a:moveTo>
                  <a:pt x="6294177" y="653788"/>
                </a:moveTo>
                <a:lnTo>
                  <a:pt x="6477603" y="720552"/>
                </a:lnTo>
                <a:lnTo>
                  <a:pt x="6294165" y="787316"/>
                </a:lnTo>
                <a:lnTo>
                  <a:pt x="6110745" y="720552"/>
                </a:lnTo>
                <a:lnTo>
                  <a:pt x="6294177" y="653788"/>
                </a:lnTo>
                <a:close/>
                <a:moveTo>
                  <a:pt x="6280887" y="648949"/>
                </a:moveTo>
                <a:lnTo>
                  <a:pt x="6102007" y="714056"/>
                </a:lnTo>
                <a:lnTo>
                  <a:pt x="6102007" y="583836"/>
                </a:lnTo>
                <a:lnTo>
                  <a:pt x="6280887" y="648949"/>
                </a:lnTo>
                <a:close/>
              </a:path>
            </a:pathLst>
          </a:custGeom>
          <a:solidFill>
            <a:srgbClr val="2F3541"/>
          </a:solidFill>
          <a:ln w="6350" cap="flat">
            <a:noFill/>
            <a:prstDash val="solid"/>
            <a:miter/>
          </a:ln>
        </p:spPr>
        <p:txBody>
          <a:bodyPr rtlCol="0" anchor="ctr"/>
          <a:lstStyle/>
          <a:p>
            <a:endParaRPr lang="en-US" sz="1350"/>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3600">
                <a:solidFill>
                  <a:schemeClr val="bg1"/>
                </a:solidFill>
              </a:defRPr>
            </a:lvl1pPr>
          </a:lstStyle>
          <a:p>
            <a:r>
              <a:rPr lang="en-US"/>
              <a:t>Statement, 36pt</a:t>
            </a:r>
          </a:p>
        </p:txBody>
      </p:sp>
      <p:sp>
        <p:nvSpPr>
          <p:cNvPr id="9" name="Text Placeholder 2">
            <a:extLst>
              <a:ext uri="{FF2B5EF4-FFF2-40B4-BE49-F238E27FC236}">
                <a16:creationId xmlns:a16="http://schemas.microsoft.com/office/drawing/2014/main" id="{FD205A68-6EB7-B158-D7FA-191BD8E7CB3F}"/>
              </a:ext>
            </a:extLst>
          </p:cNvPr>
          <p:cNvSpPr>
            <a:spLocks noGrp="1"/>
          </p:cNvSpPr>
          <p:nvPr>
            <p:ph type="body" idx="1"/>
          </p:nvPr>
        </p:nvSpPr>
        <p:spPr>
          <a:xfrm>
            <a:off x="552451" y="630936"/>
            <a:ext cx="6368100" cy="298450"/>
          </a:xfrm>
        </p:spPr>
        <p:txBody>
          <a:bodyPr/>
          <a:lstStyle>
            <a:lvl1pPr>
              <a:defRPr>
                <a:solidFill>
                  <a:schemeClr val="bg1"/>
                </a:solidFill>
              </a:defRPr>
            </a:lvl1pPr>
          </a:lstStyle>
          <a:p>
            <a:pPr lvl="0"/>
            <a:r>
              <a:rPr lang="en-US">
                <a:solidFill>
                  <a:schemeClr val="bg1"/>
                </a:solidFill>
              </a:rPr>
              <a:t>Click to edit Master text styles</a:t>
            </a:r>
          </a:p>
        </p:txBody>
      </p:sp>
      <p:sp>
        <p:nvSpPr>
          <p:cNvPr id="5" name="Date Placeholder 3">
            <a:extLst>
              <a:ext uri="{FF2B5EF4-FFF2-40B4-BE49-F238E27FC236}">
                <a16:creationId xmlns:a16="http://schemas.microsoft.com/office/drawing/2014/main" id="{7F6A5D9F-ED3F-047D-85D4-21729A42C429}"/>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
        <p:nvSpPr>
          <p:cNvPr id="3" name="fortress_black_logo">
            <a:extLst>
              <a:ext uri="{FF2B5EF4-FFF2-40B4-BE49-F238E27FC236}">
                <a16:creationId xmlns:a16="http://schemas.microsoft.com/office/drawing/2014/main" id="{C891CDD0-77D1-09C4-CBF8-1D2BA3DBC4D1}"/>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8305675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Quote 1">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274320" indent="-342900">
              <a:spcBef>
                <a:spcPts val="0"/>
              </a:spcBef>
              <a:spcAft>
                <a:spcPts val="1350"/>
              </a:spcAft>
              <a:buNone/>
              <a:defRPr sz="3600" b="1"/>
            </a:lvl1pPr>
            <a:lvl2pPr marL="274320" indent="0">
              <a:buNone/>
              <a:defRPr sz="1400" b="1"/>
            </a:lvl2pPr>
            <a:lvl3pPr marL="274320" indent="0">
              <a:buNone/>
              <a:defRPr sz="1100"/>
            </a:lvl3pPr>
            <a:lvl4pPr marL="411480" indent="0">
              <a:buNone/>
              <a:defRPr sz="1050"/>
            </a:lvl4pPr>
            <a:lvl5pPr marL="548640" indent="0">
              <a:buNone/>
              <a:defRPr/>
            </a:lvl5pPr>
          </a:lstStyle>
          <a:p>
            <a:pPr lvl="0"/>
            <a:r>
              <a:rPr lang="en-US" sz="3600" b="1">
                <a:latin typeface="Arial" panose="020B0604020202020204" pitchFamily="34" charset="0"/>
                <a:cs typeface="Arial" panose="020B0604020202020204" pitchFamily="34" charset="0"/>
              </a:rPr>
              <a:t>“</a:t>
            </a:r>
            <a:r>
              <a:rPr lang="en-US"/>
              <a:t>Quote text, 36pt”</a:t>
            </a:r>
          </a:p>
          <a:p>
            <a:pPr lvl="1"/>
            <a:r>
              <a:rPr lang="en-US"/>
              <a:t>Level 2 - Name and Last Name, Bold 14pt</a:t>
            </a:r>
          </a:p>
          <a:p>
            <a:pPr lvl="2"/>
            <a:r>
              <a:rPr lang="en-US"/>
              <a:t>Level 3 - Title and Company, Reg 11pt</a:t>
            </a:r>
          </a:p>
        </p:txBody>
      </p:sp>
      <p:sp>
        <p:nvSpPr>
          <p:cNvPr id="3" name="Date Placeholder 3">
            <a:extLst>
              <a:ext uri="{FF2B5EF4-FFF2-40B4-BE49-F238E27FC236}">
                <a16:creationId xmlns:a16="http://schemas.microsoft.com/office/drawing/2014/main" id="{394FA479-47FB-4EDC-A6A4-D9719693EAC0}"/>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840151948"/>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8289123-1672-D2FA-DA3D-12FFC5AEFCF4}"/>
              </a:ext>
              <a:ext uri="{C183D7F6-B498-43B3-948B-1728B52AA6E4}">
                <adec:decorative xmlns:adec="http://schemas.microsoft.com/office/drawing/2017/decorative" val="1"/>
              </a:ext>
            </a:extLst>
          </p:cNvPr>
          <p:cNvGrpSpPr>
            <a:grpSpLocks noChangeAspect="1"/>
          </p:cNvGrpSpPr>
          <p:nvPr userDrawn="1"/>
        </p:nvGrpSpPr>
        <p:grpSpPr>
          <a:xfrm>
            <a:off x="1782029" y="1508761"/>
            <a:ext cx="487680" cy="287687"/>
            <a:chOff x="4869933" y="259128"/>
            <a:chExt cx="499723" cy="393055"/>
          </a:xfrm>
          <a:solidFill>
            <a:schemeClr val="tx1"/>
          </a:solidFill>
        </p:grpSpPr>
        <p:sp>
          <p:nvSpPr>
            <p:cNvPr id="10" name="Freeform: Shape 12">
              <a:extLst>
                <a:ext uri="{FF2B5EF4-FFF2-40B4-BE49-F238E27FC236}">
                  <a16:creationId xmlns:a16="http://schemas.microsoft.com/office/drawing/2014/main" id="{B756AD57-2F8F-D288-05F2-901A6F0F284C}"/>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Freeform: Shape 11">
              <a:extLst>
                <a:ext uri="{FF2B5EF4-FFF2-40B4-BE49-F238E27FC236}">
                  <a16:creationId xmlns:a16="http://schemas.microsoft.com/office/drawing/2014/main" id="{3CB7ED1D-1E33-287D-D217-261068928F0C}"/>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gr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Text Placeholder 7">
            <a:extLst>
              <a:ext uri="{FF2B5EF4-FFF2-40B4-BE49-F238E27FC236}">
                <a16:creationId xmlns:a16="http://schemas.microsoft.com/office/drawing/2014/main" id="{8E62A23C-EC1D-86ED-87A8-78F92A4E0708}"/>
              </a:ext>
            </a:extLst>
          </p:cNvPr>
          <p:cNvSpPr>
            <a:spLocks noGrp="1"/>
          </p:cNvSpPr>
          <p:nvPr>
            <p:ph type="body" sz="quarter" idx="13" hasCustomPrompt="1"/>
          </p:nvPr>
        </p:nvSpPr>
        <p:spPr>
          <a:xfrm>
            <a:off x="552450" y="1276350"/>
            <a:ext cx="11088689" cy="4895850"/>
          </a:xfrm>
        </p:spPr>
        <p:txBody>
          <a:bodyPr lIns="914400" tIns="731520" rIns="914400"/>
          <a:lstStyle>
            <a:lvl1pPr marL="0" indent="0">
              <a:spcBef>
                <a:spcPts val="0"/>
              </a:spcBef>
              <a:spcAft>
                <a:spcPts val="1350"/>
              </a:spcAft>
              <a:buNone/>
              <a:defRPr sz="1800" b="0"/>
            </a:lvl1pPr>
            <a:lvl2pPr marL="0" indent="0">
              <a:buNone/>
              <a:defRPr sz="1400" b="1"/>
            </a:lvl2pPr>
            <a:lvl3pPr marL="0" indent="0">
              <a:buNone/>
              <a:defRPr sz="1200"/>
            </a:lvl3pPr>
            <a:lvl4pPr marL="411480" indent="0">
              <a:buNone/>
              <a:defRPr sz="1050"/>
            </a:lvl4pPr>
            <a:lvl5pPr marL="548640" indent="0">
              <a:buNone/>
              <a:defRPr/>
            </a:lvl5pPr>
          </a:lstStyle>
          <a:p>
            <a:pPr lvl="0"/>
            <a:r>
              <a:rPr lang="en-US"/>
              <a:t>Quote text, 18pt</a:t>
            </a:r>
          </a:p>
          <a:p>
            <a:pPr lvl="1"/>
            <a:r>
              <a:rPr lang="en-US"/>
              <a:t>Level 2 - Name and Last Name, 14pt</a:t>
            </a:r>
          </a:p>
          <a:p>
            <a:pPr lvl="2"/>
            <a:r>
              <a:rPr lang="en-US"/>
              <a:t>Level 3 - Title and Company, 12pt</a:t>
            </a:r>
          </a:p>
        </p:txBody>
      </p:sp>
      <p:sp>
        <p:nvSpPr>
          <p:cNvPr id="12" name="Date Placeholder 3">
            <a:extLst>
              <a:ext uri="{FF2B5EF4-FFF2-40B4-BE49-F238E27FC236}">
                <a16:creationId xmlns:a16="http://schemas.microsoft.com/office/drawing/2014/main" id="{4D6E576D-51B6-DE6A-FCC9-C19A44E9D53F}"/>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378415445"/>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Quote 3">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A56B1DB-E97F-97EC-53A9-74AC8016945C}"/>
              </a:ext>
              <a:ext uri="{C183D7F6-B498-43B3-948B-1728B52AA6E4}">
                <adec:decorative xmlns:adec="http://schemas.microsoft.com/office/drawing/2017/decorative" val="1"/>
              </a:ext>
            </a:extLst>
          </p:cNvPr>
          <p:cNvGrpSpPr>
            <a:grpSpLocks noChangeAspect="1"/>
          </p:cNvGrpSpPr>
          <p:nvPr userDrawn="1"/>
        </p:nvGrpSpPr>
        <p:grpSpPr>
          <a:xfrm>
            <a:off x="1782029" y="1508761"/>
            <a:ext cx="487680" cy="287687"/>
            <a:chOff x="4869933" y="259128"/>
            <a:chExt cx="499723" cy="393055"/>
          </a:xfrm>
          <a:solidFill>
            <a:schemeClr val="tx1"/>
          </a:solidFill>
        </p:grpSpPr>
        <p:sp>
          <p:nvSpPr>
            <p:cNvPr id="4" name="Freeform: Shape 12">
              <a:extLst>
                <a:ext uri="{FF2B5EF4-FFF2-40B4-BE49-F238E27FC236}">
                  <a16:creationId xmlns:a16="http://schemas.microsoft.com/office/drawing/2014/main" id="{C64C6549-7874-DEDF-F38C-947472D7E028}"/>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7" name="Freeform: Shape 11">
              <a:extLst>
                <a:ext uri="{FF2B5EF4-FFF2-40B4-BE49-F238E27FC236}">
                  <a16:creationId xmlns:a16="http://schemas.microsoft.com/office/drawing/2014/main" id="{298C40DE-C83F-70CB-ADBF-235A8040708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gr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50" y="1276350"/>
            <a:ext cx="11088689" cy="4895850"/>
          </a:xfrm>
        </p:spPr>
        <p:txBody>
          <a:bodyPr lIns="914400" tIns="731520" rIns="914400"/>
          <a:lstStyle>
            <a:lvl1pPr marL="0" indent="0">
              <a:spcBef>
                <a:spcPts val="0"/>
              </a:spcBef>
              <a:spcAft>
                <a:spcPts val="1350"/>
              </a:spcAft>
              <a:buNone/>
              <a:defRPr sz="1800" b="0"/>
            </a:lvl1pPr>
            <a:lvl2pPr marL="0" indent="0">
              <a:buNone/>
              <a:defRPr sz="1400" b="1"/>
            </a:lvl2pPr>
            <a:lvl3pPr marL="0" indent="0">
              <a:buNone/>
              <a:defRPr sz="1200"/>
            </a:lvl3pPr>
            <a:lvl4pPr marL="411480" indent="0">
              <a:buNone/>
              <a:defRPr sz="1050"/>
            </a:lvl4pPr>
            <a:lvl5pPr marL="548640" indent="0">
              <a:buNone/>
              <a:defRPr/>
            </a:lvl5pPr>
          </a:lstStyle>
          <a:p>
            <a:pPr lvl="0"/>
            <a:r>
              <a:rPr lang="en-US"/>
              <a:t>Quote text, 18pt</a:t>
            </a:r>
          </a:p>
          <a:p>
            <a:pPr lvl="1"/>
            <a:r>
              <a:rPr lang="en-US"/>
              <a:t>Level 2 - Name and Last Name, 14pt</a:t>
            </a:r>
          </a:p>
          <a:p>
            <a:pPr lvl="2"/>
            <a:r>
              <a:rPr lang="en-US"/>
              <a:t>Level 3 - Title and Company, 12pt</a:t>
            </a:r>
          </a:p>
        </p:txBody>
      </p:sp>
      <p:sp>
        <p:nvSpPr>
          <p:cNvPr id="8" name="Date Placeholder 3">
            <a:extLst>
              <a:ext uri="{FF2B5EF4-FFF2-40B4-BE49-F238E27FC236}">
                <a16:creationId xmlns:a16="http://schemas.microsoft.com/office/drawing/2014/main" id="{9EDCAE59-C9D9-5161-04F8-3D94C26411A1}"/>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34400930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fortress_black_logo">
            <a:extLst>
              <a:ext uri="{FF2B5EF4-FFF2-40B4-BE49-F238E27FC236}">
                <a16:creationId xmlns:a16="http://schemas.microsoft.com/office/drawing/2014/main" id="{A576F339-5E19-E141-3F6C-2F3BC63426E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7" name="Date Placeholder 3">
            <a:extLst>
              <a:ext uri="{FF2B5EF4-FFF2-40B4-BE49-F238E27FC236}">
                <a16:creationId xmlns:a16="http://schemas.microsoft.com/office/drawing/2014/main" id="{A9C75A38-1DB9-B9E4-3823-8364F66BE57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r>
              <a:rPr lang="en-US"/>
              <a:t>05/28/25</a:t>
            </a:r>
          </a:p>
        </p:txBody>
      </p:sp>
    </p:spTree>
    <p:extLst>
      <p:ext uri="{BB962C8B-B14F-4D97-AF65-F5344CB8AC3E}">
        <p14:creationId xmlns:p14="http://schemas.microsoft.com/office/powerpoint/2010/main" val="2658120039"/>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0"/>
              </a:ext>
            </a:extLst>
          </p:cNvPr>
          <p:cNvSpPr>
            <a:spLocks noGrp="1"/>
          </p:cNvSpPr>
          <p:nvPr>
            <p:ph type="dt" sz="half" idx="15"/>
          </p:nvPr>
        </p:nvSpPr>
        <p:spPr/>
        <p:txBody>
          <a:bodyPr/>
          <a:lstStyle/>
          <a:p>
            <a:r>
              <a:rPr lang="en-US"/>
              <a:t>05/28/25</a:t>
            </a:r>
          </a:p>
        </p:txBody>
      </p:sp>
    </p:spTree>
    <p:extLst>
      <p:ext uri="{BB962C8B-B14F-4D97-AF65-F5344CB8AC3E}">
        <p14:creationId xmlns:p14="http://schemas.microsoft.com/office/powerpoint/2010/main" val="1907111053"/>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Full width image free layout1">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7" name="Date Placeholder 3">
            <a:extLst>
              <a:ext uri="{FF2B5EF4-FFF2-40B4-BE49-F238E27FC236}">
                <a16:creationId xmlns:a16="http://schemas.microsoft.com/office/drawing/2014/main" id="{F9BB6715-56AD-6556-FE3B-257A0B102020}"/>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2706006121"/>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Full width image free layout2">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7" name="Date Placeholder 3">
            <a:extLst>
              <a:ext uri="{FF2B5EF4-FFF2-40B4-BE49-F238E27FC236}">
                <a16:creationId xmlns:a16="http://schemas.microsoft.com/office/drawing/2014/main" id="{521985E6-7100-F6A8-B787-727D1744298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464452317"/>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40" y="519110"/>
            <a:ext cx="5359401" cy="274320"/>
          </a:xfrm>
        </p:spPr>
        <p:txBody>
          <a:bodyPr/>
          <a:lstStyle>
            <a:lvl1pPr marL="0" indent="0" algn="r">
              <a:lnSpc>
                <a:spcPct val="100000"/>
              </a:lnSpc>
              <a:spcBef>
                <a:spcPts val="0"/>
              </a:spcBef>
              <a:spcAft>
                <a:spcPts val="600"/>
              </a:spcAft>
              <a:buNone/>
              <a:defRPr sz="900" b="0">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algn="r">
              <a:lnSpc>
                <a:spcPct val="100000"/>
              </a:lnSpc>
              <a:spcBef>
                <a:spcPts val="0"/>
              </a:spcBef>
              <a:spcAft>
                <a:spcPts val="600"/>
              </a:spcAft>
            </a:pPr>
            <a:r>
              <a:rPr lang="en-US" sz="900" b="1">
                <a:latin typeface="Arial" panose="020B0604020202020204" pitchFamily="34" charset="0"/>
                <a:cs typeface="Arial" panose="020B0604020202020204" pitchFamily="34" charset="0"/>
              </a:rPr>
              <a:t>Industry</a:t>
            </a:r>
            <a:r>
              <a:rPr lang="en-US" sz="900">
                <a:latin typeface="Arial" panose="020B0604020202020204" pitchFamily="34" charset="0"/>
                <a:cs typeface="Arial" panose="020B0604020202020204" pitchFamily="34" charset="0"/>
              </a:rPr>
              <a:t>: Lorem ipsum dolor sit </a:t>
            </a:r>
            <a:r>
              <a:rPr lang="en-US" sz="900" err="1">
                <a:latin typeface="Arial" panose="020B0604020202020204" pitchFamily="34" charset="0"/>
                <a:cs typeface="Arial" panose="020B0604020202020204" pitchFamily="34" charset="0"/>
              </a:rPr>
              <a:t>amet</a:t>
            </a:r>
            <a:r>
              <a:rPr lang="en-US" sz="900">
                <a:latin typeface="Arial" panose="020B0604020202020204" pitchFamily="34" charset="0"/>
                <a:cs typeface="Arial" panose="020B0604020202020204" pitchFamily="34" charset="0"/>
              </a:rPr>
              <a:t>, 9pt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900"/>
            </a:lvl1pPr>
          </a:lstStyle>
          <a:p>
            <a:r>
              <a:rPr lang="en-US"/>
              <a:t>Strategic Partner logo</a:t>
            </a:r>
          </a:p>
        </p:txBody>
      </p:sp>
      <p:sp>
        <p:nvSpPr>
          <p:cNvPr id="5" name="Content Placeholder 4">
            <a:extLst>
              <a:ext uri="{FF2B5EF4-FFF2-40B4-BE49-F238E27FC236}">
                <a16:creationId xmlns:a16="http://schemas.microsoft.com/office/drawing/2014/main" id="{A5068100-1244-FD22-48D3-0BBDB1127127}"/>
              </a:ext>
            </a:extLst>
          </p:cNvPr>
          <p:cNvSpPr>
            <a:spLocks noGrp="1"/>
          </p:cNvSpPr>
          <p:nvPr>
            <p:ph sz="quarter" idx="16" hasCustomPrompt="1"/>
          </p:nvPr>
        </p:nvSpPr>
        <p:spPr>
          <a:xfrm>
            <a:off x="549276"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B7AB1E7E-DA56-4153-918F-68267230DBC0}"/>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640804872"/>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1E6AB38C-0FCD-C60C-2D19-FF00ED6DCF1D}"/>
              </a:ext>
            </a:extLst>
          </p:cNvPr>
          <p:cNvSpPr>
            <a:spLocks noGrp="1"/>
          </p:cNvSpPr>
          <p:nvPr>
            <p:ph type="body" sz="quarter" idx="16"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Date Placeholder 3">
            <a:extLst>
              <a:ext uri="{FF2B5EF4-FFF2-40B4-BE49-F238E27FC236}">
                <a16:creationId xmlns:a16="http://schemas.microsoft.com/office/drawing/2014/main" id="{E37D29DD-B6F5-C42D-1E96-944407E7047E}"/>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1384377583"/>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Date Placeholder 3">
            <a:extLst>
              <a:ext uri="{FF2B5EF4-FFF2-40B4-BE49-F238E27FC236}">
                <a16:creationId xmlns:a16="http://schemas.microsoft.com/office/drawing/2014/main" id="{89D625CB-141E-5FE9-2835-D8562BA672AF}"/>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Tree>
    <p:extLst>
      <p:ext uri="{BB962C8B-B14F-4D97-AF65-F5344CB8AC3E}">
        <p14:creationId xmlns:p14="http://schemas.microsoft.com/office/powerpoint/2010/main" val="3572691300"/>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4" y="859"/>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sz="1350"/>
          </a:p>
        </p:txBody>
      </p:sp>
      <p:grpSp>
        <p:nvGrpSpPr>
          <p:cNvPr id="2" name="vert_logo_grp" descr="That is the end of the presentation.">
            <a:extLst>
              <a:ext uri="{FF2B5EF4-FFF2-40B4-BE49-F238E27FC236}">
                <a16:creationId xmlns:a16="http://schemas.microsoft.com/office/drawing/2014/main" id="{58F27916-420D-E19D-129E-C6D18DCAE107}"/>
              </a:ext>
            </a:extLst>
          </p:cNvPr>
          <p:cNvGrpSpPr>
            <a:grpSpLocks noChangeAspect="1"/>
          </p:cNvGrpSpPr>
          <p:nvPr userDrawn="1"/>
        </p:nvGrpSpPr>
        <p:grpSpPr bwMode="black">
          <a:xfrm>
            <a:off x="4206240" y="2773098"/>
            <a:ext cx="3779520" cy="1369860"/>
            <a:chOff x="5513695" y="815830"/>
            <a:chExt cx="4571796" cy="2209353"/>
          </a:xfrm>
        </p:grpSpPr>
        <p:sp>
          <p:nvSpPr>
            <p:cNvPr id="3" name="Equinix_white">
              <a:extLst>
                <a:ext uri="{FF2B5EF4-FFF2-40B4-BE49-F238E27FC236}">
                  <a16:creationId xmlns:a16="http://schemas.microsoft.com/office/drawing/2014/main" id="{D5EA4E32-FDED-76EE-4023-CECBD5F3697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sz="1800"/>
            </a:p>
          </p:txBody>
        </p:sp>
        <p:sp>
          <p:nvSpPr>
            <p:cNvPr id="4" name="fortress_red">
              <a:extLst>
                <a:ext uri="{FF2B5EF4-FFF2-40B4-BE49-F238E27FC236}">
                  <a16:creationId xmlns:a16="http://schemas.microsoft.com/office/drawing/2014/main" id="{65569E95-2E80-9508-FC27-39853A892BC2}"/>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443028062"/>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736-3A94-4723-85B6-F63ACBF41639}"/>
              </a:ext>
            </a:extLst>
          </p:cNvPr>
          <p:cNvSpPr>
            <a:spLocks noGrp="1"/>
          </p:cNvSpPr>
          <p:nvPr>
            <p:ph type="title"/>
          </p:nvPr>
        </p:nvSpPr>
        <p:spPr>
          <a:xfrm>
            <a:off x="553421" y="536194"/>
            <a:ext cx="11089796" cy="369332"/>
          </a:xfrm>
          <a:prstGeom prst="rect">
            <a:avLst/>
          </a:prstGeom>
        </p:spPr>
        <p:txBody>
          <a:bodyPr anchor="t" anchorCtr="0">
            <a:spAutoFit/>
          </a:bodyPr>
          <a:lstStyle/>
          <a:p>
            <a:r>
              <a:rPr lang="en-US"/>
              <a:t>Click to edit Master title style</a:t>
            </a:r>
          </a:p>
        </p:txBody>
      </p:sp>
      <p:sp>
        <p:nvSpPr>
          <p:cNvPr id="5" name="Text Placeholder 27"/>
          <p:cNvSpPr>
            <a:spLocks noGrp="1"/>
          </p:cNvSpPr>
          <p:nvPr>
            <p:ph type="body" sz="quarter" idx="13" hasCustomPrompt="1"/>
          </p:nvPr>
        </p:nvSpPr>
        <p:spPr>
          <a:xfrm>
            <a:off x="553421" y="1005843"/>
            <a:ext cx="11089799" cy="207749"/>
          </a:xfrm>
          <a:prstGeom prst="rect">
            <a:avLst/>
          </a:prstGeom>
        </p:spPr>
        <p:txBody>
          <a:bodyPr>
            <a:spAutoFit/>
          </a:bodyPr>
          <a:lstStyle>
            <a:lvl1pPr marL="0" indent="0">
              <a:lnSpc>
                <a:spcPct val="100000"/>
              </a:lnSpc>
              <a:spcBef>
                <a:spcPts val="0"/>
              </a:spcBef>
              <a:buNone/>
              <a:defRPr sz="1350" b="0">
                <a:solidFill>
                  <a:schemeClr val="tx1"/>
                </a:solidFill>
              </a:defRPr>
            </a:lvl1pPr>
            <a:lvl2pPr marL="195263" indent="0">
              <a:buNone/>
              <a:defRPr/>
            </a:lvl2pPr>
            <a:lvl3pPr marL="375047" indent="0">
              <a:buNone/>
              <a:defRPr/>
            </a:lvl3pPr>
            <a:lvl4pPr marL="507206" indent="0">
              <a:buNone/>
              <a:defRPr/>
            </a:lvl4pPr>
            <a:lvl5pPr marL="644128" indent="0">
              <a:buNone/>
              <a:defRPr/>
            </a:lvl5pPr>
          </a:lstStyle>
          <a:p>
            <a:pPr lvl="0"/>
            <a:r>
              <a:rPr lang="en-US"/>
              <a:t>Click to add subtitle</a:t>
            </a:r>
          </a:p>
        </p:txBody>
      </p:sp>
      <p:sp>
        <p:nvSpPr>
          <p:cNvPr id="3" name="Footer Placeholder 4">
            <a:extLst>
              <a:ext uri="{FF2B5EF4-FFF2-40B4-BE49-F238E27FC236}">
                <a16:creationId xmlns:a16="http://schemas.microsoft.com/office/drawing/2014/main" id="{DA884E54-7F50-E922-AC70-4342A2130C59}"/>
              </a:ext>
              <a:ext uri="{C183D7F6-B498-43B3-948B-1728B52AA6E4}">
                <adec:decorative xmlns:adec="http://schemas.microsoft.com/office/drawing/2017/decorative" val="1"/>
              </a:ext>
            </a:extLst>
          </p:cNvPr>
          <p:cNvSpPr>
            <a:spLocks noGrp="1"/>
          </p:cNvSpPr>
          <p:nvPr>
            <p:ph type="ftr" sz="quarter" idx="11"/>
          </p:nvPr>
        </p:nvSpPr>
        <p:spPr>
          <a:xfrm>
            <a:off x="552450" y="6492240"/>
            <a:ext cx="1093471" cy="365760"/>
          </a:xfrm>
        </p:spPr>
        <p:txBody>
          <a:bodyPr/>
          <a:lstStyle/>
          <a:p>
            <a:r>
              <a:rPr lang="en-US"/>
              <a:t>© 2025 Equinix, Inc.</a:t>
            </a:r>
          </a:p>
        </p:txBody>
      </p:sp>
      <p:sp>
        <p:nvSpPr>
          <p:cNvPr id="4" name="Slide Number Placeholder 5">
            <a:extLst>
              <a:ext uri="{FF2B5EF4-FFF2-40B4-BE49-F238E27FC236}">
                <a16:creationId xmlns:a16="http://schemas.microsoft.com/office/drawing/2014/main" id="{3D7B8DB0-B6DF-AA04-6835-6846119FBAF7}"/>
              </a:ext>
            </a:extLst>
          </p:cNvPr>
          <p:cNvSpPr>
            <a:spLocks noGrp="1"/>
          </p:cNvSpPr>
          <p:nvPr>
            <p:ph type="sldNum" sz="quarter" idx="12"/>
          </p:nvPr>
        </p:nvSpPr>
        <p:spPr>
          <a:xfrm>
            <a:off x="1737360" y="6492877"/>
            <a:ext cx="457200" cy="365125"/>
          </a:xfrm>
        </p:spPr>
        <p:txBody>
          <a:bodyPr/>
          <a:lstStyle/>
          <a:p>
            <a:fld id="{F8A89D12-4F33-44AF-85FC-689FEAF79A41}" type="slidenum">
              <a:rPr lang="en-US" smtClean="0"/>
              <a:t>‹#›</a:t>
            </a:fld>
            <a:endParaRPr lang="en-US"/>
          </a:p>
        </p:txBody>
      </p:sp>
      <p:sp>
        <p:nvSpPr>
          <p:cNvPr id="6" name="Date Placeholder 7">
            <a:extLst>
              <a:ext uri="{FF2B5EF4-FFF2-40B4-BE49-F238E27FC236}">
                <a16:creationId xmlns:a16="http://schemas.microsoft.com/office/drawing/2014/main" id="{3E552BA5-25D2-D654-BB61-66BF794E3B8E}"/>
              </a:ext>
              <a:ext uri="{C183D7F6-B498-43B3-948B-1728B52AA6E4}">
                <adec:decorative xmlns:adec="http://schemas.microsoft.com/office/drawing/2017/decorative" val="0"/>
              </a:ext>
            </a:extLst>
          </p:cNvPr>
          <p:cNvSpPr>
            <a:spLocks noGrp="1"/>
          </p:cNvSpPr>
          <p:nvPr>
            <p:ph type="dt" sz="half" idx="14"/>
          </p:nvPr>
        </p:nvSpPr>
        <p:spPr>
          <a:xfrm>
            <a:off x="6281737" y="6219462"/>
            <a:ext cx="4638675" cy="365125"/>
          </a:xfrm>
        </p:spPr>
        <p:txBody>
          <a:bodyPr/>
          <a:lstStyle/>
          <a:p>
            <a:r>
              <a:rPr lang="en-US"/>
              <a:t>05/28/25</a:t>
            </a:r>
          </a:p>
        </p:txBody>
      </p:sp>
    </p:spTree>
    <p:extLst>
      <p:ext uri="{BB962C8B-B14F-4D97-AF65-F5344CB8AC3E}">
        <p14:creationId xmlns:p14="http://schemas.microsoft.com/office/powerpoint/2010/main" val="296560001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9545649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Arial" panose="020B0604020202020204" pitchFamily="34" charset="0"/>
              <a:ea typeface="+mj-ea"/>
              <a:cs typeface="+mj-cs"/>
              <a:sym typeface="Trebuchet MS" panose="020B0603020202020204" pitchFamily="34" charset="0"/>
            </a:endParaRPr>
          </a:p>
        </p:txBody>
      </p:sp>
      <p:pic>
        <p:nvPicPr>
          <p:cNvPr id="17" name="Picture 16" descr="A red and purple gradient&#10;&#10;Description automatically generated">
            <a:extLst>
              <a:ext uri="{FF2B5EF4-FFF2-40B4-BE49-F238E27FC236}">
                <a16:creationId xmlns:a16="http://schemas.microsoft.com/office/drawing/2014/main" id="{C82890A4-A126-43BA-AEDD-46CA4E7F63F1}"/>
              </a:ext>
            </a:extLst>
          </p:cNvPr>
          <p:cNvPicPr>
            <a:picLocks noChangeAspect="1"/>
          </p:cNvPicPr>
          <p:nvPr userDrawn="1"/>
        </p:nvPicPr>
        <p:blipFill>
          <a:blip r:embed="rId6"/>
          <a:stretch>
            <a:fillRect/>
          </a:stretch>
        </p:blipFill>
        <p:spPr>
          <a:xfrm>
            <a:off x="0" y="-7004"/>
            <a:ext cx="12204452" cy="6865004"/>
          </a:xfrm>
          <a:prstGeom prst="rect">
            <a:avLst/>
          </a:prstGeom>
        </p:spPr>
      </p:pic>
      <p:pic>
        <p:nvPicPr>
          <p:cNvPr id="23" name="Picture 22">
            <a:extLst>
              <a:ext uri="{FF2B5EF4-FFF2-40B4-BE49-F238E27FC236}">
                <a16:creationId xmlns:a16="http://schemas.microsoft.com/office/drawing/2014/main" id="{F3B212C8-E88E-4B43-BA39-F6A64E24F061}"/>
              </a:ext>
            </a:extLst>
          </p:cNvPr>
          <p:cNvPicPr>
            <a:picLocks noChangeAspect="1"/>
          </p:cNvPicPr>
          <p:nvPr userDrawn="1"/>
        </p:nvPicPr>
        <p:blipFill>
          <a:blip r:embed="rId7"/>
          <a:stretch>
            <a:fillRect/>
          </a:stretch>
        </p:blipFill>
        <p:spPr>
          <a:xfrm>
            <a:off x="548640" y="640081"/>
            <a:ext cx="2288505" cy="334244"/>
          </a:xfrm>
          <a:prstGeom prst="rect">
            <a:avLst/>
          </a:prstGeom>
        </p:spPr>
      </p:pic>
      <p:sp>
        <p:nvSpPr>
          <p:cNvPr id="24" name="Title 1">
            <a:extLst>
              <a:ext uri="{FF2B5EF4-FFF2-40B4-BE49-F238E27FC236}">
                <a16:creationId xmlns:a16="http://schemas.microsoft.com/office/drawing/2014/main" id="{BAA9886B-26A2-401D-9EAD-4F963747E724}"/>
              </a:ext>
            </a:extLst>
          </p:cNvPr>
          <p:cNvSpPr>
            <a:spLocks noGrp="1"/>
          </p:cNvSpPr>
          <p:nvPr>
            <p:ph type="ctrTitle" hasCustomPrompt="1"/>
          </p:nvPr>
        </p:nvSpPr>
        <p:spPr>
          <a:xfrm>
            <a:off x="548640" y="1466850"/>
            <a:ext cx="8601710" cy="2190750"/>
          </a:xfrm>
        </p:spPr>
        <p:txBody>
          <a:bodyPr vert="horz"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25" name="Subtitle 2">
            <a:extLst>
              <a:ext uri="{FF2B5EF4-FFF2-40B4-BE49-F238E27FC236}">
                <a16:creationId xmlns:a16="http://schemas.microsoft.com/office/drawing/2014/main" id="{6723F30F-0D1C-4213-856A-975BC7309DF9}"/>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Tree>
    <p:extLst>
      <p:ext uri="{BB962C8B-B14F-4D97-AF65-F5344CB8AC3E}">
        <p14:creationId xmlns:p14="http://schemas.microsoft.com/office/powerpoint/2010/main" val="3917340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BC830-8E58-3114-6F74-2AD8C2A7F7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AFDFC-06D3-9A2A-3F3A-204FE80349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F70C5-A13F-07B5-969C-602A81037D4E}"/>
              </a:ext>
            </a:extLst>
          </p:cNvPr>
          <p:cNvSpPr>
            <a:spLocks noGrp="1"/>
          </p:cNvSpPr>
          <p:nvPr>
            <p:ph type="dt" sz="half" idx="10"/>
          </p:nvPr>
        </p:nvSpPr>
        <p:spPr/>
        <p:txBody>
          <a:bodyPr/>
          <a:lstStyle/>
          <a:p>
            <a:fld id="{E8682663-A430-45A8-B5D7-D9AB721404BE}" type="datetimeFigureOut">
              <a:rPr lang="en-US" smtClean="0"/>
              <a:t>9/3/25</a:t>
            </a:fld>
            <a:endParaRPr lang="en-US"/>
          </a:p>
        </p:txBody>
      </p:sp>
      <p:sp>
        <p:nvSpPr>
          <p:cNvPr id="5" name="Footer Placeholder 4">
            <a:extLst>
              <a:ext uri="{FF2B5EF4-FFF2-40B4-BE49-F238E27FC236}">
                <a16:creationId xmlns:a16="http://schemas.microsoft.com/office/drawing/2014/main" id="{8236CFE9-075B-3308-BD27-DC016CF94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855A8-BEED-EDD7-E097-9D9D3BF9993F}"/>
              </a:ext>
            </a:extLst>
          </p:cNvPr>
          <p:cNvSpPr>
            <a:spLocks noGrp="1"/>
          </p:cNvSpPr>
          <p:nvPr>
            <p:ph type="sldNum" sz="quarter" idx="12"/>
          </p:nvPr>
        </p:nvSpPr>
        <p:spPr/>
        <p:txBody>
          <a:bodyPr/>
          <a:lstStyle/>
          <a:p>
            <a:fld id="{BE521A94-5AB7-4F9C-8A3C-2D0CC46CE7F1}" type="slidenum">
              <a:rPr lang="en-US" smtClean="0"/>
              <a:t>‹#›</a:t>
            </a:fld>
            <a:endParaRPr lang="en-US"/>
          </a:p>
        </p:txBody>
      </p:sp>
    </p:spTree>
    <p:extLst>
      <p:ext uri="{BB962C8B-B14F-4D97-AF65-F5344CB8AC3E}">
        <p14:creationId xmlns:p14="http://schemas.microsoft.com/office/powerpoint/2010/main" val="127923997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1_1 Col Ligh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202343654"/>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userDrawn="1">
  <p:cSld name="1_2 Col Light">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466850"/>
            <a:ext cx="5356225" cy="4705350"/>
          </a:xfrm>
        </p:spPr>
        <p:txBody>
          <a:bodyPr/>
          <a:lstStyle>
            <a:lvl2pPr>
              <a:defRPr/>
            </a:lvl2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466850"/>
            <a:ext cx="5357812" cy="470535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852000865"/>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2024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0483175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Lst>
          </p:cNvPr>
          <p:cNvPicPr>
            <a:picLocks noChangeAspect="1"/>
          </p:cNvPicPr>
          <p:nvPr userDrawn="1"/>
        </p:nvPicPr>
        <p:blipFill>
          <a:blip r:embed="rId2"/>
          <a:stretch>
            <a:fillRect/>
          </a:stretch>
        </p:blipFill>
        <p:spPr>
          <a:xfrm>
            <a:off x="-3048" y="-3502"/>
            <a:ext cx="12198096" cy="6865004"/>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3" y="1359181"/>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grpSp>
        <p:nvGrpSpPr>
          <p:cNvPr id="9" name="horz_logo_grp">
            <a:extLst>
              <a:ext uri="{FF2B5EF4-FFF2-40B4-BE49-F238E27FC236}">
                <a16:creationId xmlns:a16="http://schemas.microsoft.com/office/drawing/2014/main" id="{B081CF4E-0306-7B47-8910-2D2FD275886E}"/>
              </a:ext>
              <a:ext uri="{C183D7F6-B498-43B3-948B-1728B52AA6E4}">
                <adec:decorative xmlns:adec="http://schemas.microsoft.com/office/drawing/2017/decorative" val="1"/>
              </a:ext>
            </a:extLst>
          </p:cNvPr>
          <p:cNvGrpSpPr>
            <a:grpSpLocks noChangeAspect="1"/>
          </p:cNvGrpSpPr>
          <p:nvPr userDrawn="1"/>
        </p:nvGrpSpPr>
        <p:grpSpPr>
          <a:xfrm>
            <a:off x="548640" y="640080"/>
            <a:ext cx="2286000" cy="334244"/>
            <a:chOff x="345440" y="2627692"/>
            <a:chExt cx="10971255" cy="1604143"/>
          </a:xfrm>
        </p:grpSpPr>
        <p:sp>
          <p:nvSpPr>
            <p:cNvPr id="10" name="Equinix_black">
              <a:extLst>
                <a:ext uri="{FF2B5EF4-FFF2-40B4-BE49-F238E27FC236}">
                  <a16:creationId xmlns:a16="http://schemas.microsoft.com/office/drawing/2014/main" id="{27CBFAAD-0187-3A4B-4166-28ECB2813DD5}"/>
                </a:ext>
                <a:ext uri="{C183D7F6-B498-43B3-948B-1728B52AA6E4}">
                  <adec:decorative xmlns:adec="http://schemas.microsoft.com/office/drawing/2017/decorative" val="1"/>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solidFill>
              <a:schemeClr val="tx1"/>
            </a:solidFill>
            <a:ln w="3410" cap="flat">
              <a:noFill/>
              <a:prstDash val="solid"/>
              <a:miter/>
            </a:ln>
          </p:spPr>
          <p:txBody>
            <a:bodyPr rtlCol="0" anchor="ctr"/>
            <a:lstStyle/>
            <a:p>
              <a:endParaRPr lang="en-US"/>
            </a:p>
          </p:txBody>
        </p:sp>
        <p:sp>
          <p:nvSpPr>
            <p:cNvPr id="11" name="fortress_black">
              <a:extLst>
                <a:ext uri="{FF2B5EF4-FFF2-40B4-BE49-F238E27FC236}">
                  <a16:creationId xmlns:a16="http://schemas.microsoft.com/office/drawing/2014/main" id="{B58209EC-2843-70D9-ACCF-6A285590AAEE}"/>
                </a:ext>
                <a:ext uri="{C183D7F6-B498-43B3-948B-1728B52AA6E4}">
                  <adec:decorative xmlns:adec="http://schemas.microsoft.com/office/drawing/2017/decorative" val="1"/>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solidFill>
              <a:schemeClr val="tx1"/>
            </a:solidFill>
            <a:ln w="341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0" y="1466850"/>
            <a:ext cx="8601710" cy="2190750"/>
          </a:xfrm>
        </p:spPr>
        <p:txBody>
          <a:bodyPr anchor="b"/>
          <a:lstStyle>
            <a:lvl1pPr algn="l">
              <a:lnSpc>
                <a:spcPct val="100000"/>
              </a:lnSpc>
              <a:defRPr sz="5400"/>
            </a:lvl1pPr>
          </a:lstStyle>
          <a:p>
            <a:r>
              <a:rPr lang="en-US"/>
              <a:t>Master title style, </a:t>
            </a:r>
            <a:br>
              <a:rPr lang="en-US"/>
            </a:br>
            <a:r>
              <a:rPr lang="en-US"/>
              <a:t>Bold 54pt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400" b="0"/>
            </a:lvl1pPr>
          </a:lstStyle>
          <a:p>
            <a:pPr lvl="0"/>
            <a:r>
              <a:rPr lang="en-US"/>
              <a:t>Optional Presenter Name, Reg 14pt</a:t>
            </a:r>
          </a:p>
        </p:txBody>
      </p:sp>
    </p:spTree>
    <p:extLst>
      <p:ext uri="{BB962C8B-B14F-4D97-AF65-F5344CB8AC3E}">
        <p14:creationId xmlns:p14="http://schemas.microsoft.com/office/powerpoint/2010/main" val="900255715"/>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type="secHead" preserve="1">
  <p:cSld name="Divider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308B61-F878-C9AF-8422-FBDD35F26ED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400"/>
            <a:ext cx="12192000" cy="6857200"/>
          </a:xfrm>
          <a:prstGeom prst="rect">
            <a:avLst/>
          </a:prstGeom>
        </p:spPr>
      </p:pic>
      <p:sp>
        <p:nvSpPr>
          <p:cNvPr id="9" name="Slide Number Placeholder 8">
            <a:extLst>
              <a:ext uri="{FF2B5EF4-FFF2-40B4-BE49-F238E27FC236}">
                <a16:creationId xmlns:a16="http://schemas.microsoft.com/office/drawing/2014/main" id="{BF56BB23-1A82-4374-D1F6-E83A3FF45F9E}"/>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1463039" y="730250"/>
            <a:ext cx="7687311" cy="2909887"/>
          </a:xfrm>
        </p:spPr>
        <p:txBody>
          <a:bodyPr anchor="b" anchorCtr="0"/>
          <a:lstStyle>
            <a:lvl1pPr>
              <a:defRPr sz="4800"/>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1463038" y="3749040"/>
            <a:ext cx="6368100" cy="1554480"/>
          </a:xfrm>
        </p:spPr>
        <p:txBody>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7" name="Date Placeholder 6">
            <a:extLst>
              <a:ext uri="{FF2B5EF4-FFF2-40B4-BE49-F238E27FC236}">
                <a16:creationId xmlns:a16="http://schemas.microsoft.com/office/drawing/2014/main" id="{C1391EEB-F245-D311-DDBC-CE3454516D73}"/>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0045CDE4-61F3-186D-CB6A-813065F33D4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black_logo">
            <a:extLst>
              <a:ext uri="{FF2B5EF4-FFF2-40B4-BE49-F238E27FC236}">
                <a16:creationId xmlns:a16="http://schemas.microsoft.com/office/drawing/2014/main" id="{B1836C45-0520-FDA8-0380-04C6396C2CBD}"/>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4059121706"/>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624CBB4-46F3-C7FA-0821-607C7F4B50FE}"/>
              </a:ext>
              <a:ext uri="{C183D7F6-B498-43B3-948B-1728B52AA6E4}">
                <adec:decorative xmlns:adec="http://schemas.microsoft.com/office/drawing/2017/decorative" val="1"/>
              </a:ext>
            </a:extLst>
          </p:cNvPr>
          <p:cNvPicPr>
            <a:picLocks/>
          </p:cNvPicPr>
          <p:nvPr userDrawn="1"/>
        </p:nvPicPr>
        <p:blipFill>
          <a:blip r:embed="rId2"/>
          <a:stretch>
            <a:fillRect/>
          </a:stretch>
        </p:blipFill>
        <p:spPr>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1463039" y="730250"/>
            <a:ext cx="7687312" cy="2909887"/>
          </a:xfrm>
        </p:spPr>
        <p:txBody>
          <a:bodyPr anchor="b" anchorCtr="0"/>
          <a:lstStyle>
            <a:lvl1pPr>
              <a:defRPr sz="4800"/>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1463038" y="3749040"/>
            <a:ext cx="6368100" cy="1554480"/>
          </a:xfrm>
        </p:spPr>
        <p:txBody>
          <a:bodyPr/>
          <a:lstStyle>
            <a:lvl1pPr marL="0" indent="0">
              <a:buNone/>
              <a:defRPr sz="16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Date Placeholder 3">
            <a:extLst>
              <a:ext uri="{FF2B5EF4-FFF2-40B4-BE49-F238E27FC236}">
                <a16:creationId xmlns:a16="http://schemas.microsoft.com/office/drawing/2014/main" id="{EE12A28C-CD42-F413-8FC9-10AEC46CFDB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8" name="fortress_black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16215983"/>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70C4B45-B23A-0359-D80A-6D453E999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7999"/>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1463039" y="730250"/>
            <a:ext cx="7687312" cy="2909887"/>
          </a:xfrm>
        </p:spPr>
        <p:txBody>
          <a:bodyPr anchor="b" anchorCtr="0"/>
          <a:lstStyle>
            <a:lvl1pPr>
              <a:defRPr sz="4800">
                <a:solidFill>
                  <a:schemeClr val="bg1"/>
                </a:solidFill>
              </a:defRPr>
            </a:lvl1pPr>
          </a:lstStyle>
          <a:p>
            <a:r>
              <a:rPr lang="en-US"/>
              <a:t>Divider title style, Bold 48pt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1463038" y="3749040"/>
            <a:ext cx="6368100" cy="1554480"/>
          </a:xfrm>
        </p:spPr>
        <p:txBody>
          <a:bodyPr/>
          <a:lstStyle>
            <a:lvl1pPr marL="0" indent="0">
              <a:buNone/>
              <a:defRPr sz="16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Optional supporting text, Reg 16pt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Date Placeholder 3">
            <a:extLst>
              <a:ext uri="{FF2B5EF4-FFF2-40B4-BE49-F238E27FC236}">
                <a16:creationId xmlns:a16="http://schemas.microsoft.com/office/drawing/2014/main" id="{EE12A28C-CD42-F413-8FC9-10AEC46CFDB6}"/>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8" name="fortress_white_logo">
            <a:extLst>
              <a:ext uri="{FF2B5EF4-FFF2-40B4-BE49-F238E27FC236}">
                <a16:creationId xmlns:a16="http://schemas.microsoft.com/office/drawing/2014/main" id="{C4B9DDDE-4C60-393D-AB13-A3476258B586}"/>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630001373"/>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p:txBody>
          <a:bodyPr/>
          <a:lstStyle>
            <a:lvl1pPr>
              <a:defRPr>
                <a:solidFill>
                  <a:schemeClr val="bg1"/>
                </a:solidFill>
              </a:defRPr>
            </a:lvl1pPr>
          </a:lstStyle>
          <a:p>
            <a:r>
              <a:rPr lang="en-US"/>
              <a:t>Agenda, </a:t>
            </a:r>
            <a:br>
              <a:rPr lang="en-US"/>
            </a:br>
            <a:r>
              <a:rPr lang="en-US"/>
              <a:t>Bold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40" y="1466850"/>
            <a:ext cx="5360035" cy="589915"/>
          </a:xfrm>
        </p:spPr>
        <p:txBody>
          <a:bodyPr/>
          <a:lstStyle>
            <a:lvl1pPr marL="0" indent="0">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16pt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Date Placeholder 3">
            <a:extLst>
              <a:ext uri="{FF2B5EF4-FFF2-40B4-BE49-F238E27FC236}">
                <a16:creationId xmlns:a16="http://schemas.microsoft.com/office/drawing/2014/main" id="{A9FC1734-7417-FD72-6EE6-BE088ED3A05E}"/>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2" name="fortress_white_logo">
            <a:extLst>
              <a:ext uri="{FF2B5EF4-FFF2-40B4-BE49-F238E27FC236}">
                <a16:creationId xmlns:a16="http://schemas.microsoft.com/office/drawing/2014/main" id="{F1533B5D-7581-A9A5-BB30-D1FCA20697C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72142615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sz="700"/>
            </a:lvl1pPr>
          </a:lstStyle>
          <a:p>
            <a:r>
              <a:rPr lang="en-US"/>
              <a:t>© 2025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lvl1pPr>
              <a:defRPr sz="700"/>
            </a:lvl1p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sz="700"/>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53537864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940079598"/>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444700507"/>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8" name="Date Placeholder 7">
            <a:extLst>
              <a:ext uri="{FF2B5EF4-FFF2-40B4-BE49-F238E27FC236}">
                <a16:creationId xmlns:a16="http://schemas.microsoft.com/office/drawing/2014/main" id="{68E189C2-3D56-EA28-01E3-E9488BEA1F16}"/>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p:txBody>
          <a:bodyPr/>
          <a:lstStyle>
            <a:lvl1pPr>
              <a:defRPr/>
            </a:lvl1pPr>
          </a:lstStyle>
          <a:p>
            <a:r>
              <a:rPr lang="en-US"/>
              <a:t>Title text, </a:t>
            </a:r>
            <a:br>
              <a:rPr lang="en-US"/>
            </a:br>
            <a:r>
              <a:rPr lang="en-US"/>
              <a:t>30pt</a:t>
            </a:r>
          </a:p>
        </p:txBody>
      </p:sp>
      <p:sp>
        <p:nvSpPr>
          <p:cNvPr id="4" name="Content Placeholder 3">
            <a:extLst>
              <a:ext uri="{FF2B5EF4-FFF2-40B4-BE49-F238E27FC236}">
                <a16:creationId xmlns:a16="http://schemas.microsoft.com/office/drawing/2014/main" id="{849CDEA1-BF0A-2A9A-57B3-4A5965938C86}"/>
              </a:ext>
            </a:extLst>
          </p:cNvPr>
          <p:cNvSpPr>
            <a:spLocks noGrp="1"/>
          </p:cNvSpPr>
          <p:nvPr>
            <p:ph sz="quarter" idx="14" hasCustomPrompt="1"/>
          </p:nvPr>
        </p:nvSpPr>
        <p:spPr>
          <a:xfrm>
            <a:off x="552450" y="1466850"/>
            <a:ext cx="11088688" cy="4705350"/>
          </a:xfrm>
        </p:spPr>
        <p:txBody>
          <a:bodyPr/>
          <a:lstStyle>
            <a:lvl1pPr>
              <a:defRPr/>
            </a:lvl1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568871266"/>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9EC4B66F-DD69-1E70-7048-CB4CBE1DE42E}"/>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466850"/>
            <a:ext cx="5356225" cy="4705350"/>
          </a:xfrm>
        </p:spPr>
        <p:txBody>
          <a:bodyPr/>
          <a:lstStyle>
            <a:lvl2pPr>
              <a:defRPr/>
            </a:lvl2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466850"/>
            <a:ext cx="5357812" cy="470535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91590403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Date Placeholder 8">
            <a:extLst>
              <a:ext uri="{FF2B5EF4-FFF2-40B4-BE49-F238E27FC236}">
                <a16:creationId xmlns:a16="http://schemas.microsoft.com/office/drawing/2014/main" id="{6F2A5ECE-5627-397C-EC44-C80147A05E9E}"/>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3448685" cy="4705349"/>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466850"/>
            <a:ext cx="3447288" cy="4705349"/>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0" y="1466850"/>
            <a:ext cx="3443288" cy="4705349"/>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492937724"/>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10" name="Date Placeholder 9">
            <a:extLst>
              <a:ext uri="{FF2B5EF4-FFF2-40B4-BE49-F238E27FC236}">
                <a16:creationId xmlns:a16="http://schemas.microsoft.com/office/drawing/2014/main" id="{426D8142-71DC-53DA-7ACE-734A3C3C6EEE}"/>
              </a:ext>
              <a:ext uri="{C183D7F6-B498-43B3-948B-1728B52AA6E4}">
                <adec:decorative xmlns:adec="http://schemas.microsoft.com/office/drawing/2017/decorative" val="1"/>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1537"/>
            <a:ext cx="8601710" cy="924831"/>
          </a:xfrm>
        </p:spPr>
        <p:txBody>
          <a:body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0"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8"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6" y="1466850"/>
            <a:ext cx="2487168" cy="4705350"/>
          </a:xfrm>
        </p:spPr>
        <p:txBody>
          <a:bodyPr/>
          <a:lstStyle>
            <a:lvl1pPr>
              <a:spcBef>
                <a:spcPts val="1200"/>
              </a:spcBef>
              <a:defRPr sz="1400"/>
            </a:lvl1pPr>
            <a:lvl2pPr>
              <a:spcBef>
                <a:spcPts val="1000"/>
              </a:spcBef>
              <a:defRPr sz="1200"/>
            </a:lvl2pPr>
            <a:lvl3pPr>
              <a:spcBef>
                <a:spcPts val="800"/>
              </a:spcBef>
              <a:defRPr sz="1100"/>
            </a:lvl3pPr>
            <a:lvl4pPr>
              <a:spcBef>
                <a:spcPts val="600"/>
              </a:spcBef>
              <a:defRPr sz="1000"/>
            </a:lvl4pPr>
            <a:lvl5pPr>
              <a:spcBef>
                <a:spcPts val="400"/>
              </a:spcBef>
              <a:defRPr sz="1000"/>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Tree>
    <p:extLst>
      <p:ext uri="{BB962C8B-B14F-4D97-AF65-F5344CB8AC3E}">
        <p14:creationId xmlns:p14="http://schemas.microsoft.com/office/powerpoint/2010/main" val="523357541"/>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5EF3BEC4-A8CA-6129-DA3D-09C02CF6B7B1}"/>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2" name="fortress_white_logo">
            <a:extLst>
              <a:ext uri="{FF2B5EF4-FFF2-40B4-BE49-F238E27FC236}">
                <a16:creationId xmlns:a16="http://schemas.microsoft.com/office/drawing/2014/main" id="{D2DD75F0-A73C-898D-490D-9E6A83A58004}"/>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0" y="1466850"/>
            <a:ext cx="110886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89293095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white_logo">
            <a:extLst>
              <a:ext uri="{FF2B5EF4-FFF2-40B4-BE49-F238E27FC236}">
                <a16:creationId xmlns:a16="http://schemas.microsoft.com/office/drawing/2014/main" id="{D208D63C-B689-E785-1C29-AFF14BDC671C}"/>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DF7DC1F2-3E8E-01D0-ED31-624AFFD06FB5}"/>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0" y="1466850"/>
            <a:ext cx="5356225"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466850"/>
            <a:ext cx="5357811"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987285044"/>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white_logo">
            <a:extLst>
              <a:ext uri="{FF2B5EF4-FFF2-40B4-BE49-F238E27FC236}">
                <a16:creationId xmlns:a16="http://schemas.microsoft.com/office/drawing/2014/main" id="{38CF6369-1802-5921-B6B2-B6A8455BEC5B}"/>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Date Placeholder 9">
            <a:extLst>
              <a:ext uri="{FF2B5EF4-FFF2-40B4-BE49-F238E27FC236}">
                <a16:creationId xmlns:a16="http://schemas.microsoft.com/office/drawing/2014/main" id="{7574CD04-9D84-4B66-E3E5-8E35DE5903C4}"/>
              </a:ext>
              <a:ext uri="{C183D7F6-B498-43B3-948B-1728B52AA6E4}">
                <adec:decorative xmlns:adec="http://schemas.microsoft.com/office/drawing/2017/decorative" val="1"/>
              </a:ext>
            </a:extLst>
          </p:cNvPr>
          <p:cNvSpPr>
            <a:spLocks noGrp="1"/>
          </p:cNvSpPr>
          <p:nvPr>
            <p:ph type="dt" sz="half" idx="14"/>
          </p:nvPr>
        </p:nvSpPr>
        <p:spPr/>
        <p:txBody>
          <a:bodyPr/>
          <a:lstStyle>
            <a:lvl1pPr>
              <a:defRPr>
                <a:solidFill>
                  <a:schemeClr val="bg1"/>
                </a:solidFill>
              </a:defRPr>
            </a:lvl1pPr>
          </a:lstStyle>
          <a:p>
            <a:endParaRPr lang="en-US"/>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1537"/>
            <a:ext cx="8601710" cy="924831"/>
          </a:xfrm>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34472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466850"/>
            <a:ext cx="34472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4" y="1466850"/>
            <a:ext cx="3447288" cy="4705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537666411"/>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2" name="fortress_white_logo">
            <a:extLst>
              <a:ext uri="{FF2B5EF4-FFF2-40B4-BE49-F238E27FC236}">
                <a16:creationId xmlns:a16="http://schemas.microsoft.com/office/drawing/2014/main" id="{FC468DE0-1E0F-07E9-4215-1D1B4AF9C99E}"/>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C7BEEE7-B0DA-86C3-03EA-0897A1C2FCBB}"/>
              </a:ext>
              <a:ext uri="{C183D7F6-B498-43B3-948B-1728B52AA6E4}">
                <adec:decorative xmlns:adec="http://schemas.microsoft.com/office/drawing/2017/decorative" val="1"/>
              </a:ext>
            </a:extLst>
          </p:cNvPr>
          <p:cNvSpPr>
            <a:spLocks noGrp="1"/>
          </p:cNvSpPr>
          <p:nvPr>
            <p:ph type="dt" sz="half" idx="15"/>
          </p:nvPr>
        </p:nvSpPr>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1537"/>
            <a:ext cx="8601710" cy="924831"/>
          </a:xfrm>
        </p:spPr>
        <p:txBody>
          <a:bodyPr/>
          <a:lstStyle>
            <a:lvl1pPr>
              <a:defRPr>
                <a:solidFill>
                  <a:schemeClr val="bg1"/>
                </a:solidFill>
              </a:defRPr>
            </a:lvl1pPr>
          </a:lstStyle>
          <a:p>
            <a:r>
              <a:rPr lang="en-US"/>
              <a:t>Title text, 30pt</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466850"/>
            <a:ext cx="2487168"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25825" y="1466850"/>
            <a:ext cx="2482849"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9674" y="1466850"/>
            <a:ext cx="2490788"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0350" y="1466850"/>
            <a:ext cx="2490788" cy="4705350"/>
          </a:xfrm>
        </p:spPr>
        <p:txBody>
          <a:bodyPr/>
          <a:lstStyle>
            <a:lvl1pPr>
              <a:spcBef>
                <a:spcPts val="1200"/>
              </a:spcBef>
              <a:defRPr sz="1400">
                <a:solidFill>
                  <a:schemeClr val="bg1"/>
                </a:solidFill>
              </a:defRPr>
            </a:lvl1pPr>
            <a:lvl2pPr>
              <a:spcBef>
                <a:spcPts val="1000"/>
              </a:spcBef>
              <a:defRPr sz="1200">
                <a:solidFill>
                  <a:schemeClr val="bg1"/>
                </a:solidFill>
              </a:defRPr>
            </a:lvl2pPr>
            <a:lvl3pPr>
              <a:spcBef>
                <a:spcPts val="800"/>
              </a:spcBef>
              <a:defRPr sz="1100">
                <a:solidFill>
                  <a:schemeClr val="bg1"/>
                </a:solidFill>
              </a:defRPr>
            </a:lvl3pPr>
            <a:lvl4pPr>
              <a:spcBef>
                <a:spcPts val="600"/>
              </a:spcBef>
              <a:defRPr sz="1000">
                <a:solidFill>
                  <a:schemeClr val="bg1"/>
                </a:solidFill>
              </a:defRPr>
            </a:lvl4pPr>
            <a:lvl5pPr>
              <a:spcBef>
                <a:spcPts val="400"/>
              </a:spcBef>
              <a:defRPr sz="1000">
                <a:solidFill>
                  <a:schemeClr val="bg1"/>
                </a:solidFill>
              </a:defRPr>
            </a:lvl5pPr>
          </a:lstStyle>
          <a:p>
            <a:pPr lvl="0"/>
            <a:r>
              <a:rPr lang="en-US"/>
              <a:t>First level, bold 14pt no bullet</a:t>
            </a:r>
          </a:p>
          <a:p>
            <a:pPr lvl="1"/>
            <a:r>
              <a:rPr lang="en-US"/>
              <a:t>Second level, reg 12pt no bullet</a:t>
            </a:r>
          </a:p>
          <a:p>
            <a:pPr lvl="2"/>
            <a:r>
              <a:rPr lang="en-US"/>
              <a:t>Third level, reg 11pt first bullet</a:t>
            </a:r>
          </a:p>
          <a:p>
            <a:pPr lvl="3"/>
            <a:r>
              <a:rPr lang="en-US"/>
              <a:t>Fourth level, reg 10pt second bullet</a:t>
            </a:r>
          </a:p>
          <a:p>
            <a:pPr lvl="4"/>
            <a:r>
              <a:rPr lang="en-US"/>
              <a:t>Fifth level, reg 10pt third bullet</a:t>
            </a:r>
          </a:p>
        </p:txBody>
      </p:sp>
    </p:spTree>
    <p:extLst>
      <p:ext uri="{BB962C8B-B14F-4D97-AF65-F5344CB8AC3E}">
        <p14:creationId xmlns:p14="http://schemas.microsoft.com/office/powerpoint/2010/main" val="185079531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547688"/>
            <a:ext cx="5545138" cy="5624512"/>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Date Placeholder 3">
            <a:extLst>
              <a:ext uri="{FF2B5EF4-FFF2-40B4-BE49-F238E27FC236}">
                <a16:creationId xmlns:a16="http://schemas.microsoft.com/office/drawing/2014/main" id="{2B3FBA5B-398F-E02C-F121-1E39E6B271B5}"/>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1537"/>
            <a:ext cx="4892040" cy="924831"/>
          </a:xfrm>
        </p:spPr>
        <p:txBody>
          <a:bodyPr/>
          <a:lstStyle/>
          <a:p>
            <a:r>
              <a:rPr lang="en-US"/>
              <a:t>Title text, 30pt</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0" y="1466850"/>
            <a:ext cx="4892040" cy="4705350"/>
          </a:xfrm>
        </p:spPr>
        <p:txBody>
          <a:bodyPr/>
          <a:lstStyle>
            <a:lvl5pPr>
              <a:spcBef>
                <a:spcPts val="800"/>
              </a:spcBef>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698752075"/>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547688"/>
            <a:ext cx="5543550" cy="5624512"/>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Date Placeholder 3">
            <a:extLst>
              <a:ext uri="{FF2B5EF4-FFF2-40B4-BE49-F238E27FC236}">
                <a16:creationId xmlns:a16="http://schemas.microsoft.com/office/drawing/2014/main" id="{11C10A5D-9DB8-EE15-8E40-3BF0B1E415EF}"/>
              </a:ext>
              <a:ext uri="{C183D7F6-B498-43B3-948B-1728B52AA6E4}">
                <adec:decorative xmlns:adec="http://schemas.microsoft.com/office/drawing/2017/decorative" val="1"/>
              </a:ext>
            </a:extLst>
          </p:cNvPr>
          <p:cNvSpPr>
            <a:spLocks noGrp="1"/>
          </p:cNvSpPr>
          <p:nvPr>
            <p:ph type="dt" sz="half" idx="14"/>
          </p:nvPr>
        </p:nvSpPr>
        <p:spPr>
          <a:xfrm>
            <a:off x="6281738" y="6492875"/>
            <a:ext cx="4636008" cy="365125"/>
          </a:xfrm>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1537"/>
            <a:ext cx="4892040" cy="924831"/>
          </a:xfrm>
        </p:spPr>
        <p:txBody>
          <a:bodyPr/>
          <a:lstStyle/>
          <a:p>
            <a:r>
              <a:rPr lang="en-US"/>
              <a:t>Title text, 30pt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466850"/>
            <a:ext cx="4892040" cy="470535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2208072568"/>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Date Placeholder 3">
            <a:extLst>
              <a:ext uri="{FF2B5EF4-FFF2-40B4-BE49-F238E27FC236}">
                <a16:creationId xmlns:a16="http://schemas.microsoft.com/office/drawing/2014/main" id="{5C189770-8D69-D846-86FA-9FDE970AD194}"/>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48"/>
            <a:ext cx="5547360" cy="5241851"/>
          </a:xfrm>
        </p:spPr>
        <p:txBody>
          <a:bodyPr/>
          <a:lstStyle>
            <a:lvl1pPr>
              <a:defRPr sz="4800">
                <a:solidFill>
                  <a:schemeClr val="tx1"/>
                </a:solidFill>
              </a:defRPr>
            </a:lvl1pPr>
          </a:lstStyle>
          <a:p>
            <a:r>
              <a:rPr lang="en-US"/>
              <a:t>Title text, 48pt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1200"/>
              </a:spcBef>
              <a:buNone/>
              <a:defRPr sz="1800" b="1"/>
            </a:lvl1pPr>
            <a:lvl2pPr marL="0" indent="0">
              <a:spcBef>
                <a:spcPts val="1200"/>
              </a:spcBef>
              <a:buFont typeface="Arial" panose="020B0604020202020204" pitchFamily="34" charset="0"/>
              <a:buNone/>
              <a:defRPr sz="1400"/>
            </a:lvl2pPr>
            <a:lvl3pPr marL="182880" indent="-182563">
              <a:spcBef>
                <a:spcPts val="900"/>
              </a:spcBef>
              <a:defRPr sz="1400"/>
            </a:lvl3pPr>
            <a:lvl4pPr marL="365760" indent="-182880">
              <a:spcBef>
                <a:spcPts val="900"/>
              </a:spcBef>
              <a:buFont typeface="Arial" panose="020B0604020202020204" pitchFamily="34" charset="0"/>
              <a:buChar char="–"/>
              <a:defRPr sz="1100"/>
            </a:lvl4pPr>
            <a:lvl5pPr marL="548640">
              <a:spcBef>
                <a:spcPts val="800"/>
              </a:spcBef>
              <a:defRPr sz="1000"/>
            </a:lvl5pPr>
          </a:lstStyle>
          <a:p>
            <a:pPr lvl="0"/>
            <a:r>
              <a:rPr lang="en-US"/>
              <a:t>First level, bold 18pt no bullet</a:t>
            </a:r>
          </a:p>
          <a:p>
            <a:pPr lvl="1"/>
            <a:r>
              <a:rPr lang="en-US"/>
              <a:t>Second level, reg 14pt no bullet</a:t>
            </a:r>
          </a:p>
          <a:p>
            <a:pPr lvl="2"/>
            <a:r>
              <a:rPr lang="en-US"/>
              <a:t>Third level, reg 14pt first bullet</a:t>
            </a:r>
          </a:p>
          <a:p>
            <a:pPr lvl="3"/>
            <a:r>
              <a:rPr lang="en-US"/>
              <a:t>Fourth level, reg 11pt second bullet</a:t>
            </a:r>
          </a:p>
          <a:p>
            <a:pPr lvl="4"/>
            <a:r>
              <a:rPr lang="en-US"/>
              <a:t>Fifth level, reg 10pt third bullet</a:t>
            </a:r>
          </a:p>
        </p:txBody>
      </p:sp>
    </p:spTree>
    <p:extLst>
      <p:ext uri="{BB962C8B-B14F-4D97-AF65-F5344CB8AC3E}">
        <p14:creationId xmlns:p14="http://schemas.microsoft.com/office/powerpoint/2010/main" val="238731280"/>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0" y="0"/>
            <a:ext cx="6092951" cy="6858000"/>
          </a:xfrm>
        </p:spPr>
        <p:txBody>
          <a:bodyPr lIns="182880" tIns="182880" rIns="0"/>
          <a:lstStyle>
            <a:lvl1pPr>
              <a:defRPr>
                <a:solidFill>
                  <a:schemeClr val="bg1"/>
                </a:solidFill>
              </a:defRPr>
            </a:lvl1pPr>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fortress_white_logo">
            <a:extLst>
              <a:ext uri="{FF2B5EF4-FFF2-40B4-BE49-F238E27FC236}">
                <a16:creationId xmlns:a16="http://schemas.microsoft.com/office/drawing/2014/main" id="{E0E41B51-33D8-A036-7003-78F2C51D84A2}"/>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0348"/>
            <a:ext cx="4892040" cy="5241852"/>
          </a:xfrm>
        </p:spPr>
        <p:txBody>
          <a:bodyPr/>
          <a:lstStyle>
            <a:lvl1pPr>
              <a:defRPr sz="4800">
                <a:solidFill>
                  <a:schemeClr val="bg1"/>
                </a:solidFill>
              </a:defRPr>
            </a:lvl1pPr>
          </a:lstStyle>
          <a:p>
            <a:r>
              <a:rPr lang="en-US"/>
              <a:t>Title text, 48pt</a:t>
            </a:r>
          </a:p>
        </p:txBody>
      </p:sp>
      <p:sp>
        <p:nvSpPr>
          <p:cNvPr id="4" name="Date Placeholder 3">
            <a:extLst>
              <a:ext uri="{FF2B5EF4-FFF2-40B4-BE49-F238E27FC236}">
                <a16:creationId xmlns:a16="http://schemas.microsoft.com/office/drawing/2014/main" id="{2E21DCE9-2B04-C865-DDE2-8ECB3F1EDEFF}"/>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471226498"/>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4" y="0"/>
            <a:ext cx="6099047" cy="6858000"/>
          </a:xfrm>
        </p:spPr>
        <p:txBody>
          <a:bodyPr lIns="182880" tIns="182880" rIns="0"/>
          <a:lstStyle>
            <a:lvl1pPr>
              <a:defRPr>
                <a:solidFill>
                  <a:schemeClr val="tx1"/>
                </a:solidFill>
              </a:defRPr>
            </a:lvl1pPr>
          </a:lstStyle>
          <a:p>
            <a:r>
              <a:rPr lang="en-US"/>
              <a:t>Click icon to add picture</a:t>
            </a:r>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lstStyle>
            <a:lvl1pPr>
              <a:defRPr sz="4800">
                <a:solidFill>
                  <a:schemeClr val="tx1"/>
                </a:solidFill>
              </a:defRPr>
            </a:lvl1pPr>
          </a:lstStyle>
          <a:p>
            <a:r>
              <a:rPr lang="en-US"/>
              <a:t>Title text, 48pt</a:t>
            </a:r>
          </a:p>
        </p:txBody>
      </p:sp>
      <p:sp>
        <p:nvSpPr>
          <p:cNvPr id="8" name="Date Placeholder 7">
            <a:extLst>
              <a:ext uri="{FF2B5EF4-FFF2-40B4-BE49-F238E27FC236}">
                <a16:creationId xmlns:a16="http://schemas.microsoft.com/office/drawing/2014/main" id="{700A1857-3B9B-8A03-D707-10B073A87687}"/>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647748852"/>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B01837F3-4A39-D3DA-B124-70B68CD23189}"/>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5" name="fortress_black_logo">
            <a:extLst>
              <a:ext uri="{FF2B5EF4-FFF2-40B4-BE49-F238E27FC236}">
                <a16:creationId xmlns:a16="http://schemas.microsoft.com/office/drawing/2014/main" id="{BF167CAF-B544-94B7-7A81-C8803748D04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2025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0" y="932688"/>
            <a:ext cx="5356225" cy="5239512"/>
          </a:xfrm>
        </p:spPr>
        <p:txBody>
          <a:bodyPr/>
          <a:lstStyle>
            <a:lvl1pPr>
              <a:defRPr sz="4800">
                <a:solidFill>
                  <a:schemeClr val="bg1"/>
                </a:solidFill>
              </a:defRPr>
            </a:lvl1pPr>
          </a:lstStyle>
          <a:p>
            <a:r>
              <a:rPr lang="en-US"/>
              <a:t>Title text, 48pt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8" y="1033272"/>
            <a:ext cx="4892040" cy="5138928"/>
          </a:xfrm>
        </p:spPr>
        <p:txBody>
          <a:bodyPr/>
          <a:lstStyle>
            <a:lvl1pPr marL="0" indent="0">
              <a:spcBef>
                <a:spcPts val="1200"/>
              </a:spcBef>
              <a:buNone/>
              <a:defRPr sz="1800" b="1"/>
            </a:lvl1pPr>
            <a:lvl2pPr marL="0" indent="0">
              <a:spcBef>
                <a:spcPts val="1200"/>
              </a:spcBef>
              <a:buNone/>
              <a:defRPr sz="1400" b="1"/>
            </a:lvl2pPr>
            <a:lvl3pPr marL="182880" indent="-182880">
              <a:spcBef>
                <a:spcPts val="900"/>
              </a:spcBef>
              <a:buFont typeface="Arial" panose="020B0604020202020204" pitchFamily="34" charset="0"/>
              <a:buChar char="•"/>
              <a:defRPr sz="1200"/>
            </a:lvl3pPr>
            <a:lvl4pPr marL="365760" indent="-182563">
              <a:spcBef>
                <a:spcPts val="900"/>
              </a:spcBef>
              <a:buFont typeface="Arial" panose="020B0604020202020204" pitchFamily="34" charset="0"/>
              <a:buChar char="–"/>
              <a:defRPr sz="1100"/>
            </a:lvl4pPr>
            <a:lvl5pPr marL="548640" indent="-182880">
              <a:spcBef>
                <a:spcPts val="800"/>
              </a:spcBef>
              <a:buFont typeface="Arial" panose="020B0604020202020204" pitchFamily="34" charset="0"/>
              <a:buChar char="•"/>
              <a:defRPr sz="1000"/>
            </a:lvl5pPr>
          </a:lstStyle>
          <a:p>
            <a:pPr lvl="0"/>
            <a:r>
              <a:rPr lang="en-US"/>
              <a:t>First level, bold 18pt no bullet</a:t>
            </a:r>
          </a:p>
          <a:p>
            <a:pPr lvl="1"/>
            <a:r>
              <a:rPr lang="en-US"/>
              <a:t>Second level, bold 14pt no bullet</a:t>
            </a:r>
          </a:p>
          <a:p>
            <a:pPr lvl="2"/>
            <a:r>
              <a:rPr lang="en-US"/>
              <a:t>Third level, reg 12pt first bullet</a:t>
            </a:r>
          </a:p>
          <a:p>
            <a:pPr lvl="3"/>
            <a:r>
              <a:rPr lang="en-US"/>
              <a:t>Fourth level, reg 11pt second bullet</a:t>
            </a:r>
          </a:p>
          <a:p>
            <a:pPr lvl="4"/>
            <a:r>
              <a:rPr lang="en-GB"/>
              <a:t>Fifth level, reg 10pt third bullet</a:t>
            </a:r>
          </a:p>
        </p:txBody>
      </p:sp>
    </p:spTree>
    <p:extLst>
      <p:ext uri="{BB962C8B-B14F-4D97-AF65-F5344CB8AC3E}">
        <p14:creationId xmlns:p14="http://schemas.microsoft.com/office/powerpoint/2010/main" val="489039001"/>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0" y="0"/>
            <a:ext cx="6092951" cy="6858000"/>
          </a:xfrm>
        </p:spPr>
        <p:txBody>
          <a:bodyPr lIns="182880" tIns="182880" rIns="0"/>
          <a:lstStyle>
            <a:lvl1pPr>
              <a:defRPr>
                <a:solidFill>
                  <a:schemeClr val="bg1"/>
                </a:solidFill>
              </a:defRPr>
            </a:lvl1pPr>
          </a:lstStyle>
          <a:p>
            <a:r>
              <a:rPr lang="en-US"/>
              <a:t>Click icon to add picture</a:t>
            </a:r>
          </a:p>
        </p:txBody>
      </p:sp>
      <p:sp>
        <p:nvSpPr>
          <p:cNvPr id="4" name="Date Placeholder 3">
            <a:extLst>
              <a:ext uri="{FF2B5EF4-FFF2-40B4-BE49-F238E27FC236}">
                <a16:creationId xmlns:a16="http://schemas.microsoft.com/office/drawing/2014/main" id="{E486566B-4871-0702-57F9-C5ABF71DB93F}"/>
              </a:ext>
              <a:ext uri="{C183D7F6-B498-43B3-948B-1728B52AA6E4}">
                <adec:decorative xmlns:adec="http://schemas.microsoft.com/office/drawing/2017/decorative" val="1"/>
              </a:ext>
            </a:extLst>
          </p:cNvPr>
          <p:cNvSpPr>
            <a:spLocks noGrp="1"/>
          </p:cNvSpPr>
          <p:nvPr>
            <p:ph type="dt" sz="half" idx="14"/>
          </p:nvPr>
        </p:nvSpPr>
        <p:spPr/>
        <p:txBody>
          <a:bodyPr/>
          <a:lstStyle>
            <a:lvl1pPr>
              <a:defRPr>
                <a:solidFill>
                  <a:schemeClr val="bg1"/>
                </a:solidFill>
              </a:defRPr>
            </a:lvl1pPr>
          </a:lstStyle>
          <a:p>
            <a:endParaRPr lang="en-US"/>
          </a:p>
        </p:txBody>
      </p:sp>
      <p:sp>
        <p:nvSpPr>
          <p:cNvPr id="15" name="fortress_white_logo">
            <a:extLst>
              <a:ext uri="{FF2B5EF4-FFF2-40B4-BE49-F238E27FC236}">
                <a16:creationId xmlns:a16="http://schemas.microsoft.com/office/drawing/2014/main" id="{4F6B2DBF-FC20-CEA6-0407-E53BB6634E90}"/>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8" y="1004434"/>
            <a:ext cx="4892040" cy="924831"/>
          </a:xfrm>
        </p:spPr>
        <p:txBody>
          <a:bodyPr/>
          <a:lstStyle>
            <a:lvl1pPr>
              <a:defRPr>
                <a:solidFill>
                  <a:schemeClr val="bg1"/>
                </a:solidFill>
              </a:defRPr>
            </a:lvl1pPr>
          </a:lstStyle>
          <a:p>
            <a:r>
              <a:rPr lang="en-US"/>
              <a:t>Title text, 30pt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3" y="2032000"/>
            <a:ext cx="4892675" cy="4140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Tree>
    <p:extLst>
      <p:ext uri="{BB962C8B-B14F-4D97-AF65-F5344CB8AC3E}">
        <p14:creationId xmlns:p14="http://schemas.microsoft.com/office/powerpoint/2010/main" val="1387711211"/>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0" y="0"/>
            <a:ext cx="6092951" cy="6858000"/>
          </a:xfrm>
        </p:spPr>
        <p:txBody>
          <a:bodyPr lIns="182880" tIns="182880" rIns="0"/>
          <a:lstStyle>
            <a:lvl1pPr>
              <a:defRPr>
                <a:solidFill>
                  <a:schemeClr val="tx1"/>
                </a:solidFill>
              </a:defRPr>
            </a:lvl1pPr>
          </a:lstStyle>
          <a:p>
            <a:r>
              <a:rPr lang="en-US"/>
              <a:t>Click icon to add picture</a:t>
            </a:r>
          </a:p>
        </p:txBody>
      </p:sp>
      <p:sp>
        <p:nvSpPr>
          <p:cNvPr id="9" name="Date Placeholder 8">
            <a:extLst>
              <a:ext uri="{FF2B5EF4-FFF2-40B4-BE49-F238E27FC236}">
                <a16:creationId xmlns:a16="http://schemas.microsoft.com/office/drawing/2014/main" id="{776661A4-CEEB-FD35-9B16-C027F7583E14}"/>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16" name="fortress_black_logo">
            <a:extLst>
              <a:ext uri="{FF2B5EF4-FFF2-40B4-BE49-F238E27FC236}">
                <a16:creationId xmlns:a16="http://schemas.microsoft.com/office/drawing/2014/main" id="{B851A469-0A2B-910E-1A1C-CC6A0E8B879A}"/>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6" y="1011761"/>
            <a:ext cx="4892041" cy="924831"/>
          </a:xfrm>
        </p:spPr>
        <p:txBody>
          <a:bodyPr/>
          <a:lstStyle/>
          <a:p>
            <a:r>
              <a:rPr lang="en-US"/>
              <a:t>Title text, 30pt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2032000"/>
            <a:ext cx="4892042" cy="414020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Tree>
    <p:extLst>
      <p:ext uri="{BB962C8B-B14F-4D97-AF65-F5344CB8AC3E}">
        <p14:creationId xmlns:p14="http://schemas.microsoft.com/office/powerpoint/2010/main" val="70917553"/>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rtress_black_logo">
            <a:extLst>
              <a:ext uri="{FF2B5EF4-FFF2-40B4-BE49-F238E27FC236}">
                <a16:creationId xmlns:a16="http://schemas.microsoft.com/office/drawing/2014/main" id="{3A5FC4C6-4957-F530-76AD-4197BFB1990B}"/>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1"/>
              </a:ext>
            </a:extLst>
          </p:cNvPr>
          <p:cNvSpPr>
            <a:spLocks noGrp="1"/>
          </p:cNvSpPr>
          <p:nvPr>
            <p:ph type="dt" sz="half" idx="13"/>
          </p:nvPr>
        </p:nvSpPr>
        <p:spPr/>
        <p:txBody>
          <a:bodyPr/>
          <a:lstStyle/>
          <a:p>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0" y="1010188"/>
            <a:ext cx="5360035" cy="924831"/>
          </a:xfrm>
        </p:spPr>
        <p:txBody>
          <a:bodyPr/>
          <a:lstStyle>
            <a:lvl1pPr>
              <a:defRPr>
                <a:solidFill>
                  <a:schemeClr val="bg1"/>
                </a:solidFill>
              </a:defRPr>
            </a:lvl1pPr>
          </a:lstStyle>
          <a:p>
            <a:r>
              <a:rPr lang="en-US"/>
              <a:t>Title text, 30pt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49" y="2032002"/>
            <a:ext cx="5356225" cy="4140198"/>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3899"/>
            <a:ext cx="4892040" cy="4618301"/>
          </a:xfrm>
        </p:spPr>
        <p:txBody>
          <a:bodyPr/>
          <a:lstStyle>
            <a:lvl1pPr>
              <a:defRPr sz="1400"/>
            </a:lvl1pPr>
            <a:lvl2pPr>
              <a:defRPr sz="1400"/>
            </a:lvl2pPr>
            <a:lvl3pPr>
              <a:defRPr sz="1400"/>
            </a:lvl3pPr>
            <a:lvl4pPr>
              <a:defRPr sz="1200"/>
            </a:lvl4pPr>
            <a:lvl5pPr>
              <a:defRPr sz="1100"/>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489700062"/>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3" name="Date Placeholder 2">
            <a:extLst>
              <a:ext uri="{FF2B5EF4-FFF2-40B4-BE49-F238E27FC236}">
                <a16:creationId xmlns:a16="http://schemas.microsoft.com/office/drawing/2014/main" id="{AB98DE90-A339-57F7-2C05-37BF60ED8CEE}"/>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0" y="1004434"/>
            <a:ext cx="4892040" cy="924831"/>
          </a:xfrm>
        </p:spPr>
        <p:txBody>
          <a:bodyPr/>
          <a:lstStyle>
            <a:lvl1pPr>
              <a:defRPr>
                <a:solidFill>
                  <a:schemeClr val="bg1"/>
                </a:solidFill>
              </a:defRPr>
            </a:lvl1pPr>
          </a:lstStyle>
          <a:p>
            <a:r>
              <a:rPr lang="en-US"/>
              <a:t>Title text, 30pt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0" y="2029968"/>
            <a:ext cx="4892040" cy="414223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684427584"/>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tx1"/>
        </a:solidFill>
        <a:effectLst/>
      </p:bgPr>
    </p:bg>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EAB88109-4E1E-4AFB-A9D0-1CF6B24F2910}"/>
              </a:ext>
              <a:ext uri="{C183D7F6-B498-43B3-948B-1728B52AA6E4}">
                <adec:decorative xmlns:adec="http://schemas.microsoft.com/office/drawing/2017/decorative" val="1"/>
              </a:ext>
            </a:extLst>
          </p:cNvPr>
          <p:cNvSpPr/>
          <p:nvPr/>
        </p:nvSpPr>
        <p:spPr bwMode="invGray">
          <a:xfrm>
            <a:off x="1524" y="1230512"/>
            <a:ext cx="12188952" cy="5633264"/>
          </a:xfrm>
          <a:custGeom>
            <a:avLst/>
            <a:gdLst>
              <a:gd name="connsiteX0" fmla="*/ 2447694 w 12188952"/>
              <a:gd name="connsiteY0" fmla="*/ 2067551 h 5633264"/>
              <a:gd name="connsiteX1" fmla="*/ 1028824 w 12188952"/>
              <a:gd name="connsiteY1" fmla="*/ 1551298 h 5633264"/>
              <a:gd name="connsiteX2" fmla="*/ 1026157 w 12188952"/>
              <a:gd name="connsiteY2" fmla="*/ 517142 h 5633264"/>
              <a:gd name="connsiteX3" fmla="*/ 2447694 w 12188952"/>
              <a:gd name="connsiteY3" fmla="*/ 0 h 5633264"/>
              <a:gd name="connsiteX4" fmla="*/ 3868342 w 12188952"/>
              <a:gd name="connsiteY4" fmla="*/ 517142 h 5633264"/>
              <a:gd name="connsiteX5" fmla="*/ 3869230 w 12188952"/>
              <a:gd name="connsiteY5" fmla="*/ 1550409 h 5633264"/>
              <a:gd name="connsiteX6" fmla="*/ 3869230 w 12188952"/>
              <a:gd name="connsiteY6" fmla="*/ 1550409 h 5633264"/>
              <a:gd name="connsiteX7" fmla="*/ 0 w 12188952"/>
              <a:gd name="connsiteY7" fmla="*/ 1925118 h 5633264"/>
              <a:gd name="connsiteX8" fmla="*/ 1029205 w 12188952"/>
              <a:gd name="connsiteY8" fmla="*/ 1551171 h 5633264"/>
              <a:gd name="connsiteX9" fmla="*/ 1028316 w 12188952"/>
              <a:gd name="connsiteY9" fmla="*/ 516380 h 5633264"/>
              <a:gd name="connsiteX10" fmla="*/ 0 w 12188952"/>
              <a:gd name="connsiteY10" fmla="*/ 142522 h 5633264"/>
              <a:gd name="connsiteX11" fmla="*/ 2447694 w 12188952"/>
              <a:gd name="connsiteY11" fmla="*/ 0 h 5633264"/>
              <a:gd name="connsiteX12" fmla="*/ 2447694 w 12188952"/>
              <a:gd name="connsiteY12" fmla="*/ 0 h 5633264"/>
              <a:gd name="connsiteX13" fmla="*/ 2447694 w 12188952"/>
              <a:gd name="connsiteY13" fmla="*/ 2064504 h 5633264"/>
              <a:gd name="connsiteX14" fmla="*/ 0 w 12188952"/>
              <a:gd name="connsiteY14" fmla="*/ 1176336 h 5633264"/>
              <a:gd name="connsiteX15" fmla="*/ 1029205 w 12188952"/>
              <a:gd name="connsiteY15" fmla="*/ 1551044 h 5633264"/>
              <a:gd name="connsiteX16" fmla="*/ 1027681 w 12188952"/>
              <a:gd name="connsiteY16" fmla="*/ 516507 h 5633264"/>
              <a:gd name="connsiteX17" fmla="*/ 1027681 w 12188952"/>
              <a:gd name="connsiteY17" fmla="*/ 516507 h 5633264"/>
              <a:gd name="connsiteX18" fmla="*/ 0 w 12188952"/>
              <a:gd name="connsiteY18" fmla="*/ 891609 h 5633264"/>
              <a:gd name="connsiteX19" fmla="*/ 8123175 w 12188952"/>
              <a:gd name="connsiteY19" fmla="*/ 2069075 h 5633264"/>
              <a:gd name="connsiteX20" fmla="*/ 8123175 w 12188952"/>
              <a:gd name="connsiteY20" fmla="*/ 2069075 h 5633264"/>
              <a:gd name="connsiteX21" fmla="*/ 9546235 w 12188952"/>
              <a:gd name="connsiteY21" fmla="*/ 1552568 h 5633264"/>
              <a:gd name="connsiteX22" fmla="*/ 9544711 w 12188952"/>
              <a:gd name="connsiteY22" fmla="*/ 518031 h 5633264"/>
              <a:gd name="connsiteX23" fmla="*/ 9544711 w 12188952"/>
              <a:gd name="connsiteY23" fmla="*/ 518031 h 5633264"/>
              <a:gd name="connsiteX24" fmla="*/ 6706209 w 12188952"/>
              <a:gd name="connsiteY24" fmla="*/ 1552568 h 5633264"/>
              <a:gd name="connsiteX25" fmla="*/ 5297623 w 12188952"/>
              <a:gd name="connsiteY25" fmla="*/ 4485535 h 5633264"/>
              <a:gd name="connsiteX26" fmla="*/ 6709256 w 12188952"/>
              <a:gd name="connsiteY26" fmla="*/ 3963314 h 5633264"/>
              <a:gd name="connsiteX27" fmla="*/ 5289624 w 12188952"/>
              <a:gd name="connsiteY27" fmla="*/ 3446427 h 5633264"/>
              <a:gd name="connsiteX28" fmla="*/ 3869230 w 12188952"/>
              <a:gd name="connsiteY28" fmla="*/ 3963314 h 5633264"/>
              <a:gd name="connsiteX29" fmla="*/ 3869230 w 12188952"/>
              <a:gd name="connsiteY29" fmla="*/ 3963314 h 5633264"/>
              <a:gd name="connsiteX30" fmla="*/ 5297623 w 12188952"/>
              <a:gd name="connsiteY30" fmla="*/ 4485535 h 5633264"/>
              <a:gd name="connsiteX31" fmla="*/ 5297623 w 12188952"/>
              <a:gd name="connsiteY31" fmla="*/ 5521596 h 5633264"/>
              <a:gd name="connsiteX32" fmla="*/ 6709256 w 12188952"/>
              <a:gd name="connsiteY32" fmla="*/ 4999375 h 5633264"/>
              <a:gd name="connsiteX33" fmla="*/ 5289624 w 12188952"/>
              <a:gd name="connsiteY33" fmla="*/ 4482488 h 5633264"/>
              <a:gd name="connsiteX34" fmla="*/ 3869230 w 12188952"/>
              <a:gd name="connsiteY34" fmla="*/ 4999375 h 5633264"/>
              <a:gd name="connsiteX35" fmla="*/ 3869230 w 12188952"/>
              <a:gd name="connsiteY35" fmla="*/ 4999375 h 5633264"/>
              <a:gd name="connsiteX36" fmla="*/ 5297623 w 12188952"/>
              <a:gd name="connsiteY36" fmla="*/ 5521596 h 5633264"/>
              <a:gd name="connsiteX37" fmla="*/ 5297623 w 12188952"/>
              <a:gd name="connsiteY37" fmla="*/ 4828349 h 5633264"/>
              <a:gd name="connsiteX38" fmla="*/ 6709256 w 12188952"/>
              <a:gd name="connsiteY38" fmla="*/ 4306129 h 5633264"/>
              <a:gd name="connsiteX39" fmla="*/ 5289624 w 12188952"/>
              <a:gd name="connsiteY39" fmla="*/ 3789241 h 5633264"/>
              <a:gd name="connsiteX40" fmla="*/ 3869230 w 12188952"/>
              <a:gd name="connsiteY40" fmla="*/ 4306129 h 5633264"/>
              <a:gd name="connsiteX41" fmla="*/ 3869230 w 12188952"/>
              <a:gd name="connsiteY41" fmla="*/ 4306129 h 5633264"/>
              <a:gd name="connsiteX42" fmla="*/ 5297623 w 12188952"/>
              <a:gd name="connsiteY42" fmla="*/ 4828349 h 5633264"/>
              <a:gd name="connsiteX43" fmla="*/ 5283276 w 12188952"/>
              <a:gd name="connsiteY43" fmla="*/ 5180305 h 5633264"/>
              <a:gd name="connsiteX44" fmla="*/ 6695544 w 12188952"/>
              <a:gd name="connsiteY44" fmla="*/ 4658085 h 5633264"/>
              <a:gd name="connsiteX45" fmla="*/ 5275150 w 12188952"/>
              <a:gd name="connsiteY45" fmla="*/ 4141197 h 5633264"/>
              <a:gd name="connsiteX46" fmla="*/ 3853994 w 12188952"/>
              <a:gd name="connsiteY46" fmla="*/ 4658085 h 5633264"/>
              <a:gd name="connsiteX47" fmla="*/ 3853994 w 12188952"/>
              <a:gd name="connsiteY47" fmla="*/ 4658085 h 5633264"/>
              <a:gd name="connsiteX48" fmla="*/ 5283276 w 12188952"/>
              <a:gd name="connsiteY48" fmla="*/ 5180305 h 5633264"/>
              <a:gd name="connsiteX49" fmla="*/ 2444647 w 12188952"/>
              <a:gd name="connsiteY49" fmla="*/ 5171163 h 5633264"/>
              <a:gd name="connsiteX50" fmla="*/ 2444647 w 12188952"/>
              <a:gd name="connsiteY50" fmla="*/ 5171163 h 5633264"/>
              <a:gd name="connsiteX51" fmla="*/ 3707702 w 12188952"/>
              <a:gd name="connsiteY51" fmla="*/ 5631017 h 5633264"/>
              <a:gd name="connsiteX52" fmla="*/ 5286196 w 12188952"/>
              <a:gd name="connsiteY52" fmla="*/ 3097518 h 5633264"/>
              <a:gd name="connsiteX53" fmla="*/ 5286196 w 12188952"/>
              <a:gd name="connsiteY53" fmla="*/ 3097518 h 5633264"/>
              <a:gd name="connsiteX54" fmla="*/ 5286196 w 12188952"/>
              <a:gd name="connsiteY54" fmla="*/ 5627487 h 5633264"/>
              <a:gd name="connsiteX55" fmla="*/ 5283149 w 12188952"/>
              <a:gd name="connsiteY55" fmla="*/ 5171163 h 5633264"/>
              <a:gd name="connsiteX56" fmla="*/ 5283149 w 12188952"/>
              <a:gd name="connsiteY56" fmla="*/ 5171163 h 5633264"/>
              <a:gd name="connsiteX57" fmla="*/ 6533050 w 12188952"/>
              <a:gd name="connsiteY57" fmla="*/ 5625799 h 5633264"/>
              <a:gd name="connsiteX58" fmla="*/ 8121651 w 12188952"/>
              <a:gd name="connsiteY58" fmla="*/ 5171163 h 5633264"/>
              <a:gd name="connsiteX59" fmla="*/ 8121651 w 12188952"/>
              <a:gd name="connsiteY59" fmla="*/ 5171163 h 5633264"/>
              <a:gd name="connsiteX60" fmla="*/ 6854482 w 12188952"/>
              <a:gd name="connsiteY60" fmla="*/ 5633265 h 5633264"/>
              <a:gd name="connsiteX61" fmla="*/ 6703162 w 12188952"/>
              <a:gd name="connsiteY61" fmla="*/ 3622278 h 5633264"/>
              <a:gd name="connsiteX62" fmla="*/ 6703162 w 12188952"/>
              <a:gd name="connsiteY62" fmla="*/ 3622278 h 5633264"/>
              <a:gd name="connsiteX63" fmla="*/ 6705829 w 12188952"/>
              <a:gd name="connsiteY63" fmla="*/ 4656472 h 5633264"/>
              <a:gd name="connsiteX64" fmla="*/ 8123048 w 12188952"/>
              <a:gd name="connsiteY64" fmla="*/ 5172687 h 5633264"/>
              <a:gd name="connsiteX65" fmla="*/ 9544724 w 12188952"/>
              <a:gd name="connsiteY65" fmla="*/ 4655571 h 5633264"/>
              <a:gd name="connsiteX66" fmla="*/ 9543835 w 12188952"/>
              <a:gd name="connsiteY66" fmla="*/ 3622278 h 5633264"/>
              <a:gd name="connsiteX67" fmla="*/ 8123061 w 12188952"/>
              <a:gd name="connsiteY67" fmla="*/ 3105136 h 5633264"/>
              <a:gd name="connsiteX68" fmla="*/ 6703162 w 12188952"/>
              <a:gd name="connsiteY68" fmla="*/ 3622278 h 5633264"/>
              <a:gd name="connsiteX69" fmla="*/ 6703162 w 12188952"/>
              <a:gd name="connsiteY69" fmla="*/ 3621643 h 5633264"/>
              <a:gd name="connsiteX70" fmla="*/ 6703162 w 12188952"/>
              <a:gd name="connsiteY70" fmla="*/ 3621643 h 5633264"/>
              <a:gd name="connsiteX71" fmla="*/ 9544711 w 12188952"/>
              <a:gd name="connsiteY71" fmla="*/ 4654657 h 5633264"/>
              <a:gd name="connsiteX72" fmla="*/ 12188952 w 12188952"/>
              <a:gd name="connsiteY72" fmla="*/ 2666740 h 5633264"/>
              <a:gd name="connsiteX73" fmla="*/ 12188952 w 12188952"/>
              <a:gd name="connsiteY73" fmla="*/ 2666740 h 5633264"/>
              <a:gd name="connsiteX74" fmla="*/ 6704686 w 12188952"/>
              <a:gd name="connsiteY74" fmla="*/ 4657704 h 5633264"/>
              <a:gd name="connsiteX75" fmla="*/ 2446170 w 12188952"/>
              <a:gd name="connsiteY75" fmla="*/ 5172687 h 5633264"/>
              <a:gd name="connsiteX76" fmla="*/ 2446170 w 12188952"/>
              <a:gd name="connsiteY76" fmla="*/ 5172687 h 5633264"/>
              <a:gd name="connsiteX77" fmla="*/ 1026919 w 12188952"/>
              <a:gd name="connsiteY77" fmla="*/ 4654657 h 5633264"/>
              <a:gd name="connsiteX78" fmla="*/ 0 w 12188952"/>
              <a:gd name="connsiteY78" fmla="*/ 5029480 h 5633264"/>
              <a:gd name="connsiteX79" fmla="*/ 1026157 w 12188952"/>
              <a:gd name="connsiteY79" fmla="*/ 4654657 h 5633264"/>
              <a:gd name="connsiteX80" fmla="*/ 1026157 w 12188952"/>
              <a:gd name="connsiteY80" fmla="*/ 4654657 h 5633264"/>
              <a:gd name="connsiteX81" fmla="*/ 1024634 w 12188952"/>
              <a:gd name="connsiteY81" fmla="*/ 5627487 h 5633264"/>
              <a:gd name="connsiteX82" fmla="*/ 5283784 w 12188952"/>
              <a:gd name="connsiteY82" fmla="*/ 2070091 h 5633264"/>
              <a:gd name="connsiteX83" fmla="*/ 5283784 w 12188952"/>
              <a:gd name="connsiteY83" fmla="*/ 2070091 h 5633264"/>
              <a:gd name="connsiteX84" fmla="*/ 3863898 w 12188952"/>
              <a:gd name="connsiteY84" fmla="*/ 1554091 h 5633264"/>
              <a:gd name="connsiteX85" fmla="*/ 2443123 w 12188952"/>
              <a:gd name="connsiteY85" fmla="*/ 2070091 h 5633264"/>
              <a:gd name="connsiteX86" fmla="*/ 2445790 w 12188952"/>
              <a:gd name="connsiteY86" fmla="*/ 3105009 h 5633264"/>
              <a:gd name="connsiteX87" fmla="*/ 3863898 w 12188952"/>
              <a:gd name="connsiteY87" fmla="*/ 3620119 h 5633264"/>
              <a:gd name="connsiteX88" fmla="*/ 5284673 w 12188952"/>
              <a:gd name="connsiteY88" fmla="*/ 3104107 h 5633264"/>
              <a:gd name="connsiteX89" fmla="*/ 2443123 w 12188952"/>
              <a:gd name="connsiteY89" fmla="*/ 2070598 h 5633264"/>
              <a:gd name="connsiteX90" fmla="*/ 2443123 w 12188952"/>
              <a:gd name="connsiteY90" fmla="*/ 2070598 h 5633264"/>
              <a:gd name="connsiteX91" fmla="*/ 5284673 w 12188952"/>
              <a:gd name="connsiteY91" fmla="*/ 3105136 h 5633264"/>
              <a:gd name="connsiteX92" fmla="*/ 3863136 w 12188952"/>
              <a:gd name="connsiteY92" fmla="*/ 1554091 h 5633264"/>
              <a:gd name="connsiteX93" fmla="*/ 3863136 w 12188952"/>
              <a:gd name="connsiteY93" fmla="*/ 1554091 h 5633264"/>
              <a:gd name="connsiteX94" fmla="*/ 3861613 w 12188952"/>
              <a:gd name="connsiteY94" fmla="*/ 5631004 h 5633264"/>
              <a:gd name="connsiteX95" fmla="*/ 8114033 w 12188952"/>
              <a:gd name="connsiteY95" fmla="*/ 2078216 h 5633264"/>
              <a:gd name="connsiteX96" fmla="*/ 8114033 w 12188952"/>
              <a:gd name="connsiteY96" fmla="*/ 2078216 h 5633264"/>
              <a:gd name="connsiteX97" fmla="*/ 5277055 w 12188952"/>
              <a:gd name="connsiteY97" fmla="*/ 3112754 h 5633264"/>
              <a:gd name="connsiteX98" fmla="*/ 6703162 w 12188952"/>
              <a:gd name="connsiteY98" fmla="*/ 518031 h 5633264"/>
              <a:gd name="connsiteX99" fmla="*/ 6703162 w 12188952"/>
              <a:gd name="connsiteY99" fmla="*/ 518031 h 5633264"/>
              <a:gd name="connsiteX100" fmla="*/ 6701639 w 12188952"/>
              <a:gd name="connsiteY100" fmla="*/ 5625786 h 5633264"/>
              <a:gd name="connsiteX101" fmla="*/ 10973866 w 12188952"/>
              <a:gd name="connsiteY101" fmla="*/ 3105136 h 5633264"/>
              <a:gd name="connsiteX102" fmla="*/ 8133840 w 12188952"/>
              <a:gd name="connsiteY102" fmla="*/ 2070598 h 5633264"/>
              <a:gd name="connsiteX103" fmla="*/ 8133840 w 12188952"/>
              <a:gd name="connsiteY103" fmla="*/ 2070598 h 5633264"/>
              <a:gd name="connsiteX104" fmla="*/ 10966248 w 12188952"/>
              <a:gd name="connsiteY104" fmla="*/ 5627487 h 5633264"/>
              <a:gd name="connsiteX105" fmla="*/ 10966248 w 12188952"/>
              <a:gd name="connsiteY105" fmla="*/ 5627487 h 5633264"/>
              <a:gd name="connsiteX106" fmla="*/ 10965359 w 12188952"/>
              <a:gd name="connsiteY106" fmla="*/ 5168840 h 5633264"/>
              <a:gd name="connsiteX107" fmla="*/ 9544965 w 12188952"/>
              <a:gd name="connsiteY107" fmla="*/ 4651610 h 5633264"/>
              <a:gd name="connsiteX108" fmla="*/ 8124699 w 12188952"/>
              <a:gd name="connsiteY108" fmla="*/ 5169640 h 5633264"/>
              <a:gd name="connsiteX109" fmla="*/ 8124699 w 12188952"/>
              <a:gd name="connsiteY109" fmla="*/ 5169640 h 5633264"/>
              <a:gd name="connsiteX110" fmla="*/ 9401046 w 12188952"/>
              <a:gd name="connsiteY110" fmla="*/ 5633252 h 5633264"/>
              <a:gd name="connsiteX111" fmla="*/ 10964724 w 12188952"/>
              <a:gd name="connsiteY111" fmla="*/ 5169640 h 5633264"/>
              <a:gd name="connsiteX112" fmla="*/ 10964724 w 12188952"/>
              <a:gd name="connsiteY112" fmla="*/ 5169640 h 5633264"/>
              <a:gd name="connsiteX113" fmla="*/ 9698851 w 12188952"/>
              <a:gd name="connsiteY113" fmla="*/ 5631004 h 5633264"/>
              <a:gd name="connsiteX114" fmla="*/ 9544711 w 12188952"/>
              <a:gd name="connsiteY114" fmla="*/ 4651610 h 5633264"/>
              <a:gd name="connsiteX115" fmla="*/ 9544711 w 12188952"/>
              <a:gd name="connsiteY115" fmla="*/ 4651610 h 5633264"/>
              <a:gd name="connsiteX116" fmla="*/ 9543188 w 12188952"/>
              <a:gd name="connsiteY116" fmla="*/ 5625799 h 5633264"/>
              <a:gd name="connsiteX117" fmla="*/ 0 w 12188952"/>
              <a:gd name="connsiteY117" fmla="*/ 2957281 h 5633264"/>
              <a:gd name="connsiteX118" fmla="*/ 1019492 w 12188952"/>
              <a:gd name="connsiteY118" fmla="*/ 2576681 h 5633264"/>
              <a:gd name="connsiteX119" fmla="*/ 2445916 w 12188952"/>
              <a:gd name="connsiteY119" fmla="*/ 3105123 h 5633264"/>
              <a:gd name="connsiteX120" fmla="*/ 5284673 w 12188952"/>
              <a:gd name="connsiteY120" fmla="*/ 2070586 h 5633264"/>
              <a:gd name="connsiteX121" fmla="*/ 5284673 w 12188952"/>
              <a:gd name="connsiteY121" fmla="*/ 2070586 h 5633264"/>
              <a:gd name="connsiteX122" fmla="*/ 0 w 12188952"/>
              <a:gd name="connsiteY122" fmla="*/ 4269943 h 5633264"/>
              <a:gd name="connsiteX123" fmla="*/ 1027237 w 12188952"/>
              <a:gd name="connsiteY123" fmla="*/ 4643991 h 5633264"/>
              <a:gd name="connsiteX124" fmla="*/ 2447694 w 12188952"/>
              <a:gd name="connsiteY124" fmla="*/ 4126849 h 5633264"/>
              <a:gd name="connsiteX125" fmla="*/ 2446805 w 12188952"/>
              <a:gd name="connsiteY125" fmla="*/ 3105022 h 5633264"/>
              <a:gd name="connsiteX126" fmla="*/ 2446170 w 12188952"/>
              <a:gd name="connsiteY126" fmla="*/ 5172687 h 5633264"/>
              <a:gd name="connsiteX127" fmla="*/ 2446170 w 12188952"/>
              <a:gd name="connsiteY127" fmla="*/ 5172687 h 5633264"/>
              <a:gd name="connsiteX128" fmla="*/ 1197146 w 12188952"/>
              <a:gd name="connsiteY128" fmla="*/ 5627487 h 5633264"/>
              <a:gd name="connsiteX129" fmla="*/ 0 w 12188952"/>
              <a:gd name="connsiteY129" fmla="*/ 5315387 h 5633264"/>
              <a:gd name="connsiteX130" fmla="*/ 867701 w 12188952"/>
              <a:gd name="connsiteY130" fmla="*/ 5631004 h 5633264"/>
              <a:gd name="connsiteX131" fmla="*/ 3865422 w 12188952"/>
              <a:gd name="connsiteY131" fmla="*/ 4654657 h 5633264"/>
              <a:gd name="connsiteX132" fmla="*/ 3865422 w 12188952"/>
              <a:gd name="connsiteY132" fmla="*/ 4654657 h 5633264"/>
              <a:gd name="connsiteX133" fmla="*/ 2444647 w 12188952"/>
              <a:gd name="connsiteY133" fmla="*/ 5172154 h 5633264"/>
              <a:gd name="connsiteX134" fmla="*/ 2447313 w 12188952"/>
              <a:gd name="connsiteY134" fmla="*/ 5631017 h 5633264"/>
              <a:gd name="connsiteX135" fmla="*/ 5286196 w 12188952"/>
              <a:gd name="connsiteY135" fmla="*/ 5171163 h 5633264"/>
              <a:gd name="connsiteX136" fmla="*/ 5286196 w 12188952"/>
              <a:gd name="connsiteY136" fmla="*/ 5171163 h 5633264"/>
              <a:gd name="connsiteX137" fmla="*/ 4024487 w 12188952"/>
              <a:gd name="connsiteY137" fmla="*/ 5631017 h 5633264"/>
              <a:gd name="connsiteX138" fmla="*/ 3866437 w 12188952"/>
              <a:gd name="connsiteY138" fmla="*/ 5325023 h 5633264"/>
              <a:gd name="connsiteX139" fmla="*/ 4706345 w 12188952"/>
              <a:gd name="connsiteY139" fmla="*/ 5631017 h 5633264"/>
              <a:gd name="connsiteX140" fmla="*/ 6704686 w 12188952"/>
              <a:gd name="connsiteY140" fmla="*/ 5324135 h 5633264"/>
              <a:gd name="connsiteX141" fmla="*/ 5862290 w 12188952"/>
              <a:gd name="connsiteY141" fmla="*/ 5631004 h 5633264"/>
              <a:gd name="connsiteX142" fmla="*/ 9544711 w 12188952"/>
              <a:gd name="connsiteY142" fmla="*/ 518031 h 5633264"/>
              <a:gd name="connsiteX143" fmla="*/ 9544711 w 12188952"/>
              <a:gd name="connsiteY143" fmla="*/ 518031 h 5633264"/>
              <a:gd name="connsiteX144" fmla="*/ 8123429 w 12188952"/>
              <a:gd name="connsiteY144" fmla="*/ 0 h 5633264"/>
              <a:gd name="connsiteX145" fmla="*/ 6703174 w 12188952"/>
              <a:gd name="connsiteY145" fmla="*/ 518031 h 5633264"/>
              <a:gd name="connsiteX146" fmla="*/ 6703162 w 12188952"/>
              <a:gd name="connsiteY146" fmla="*/ 518031 h 5633264"/>
              <a:gd name="connsiteX147" fmla="*/ 6703162 w 12188952"/>
              <a:gd name="connsiteY147" fmla="*/ 518031 h 5633264"/>
              <a:gd name="connsiteX148" fmla="*/ 9546235 w 12188952"/>
              <a:gd name="connsiteY148" fmla="*/ 1552568 h 5633264"/>
              <a:gd name="connsiteX149" fmla="*/ 5280102 w 12188952"/>
              <a:gd name="connsiteY149" fmla="*/ 2070091 h 5633264"/>
              <a:gd name="connsiteX150" fmla="*/ 5280102 w 12188952"/>
              <a:gd name="connsiteY150" fmla="*/ 2070091 h 5633264"/>
              <a:gd name="connsiteX151" fmla="*/ 5282768 w 12188952"/>
              <a:gd name="connsiteY151" fmla="*/ 3105009 h 5633264"/>
              <a:gd name="connsiteX152" fmla="*/ 6699607 w 12188952"/>
              <a:gd name="connsiteY152" fmla="*/ 3620119 h 5633264"/>
              <a:gd name="connsiteX153" fmla="*/ 8120127 w 12188952"/>
              <a:gd name="connsiteY153" fmla="*/ 3104107 h 5633264"/>
              <a:gd name="connsiteX154" fmla="*/ 8120127 w 12188952"/>
              <a:gd name="connsiteY154" fmla="*/ 2070078 h 5633264"/>
              <a:gd name="connsiteX155" fmla="*/ 6699607 w 12188952"/>
              <a:gd name="connsiteY155" fmla="*/ 1554079 h 5633264"/>
              <a:gd name="connsiteX156" fmla="*/ 5280102 w 12188952"/>
              <a:gd name="connsiteY156" fmla="*/ 2070091 h 5633264"/>
              <a:gd name="connsiteX157" fmla="*/ 8123175 w 12188952"/>
              <a:gd name="connsiteY157" fmla="*/ 0 h 5633264"/>
              <a:gd name="connsiteX158" fmla="*/ 8123175 w 12188952"/>
              <a:gd name="connsiteY158" fmla="*/ 0 h 5633264"/>
              <a:gd name="connsiteX159" fmla="*/ 8121651 w 12188952"/>
              <a:gd name="connsiteY159" fmla="*/ 5627487 h 5633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2188952" h="5633264">
                <a:moveTo>
                  <a:pt x="2447694" y="2067551"/>
                </a:moveTo>
                <a:lnTo>
                  <a:pt x="1028824" y="1551298"/>
                </a:lnTo>
                <a:lnTo>
                  <a:pt x="1026157" y="517142"/>
                </a:lnTo>
                <a:lnTo>
                  <a:pt x="2447694" y="0"/>
                </a:lnTo>
                <a:lnTo>
                  <a:pt x="3868342" y="517142"/>
                </a:lnTo>
                <a:lnTo>
                  <a:pt x="3869230" y="1550409"/>
                </a:lnTo>
                <a:lnTo>
                  <a:pt x="3869230" y="1550409"/>
                </a:lnTo>
                <a:moveTo>
                  <a:pt x="0" y="1925118"/>
                </a:moveTo>
                <a:lnTo>
                  <a:pt x="1029205" y="1551171"/>
                </a:lnTo>
                <a:lnTo>
                  <a:pt x="1028316" y="516380"/>
                </a:lnTo>
                <a:lnTo>
                  <a:pt x="0" y="142522"/>
                </a:lnTo>
                <a:moveTo>
                  <a:pt x="2447694" y="0"/>
                </a:moveTo>
                <a:lnTo>
                  <a:pt x="2447694" y="0"/>
                </a:lnTo>
                <a:lnTo>
                  <a:pt x="2447694" y="2064504"/>
                </a:lnTo>
                <a:moveTo>
                  <a:pt x="0" y="1176336"/>
                </a:moveTo>
                <a:lnTo>
                  <a:pt x="1029205" y="1551044"/>
                </a:lnTo>
                <a:moveTo>
                  <a:pt x="1027681" y="516507"/>
                </a:moveTo>
                <a:lnTo>
                  <a:pt x="1027681" y="516507"/>
                </a:lnTo>
                <a:lnTo>
                  <a:pt x="0" y="891609"/>
                </a:lnTo>
                <a:moveTo>
                  <a:pt x="8123175" y="2069075"/>
                </a:moveTo>
                <a:lnTo>
                  <a:pt x="8123175" y="2069075"/>
                </a:lnTo>
                <a:lnTo>
                  <a:pt x="9546235" y="1552568"/>
                </a:lnTo>
                <a:moveTo>
                  <a:pt x="9544711" y="518031"/>
                </a:moveTo>
                <a:lnTo>
                  <a:pt x="9544711" y="518031"/>
                </a:lnTo>
                <a:lnTo>
                  <a:pt x="6706209" y="1552568"/>
                </a:lnTo>
                <a:moveTo>
                  <a:pt x="5297623" y="4485535"/>
                </a:moveTo>
                <a:lnTo>
                  <a:pt x="6709256" y="3963314"/>
                </a:lnTo>
                <a:lnTo>
                  <a:pt x="5289624" y="3446427"/>
                </a:lnTo>
                <a:lnTo>
                  <a:pt x="3869230" y="3963314"/>
                </a:lnTo>
                <a:lnTo>
                  <a:pt x="3869230" y="3963314"/>
                </a:lnTo>
                <a:lnTo>
                  <a:pt x="5297623" y="4485535"/>
                </a:lnTo>
                <a:close/>
                <a:moveTo>
                  <a:pt x="5297623" y="5521596"/>
                </a:moveTo>
                <a:lnTo>
                  <a:pt x="6709256" y="4999375"/>
                </a:lnTo>
                <a:lnTo>
                  <a:pt x="5289624" y="4482488"/>
                </a:lnTo>
                <a:lnTo>
                  <a:pt x="3869230" y="4999375"/>
                </a:lnTo>
                <a:lnTo>
                  <a:pt x="3869230" y="4999375"/>
                </a:lnTo>
                <a:lnTo>
                  <a:pt x="5297623" y="5521596"/>
                </a:lnTo>
                <a:close/>
                <a:moveTo>
                  <a:pt x="5297623" y="4828349"/>
                </a:moveTo>
                <a:lnTo>
                  <a:pt x="6709256" y="4306129"/>
                </a:lnTo>
                <a:lnTo>
                  <a:pt x="5289624" y="3789241"/>
                </a:lnTo>
                <a:lnTo>
                  <a:pt x="3869230" y="4306129"/>
                </a:lnTo>
                <a:lnTo>
                  <a:pt x="3869230" y="4306129"/>
                </a:lnTo>
                <a:lnTo>
                  <a:pt x="5297623" y="4828349"/>
                </a:lnTo>
                <a:close/>
                <a:moveTo>
                  <a:pt x="5283276" y="5180305"/>
                </a:moveTo>
                <a:lnTo>
                  <a:pt x="6695544" y="4658085"/>
                </a:lnTo>
                <a:lnTo>
                  <a:pt x="5275150" y="4141197"/>
                </a:lnTo>
                <a:lnTo>
                  <a:pt x="3853994" y="4658085"/>
                </a:lnTo>
                <a:lnTo>
                  <a:pt x="3853994" y="4658085"/>
                </a:lnTo>
                <a:lnTo>
                  <a:pt x="5283276" y="5180305"/>
                </a:lnTo>
                <a:close/>
                <a:moveTo>
                  <a:pt x="2444647" y="5171163"/>
                </a:moveTo>
                <a:lnTo>
                  <a:pt x="2444647" y="5171163"/>
                </a:lnTo>
                <a:lnTo>
                  <a:pt x="3707702" y="5631017"/>
                </a:lnTo>
                <a:moveTo>
                  <a:pt x="5286196" y="3097518"/>
                </a:moveTo>
                <a:lnTo>
                  <a:pt x="5286196" y="3097518"/>
                </a:lnTo>
                <a:lnTo>
                  <a:pt x="5286196" y="5627487"/>
                </a:lnTo>
                <a:moveTo>
                  <a:pt x="5283149" y="5171163"/>
                </a:moveTo>
                <a:lnTo>
                  <a:pt x="5283149" y="5171163"/>
                </a:lnTo>
                <a:lnTo>
                  <a:pt x="6533050" y="5625799"/>
                </a:lnTo>
                <a:moveTo>
                  <a:pt x="8121651" y="5171163"/>
                </a:moveTo>
                <a:lnTo>
                  <a:pt x="8121651" y="5171163"/>
                </a:lnTo>
                <a:lnTo>
                  <a:pt x="6854482" y="5633265"/>
                </a:lnTo>
                <a:moveTo>
                  <a:pt x="6703162" y="3622278"/>
                </a:moveTo>
                <a:lnTo>
                  <a:pt x="6703162" y="3622278"/>
                </a:lnTo>
                <a:lnTo>
                  <a:pt x="6705829" y="4656472"/>
                </a:lnTo>
                <a:lnTo>
                  <a:pt x="8123048" y="5172687"/>
                </a:lnTo>
                <a:lnTo>
                  <a:pt x="9544724" y="4655571"/>
                </a:lnTo>
                <a:lnTo>
                  <a:pt x="9543835" y="3622278"/>
                </a:lnTo>
                <a:lnTo>
                  <a:pt x="8123061" y="3105136"/>
                </a:lnTo>
                <a:lnTo>
                  <a:pt x="6703162" y="3622278"/>
                </a:lnTo>
                <a:close/>
                <a:moveTo>
                  <a:pt x="6703162" y="3621643"/>
                </a:moveTo>
                <a:lnTo>
                  <a:pt x="6703162" y="3621643"/>
                </a:lnTo>
                <a:lnTo>
                  <a:pt x="9544711" y="4654657"/>
                </a:lnTo>
                <a:moveTo>
                  <a:pt x="12188952" y="2666740"/>
                </a:moveTo>
                <a:lnTo>
                  <a:pt x="12188952" y="2666740"/>
                </a:lnTo>
                <a:lnTo>
                  <a:pt x="6704686" y="4657704"/>
                </a:lnTo>
                <a:moveTo>
                  <a:pt x="2446170" y="5172687"/>
                </a:moveTo>
                <a:lnTo>
                  <a:pt x="2446170" y="5172687"/>
                </a:lnTo>
                <a:lnTo>
                  <a:pt x="1026919" y="4654657"/>
                </a:lnTo>
                <a:lnTo>
                  <a:pt x="0" y="5029480"/>
                </a:lnTo>
                <a:moveTo>
                  <a:pt x="1026157" y="4654657"/>
                </a:moveTo>
                <a:lnTo>
                  <a:pt x="1026157" y="4654657"/>
                </a:lnTo>
                <a:lnTo>
                  <a:pt x="1024634" y="5627487"/>
                </a:lnTo>
                <a:moveTo>
                  <a:pt x="5283784" y="2070091"/>
                </a:moveTo>
                <a:lnTo>
                  <a:pt x="5283784" y="2070091"/>
                </a:lnTo>
                <a:lnTo>
                  <a:pt x="3863898" y="1554091"/>
                </a:lnTo>
                <a:lnTo>
                  <a:pt x="2443123" y="2070091"/>
                </a:lnTo>
                <a:lnTo>
                  <a:pt x="2445790" y="3105009"/>
                </a:lnTo>
                <a:lnTo>
                  <a:pt x="3863898" y="3620119"/>
                </a:lnTo>
                <a:lnTo>
                  <a:pt x="5284673" y="3104107"/>
                </a:lnTo>
                <a:moveTo>
                  <a:pt x="2443123" y="2070598"/>
                </a:moveTo>
                <a:lnTo>
                  <a:pt x="2443123" y="2070598"/>
                </a:lnTo>
                <a:lnTo>
                  <a:pt x="5284673" y="3105136"/>
                </a:lnTo>
                <a:moveTo>
                  <a:pt x="3863136" y="1554091"/>
                </a:moveTo>
                <a:lnTo>
                  <a:pt x="3863136" y="1554091"/>
                </a:lnTo>
                <a:lnTo>
                  <a:pt x="3861613" y="5631004"/>
                </a:lnTo>
                <a:moveTo>
                  <a:pt x="8114033" y="2078216"/>
                </a:moveTo>
                <a:lnTo>
                  <a:pt x="8114033" y="2078216"/>
                </a:lnTo>
                <a:lnTo>
                  <a:pt x="5277055" y="3112754"/>
                </a:lnTo>
                <a:moveTo>
                  <a:pt x="6703162" y="518031"/>
                </a:moveTo>
                <a:lnTo>
                  <a:pt x="6703162" y="518031"/>
                </a:lnTo>
                <a:lnTo>
                  <a:pt x="6701639" y="5625786"/>
                </a:lnTo>
                <a:moveTo>
                  <a:pt x="10973866" y="3105136"/>
                </a:moveTo>
                <a:lnTo>
                  <a:pt x="8133840" y="2070598"/>
                </a:lnTo>
                <a:lnTo>
                  <a:pt x="8133840" y="2070598"/>
                </a:lnTo>
                <a:moveTo>
                  <a:pt x="10966248" y="5627487"/>
                </a:moveTo>
                <a:lnTo>
                  <a:pt x="10966248" y="5627487"/>
                </a:lnTo>
                <a:lnTo>
                  <a:pt x="10965359" y="5168840"/>
                </a:lnTo>
                <a:lnTo>
                  <a:pt x="9544965" y="4651610"/>
                </a:lnTo>
                <a:moveTo>
                  <a:pt x="8124699" y="5169640"/>
                </a:moveTo>
                <a:lnTo>
                  <a:pt x="8124699" y="5169640"/>
                </a:lnTo>
                <a:lnTo>
                  <a:pt x="9401046" y="5633252"/>
                </a:lnTo>
                <a:moveTo>
                  <a:pt x="10964724" y="5169640"/>
                </a:moveTo>
                <a:lnTo>
                  <a:pt x="10964724" y="5169640"/>
                </a:lnTo>
                <a:lnTo>
                  <a:pt x="9698851" y="5631004"/>
                </a:lnTo>
                <a:moveTo>
                  <a:pt x="9544711" y="4651610"/>
                </a:moveTo>
                <a:lnTo>
                  <a:pt x="9544711" y="4651610"/>
                </a:lnTo>
                <a:lnTo>
                  <a:pt x="9543188" y="5625799"/>
                </a:lnTo>
                <a:moveTo>
                  <a:pt x="0" y="2957281"/>
                </a:moveTo>
                <a:lnTo>
                  <a:pt x="1019492" y="2576681"/>
                </a:lnTo>
                <a:lnTo>
                  <a:pt x="2445916" y="3105123"/>
                </a:lnTo>
                <a:lnTo>
                  <a:pt x="5284673" y="2070586"/>
                </a:lnTo>
                <a:lnTo>
                  <a:pt x="5284673" y="2070586"/>
                </a:lnTo>
                <a:moveTo>
                  <a:pt x="0" y="4269943"/>
                </a:moveTo>
                <a:lnTo>
                  <a:pt x="1027237" y="4643991"/>
                </a:lnTo>
                <a:lnTo>
                  <a:pt x="2447694" y="4126849"/>
                </a:lnTo>
                <a:lnTo>
                  <a:pt x="2446805" y="3105022"/>
                </a:lnTo>
                <a:moveTo>
                  <a:pt x="2446170" y="5172687"/>
                </a:moveTo>
                <a:lnTo>
                  <a:pt x="2446170" y="5172687"/>
                </a:lnTo>
                <a:lnTo>
                  <a:pt x="1197146" y="5627487"/>
                </a:lnTo>
                <a:moveTo>
                  <a:pt x="0" y="5315387"/>
                </a:moveTo>
                <a:lnTo>
                  <a:pt x="867701" y="5631004"/>
                </a:lnTo>
                <a:moveTo>
                  <a:pt x="3865422" y="4654657"/>
                </a:moveTo>
                <a:lnTo>
                  <a:pt x="3865422" y="4654657"/>
                </a:lnTo>
                <a:lnTo>
                  <a:pt x="2444647" y="5172154"/>
                </a:lnTo>
                <a:lnTo>
                  <a:pt x="2447313" y="5631017"/>
                </a:lnTo>
                <a:moveTo>
                  <a:pt x="5286196" y="5171163"/>
                </a:moveTo>
                <a:lnTo>
                  <a:pt x="5286196" y="5171163"/>
                </a:lnTo>
                <a:lnTo>
                  <a:pt x="4024487" y="5631017"/>
                </a:lnTo>
                <a:moveTo>
                  <a:pt x="3866437" y="5325023"/>
                </a:moveTo>
                <a:lnTo>
                  <a:pt x="4706345" y="5631017"/>
                </a:lnTo>
                <a:moveTo>
                  <a:pt x="6704686" y="5324135"/>
                </a:moveTo>
                <a:lnTo>
                  <a:pt x="5862290" y="5631004"/>
                </a:lnTo>
                <a:moveTo>
                  <a:pt x="9544711" y="518031"/>
                </a:moveTo>
                <a:lnTo>
                  <a:pt x="9544711" y="518031"/>
                </a:lnTo>
                <a:lnTo>
                  <a:pt x="8123429" y="0"/>
                </a:lnTo>
                <a:lnTo>
                  <a:pt x="6703174" y="518031"/>
                </a:lnTo>
                <a:moveTo>
                  <a:pt x="6703162" y="518031"/>
                </a:moveTo>
                <a:lnTo>
                  <a:pt x="6703162" y="518031"/>
                </a:lnTo>
                <a:lnTo>
                  <a:pt x="9546235" y="1552568"/>
                </a:lnTo>
                <a:moveTo>
                  <a:pt x="5280102" y="2070091"/>
                </a:moveTo>
                <a:lnTo>
                  <a:pt x="5280102" y="2070091"/>
                </a:lnTo>
                <a:lnTo>
                  <a:pt x="5282768" y="3105009"/>
                </a:lnTo>
                <a:lnTo>
                  <a:pt x="6699607" y="3620119"/>
                </a:lnTo>
                <a:lnTo>
                  <a:pt x="8120127" y="3104107"/>
                </a:lnTo>
                <a:lnTo>
                  <a:pt x="8120127" y="2070078"/>
                </a:lnTo>
                <a:lnTo>
                  <a:pt x="6699607" y="1554079"/>
                </a:lnTo>
                <a:lnTo>
                  <a:pt x="5280102" y="2070091"/>
                </a:lnTo>
                <a:close/>
                <a:moveTo>
                  <a:pt x="8123175" y="0"/>
                </a:moveTo>
                <a:lnTo>
                  <a:pt x="8123175" y="0"/>
                </a:lnTo>
                <a:lnTo>
                  <a:pt x="8121651" y="5627487"/>
                </a:lnTo>
              </a:path>
            </a:pathLst>
          </a:custGeom>
          <a:noFill/>
          <a:ln w="9518" cap="flat">
            <a:solidFill>
              <a:srgbClr val="2F3541"/>
            </a:solidFill>
            <a:prstDash val="solid"/>
            <a:miter/>
          </a:ln>
        </p:spPr>
        <p:txBody>
          <a:bodyPr rtlCol="0" anchor="ctr"/>
          <a:lstStyle/>
          <a:p>
            <a:endParaRPr lang="en-US"/>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Date Placeholder 2">
            <a:extLst>
              <a:ext uri="{FF2B5EF4-FFF2-40B4-BE49-F238E27FC236}">
                <a16:creationId xmlns:a16="http://schemas.microsoft.com/office/drawing/2014/main" id="{1EBB7021-B113-89C1-0611-7B58A649B687}"/>
              </a:ext>
              <a:ext uri="{C183D7F6-B498-43B3-948B-1728B52AA6E4}">
                <adec:decorative xmlns:adec="http://schemas.microsoft.com/office/drawing/2017/decorative" val="1"/>
              </a:ext>
            </a:extLst>
          </p:cNvPr>
          <p:cNvSpPr>
            <a:spLocks noGrp="1"/>
          </p:cNvSpPr>
          <p:nvPr>
            <p:ph type="dt" sz="half" idx="13"/>
          </p:nvPr>
        </p:nvSpPr>
        <p:spPr/>
        <p:txBody>
          <a:bodyPr/>
          <a:lstStyle>
            <a:lvl1pPr>
              <a:defRPr>
                <a:solidFill>
                  <a:schemeClr val="bg1"/>
                </a:solidFill>
              </a:defRPr>
            </a:lvl1pPr>
          </a:lstStyle>
          <a:p>
            <a:endParaRPr lang="en-US"/>
          </a:p>
        </p:txBody>
      </p:sp>
      <p:sp>
        <p:nvSpPr>
          <p:cNvPr id="4" name="fortress_white_logo">
            <a:extLst>
              <a:ext uri="{FF2B5EF4-FFF2-40B4-BE49-F238E27FC236}">
                <a16:creationId xmlns:a16="http://schemas.microsoft.com/office/drawing/2014/main" id="{EF6FC110-77D6-74BC-DFCA-FA1879D2FA41}"/>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914400" tIns="274320" rIns="914400" anchor="t"/>
          <a:lstStyle>
            <a:lvl1pPr>
              <a:lnSpc>
                <a:spcPct val="100000"/>
              </a:lnSpc>
              <a:defRPr sz="4800">
                <a:solidFill>
                  <a:schemeClr val="bg1"/>
                </a:solidFill>
              </a:defRPr>
            </a:lvl1pPr>
          </a:lstStyle>
          <a:p>
            <a:r>
              <a:rPr lang="en-US"/>
              <a:t>Statement, 48pt</a:t>
            </a:r>
          </a:p>
        </p:txBody>
      </p:sp>
    </p:spTree>
    <p:extLst>
      <p:ext uri="{BB962C8B-B14F-4D97-AF65-F5344CB8AC3E}">
        <p14:creationId xmlns:p14="http://schemas.microsoft.com/office/powerpoint/2010/main" val="2589887030"/>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Quote1">
    <p:bg>
      <p:bgPr>
        <a:gradFill>
          <a:gsLst>
            <a:gs pos="43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013313E-402A-9D74-4307-ADF6BDCDE85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2781118" y="1224830"/>
            <a:ext cx="6629763" cy="4408339"/>
          </a:xfrm>
          <a:prstGeom prst="rect">
            <a:avLst/>
          </a:prstGeom>
        </p:spPr>
      </p:pic>
      <p:sp>
        <p:nvSpPr>
          <p:cNvPr id="2" name="Date Placeholder 1">
            <a:extLst>
              <a:ext uri="{FF2B5EF4-FFF2-40B4-BE49-F238E27FC236}">
                <a16:creationId xmlns:a16="http://schemas.microsoft.com/office/drawing/2014/main" id="{B86D15EB-0A28-9535-70F9-54D46A077317}"/>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365760" indent="-457200">
              <a:spcBef>
                <a:spcPts val="0"/>
              </a:spcBef>
              <a:spcAft>
                <a:spcPts val="1800"/>
              </a:spcAft>
              <a:buNone/>
              <a:defRPr sz="4800" b="1"/>
            </a:lvl1pPr>
            <a:lvl2pPr marL="365760" indent="0">
              <a:buNone/>
              <a:defRPr sz="1800" b="1"/>
            </a:lvl2pPr>
            <a:lvl3pPr marL="365760" indent="0">
              <a:buNone/>
              <a:defRPr sz="1400"/>
            </a:lvl3pPr>
            <a:lvl4pPr marL="548640" indent="0">
              <a:buNone/>
              <a:defRPr sz="1400"/>
            </a:lvl4pPr>
            <a:lvl5pPr marL="731520" indent="0">
              <a:buNone/>
              <a:defRPr/>
            </a:lvl5pPr>
          </a:lstStyle>
          <a:p>
            <a:pPr lvl="0"/>
            <a:r>
              <a:rPr lang="en-US" sz="4800" b="1">
                <a:latin typeface="Arial" panose="020B0604020202020204" pitchFamily="34" charset="0"/>
                <a:cs typeface="Arial" panose="020B0604020202020204" pitchFamily="34" charset="0"/>
              </a:rPr>
              <a:t>“</a:t>
            </a:r>
            <a:r>
              <a:rPr lang="en-US"/>
              <a:t>Quote text, 48pt”</a:t>
            </a:r>
          </a:p>
          <a:p>
            <a:pPr lvl="1"/>
            <a:r>
              <a:rPr lang="en-US"/>
              <a:t>Level 2 - Name and Last Name, Bold 18pt</a:t>
            </a:r>
          </a:p>
          <a:p>
            <a:pPr lvl="2"/>
            <a:r>
              <a:rPr lang="en-US"/>
              <a:t>Level 3 - Title and Company, Reg 14pt</a:t>
            </a:r>
          </a:p>
        </p:txBody>
      </p:sp>
    </p:spTree>
    <p:extLst>
      <p:ext uri="{BB962C8B-B14F-4D97-AF65-F5344CB8AC3E}">
        <p14:creationId xmlns:p14="http://schemas.microsoft.com/office/powerpoint/2010/main" val="3277666703"/>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Quote2">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Date Placeholder 1">
            <a:extLst>
              <a:ext uri="{FF2B5EF4-FFF2-40B4-BE49-F238E27FC236}">
                <a16:creationId xmlns:a16="http://schemas.microsoft.com/office/drawing/2014/main" id="{62DFBA4D-94A0-DE2E-FA45-EF73DBFA7A2F}"/>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grpSp>
        <p:nvGrpSpPr>
          <p:cNvPr id="15" name="Group 14">
            <a:extLst>
              <a:ext uri="{FF2B5EF4-FFF2-40B4-BE49-F238E27FC236}">
                <a16:creationId xmlns:a16="http://schemas.microsoft.com/office/drawing/2014/main" id="{F67FC08C-81CF-4332-9157-BE443FDE59C9}"/>
              </a:ext>
              <a:ext uri="{C183D7F6-B498-43B3-948B-1728B52AA6E4}">
                <adec:decorative xmlns:adec="http://schemas.microsoft.com/office/drawing/2017/decorative" val="1"/>
              </a:ext>
            </a:extLst>
          </p:cNvPr>
          <p:cNvGrpSpPr>
            <a:grpSpLocks noChangeAspect="1"/>
          </p:cNvGrpSpPr>
          <p:nvPr userDrawn="1"/>
        </p:nvGrpSpPr>
        <p:grpSpPr>
          <a:xfrm>
            <a:off x="1463040" y="1402837"/>
            <a:ext cx="499723" cy="393055"/>
            <a:chOff x="4869933" y="259128"/>
            <a:chExt cx="499723" cy="393055"/>
          </a:xfrm>
          <a:solidFill>
            <a:schemeClr val="tx1"/>
          </a:solidFill>
        </p:grpSpPr>
        <p:sp>
          <p:nvSpPr>
            <p:cNvPr id="13" name="Freeform: Shape 12">
              <a:extLst>
                <a:ext uri="{FF2B5EF4-FFF2-40B4-BE49-F238E27FC236}">
                  <a16:creationId xmlns:a16="http://schemas.microsoft.com/office/drawing/2014/main" id="{EE41FF9F-A28F-BDCF-72FC-4F6C88D41960}"/>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4C87ACF-12C6-529F-8F48-F0FECDE2BFB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49" y="1276350"/>
            <a:ext cx="11088689" cy="4895850"/>
          </a:xfrm>
        </p:spPr>
        <p:txBody>
          <a:bodyPr lIns="914400" tIns="731520" rIns="914400"/>
          <a:lstStyle>
            <a:lvl1pPr marL="0" indent="0">
              <a:spcBef>
                <a:spcPts val="0"/>
              </a:spcBef>
              <a:spcAft>
                <a:spcPts val="1800"/>
              </a:spcAft>
              <a:buNone/>
              <a:defRPr sz="2400" b="0"/>
            </a:lvl1pPr>
            <a:lvl2pPr marL="0" indent="0">
              <a:buNone/>
              <a:defRPr sz="2000" b="1"/>
            </a:lvl2pPr>
            <a:lvl3pPr marL="0" indent="0">
              <a:buNone/>
              <a:defRPr sz="1600"/>
            </a:lvl3pPr>
            <a:lvl4pPr marL="548640" indent="0">
              <a:buNone/>
              <a:defRPr sz="1400"/>
            </a:lvl4pPr>
            <a:lvl5pPr marL="731520" indent="0">
              <a:buNone/>
              <a:defRPr/>
            </a:lvl5pPr>
          </a:lstStyle>
          <a:p>
            <a:pPr lvl="0"/>
            <a:r>
              <a:rPr lang="en-US"/>
              <a:t>Quote text, 24pt</a:t>
            </a:r>
          </a:p>
          <a:p>
            <a:pPr lvl="1"/>
            <a:r>
              <a:rPr lang="en-US"/>
              <a:t>Level 2 - Name and Last Name, 20pt</a:t>
            </a:r>
          </a:p>
          <a:p>
            <a:pPr lvl="2"/>
            <a:r>
              <a:rPr lang="en-US"/>
              <a:t>Level 3 - Title and Company, 16pt</a:t>
            </a:r>
          </a:p>
        </p:txBody>
      </p:sp>
    </p:spTree>
    <p:extLst>
      <p:ext uri="{BB962C8B-B14F-4D97-AF65-F5344CB8AC3E}">
        <p14:creationId xmlns:p14="http://schemas.microsoft.com/office/powerpoint/2010/main" val="124396763"/>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fortress_white_logo">
            <a:extLst>
              <a:ext uri="{FF2B5EF4-FFF2-40B4-BE49-F238E27FC236}">
                <a16:creationId xmlns:a16="http://schemas.microsoft.com/office/drawing/2014/main" id="{F41402B2-668C-3281-1FC5-652C945AC124}"/>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2" name="Date Placeholder 1">
            <a:extLst>
              <a:ext uri="{FF2B5EF4-FFF2-40B4-BE49-F238E27FC236}">
                <a16:creationId xmlns:a16="http://schemas.microsoft.com/office/drawing/2014/main" id="{36D49AD6-9909-7F99-2A7F-6D008A71AC62}"/>
              </a:ext>
            </a:extLst>
          </p:cNvPr>
          <p:cNvSpPr>
            <a:spLocks noGrp="1"/>
          </p:cNvSpPr>
          <p:nvPr>
            <p:ph type="dt" sz="half" idx="15"/>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ext Placeholder 6">
            <a:extLst>
              <a:ext uri="{FF2B5EF4-FFF2-40B4-BE49-F238E27FC236}">
                <a16:creationId xmlns:a16="http://schemas.microsoft.com/office/drawing/2014/main" id="{329EBE6D-87D6-B10F-3749-C5F07A55427A}"/>
              </a:ext>
            </a:extLst>
          </p:cNvPr>
          <p:cNvSpPr>
            <a:spLocks noGrp="1"/>
          </p:cNvSpPr>
          <p:nvPr>
            <p:ph type="body" sz="quarter" idx="13" hasCustomPrompt="1"/>
          </p:nvPr>
        </p:nvSpPr>
        <p:spPr>
          <a:xfrm>
            <a:off x="548639" y="4571999"/>
            <a:ext cx="7315836" cy="1558925"/>
          </a:xfrm>
        </p:spPr>
        <p:txBody>
          <a:bodyPr/>
          <a:lstStyle>
            <a:lvl1pPr marL="0" indent="0">
              <a:buNone/>
              <a:defRPr sz="2800" b="1">
                <a:solidFill>
                  <a:schemeClr val="bg1"/>
                </a:solidFill>
              </a:defRPr>
            </a:lvl1pPr>
            <a:lvl2pPr marL="0" indent="0">
              <a:buNone/>
              <a:defRPr sz="1200">
                <a:solidFill>
                  <a:schemeClr val="bg1"/>
                </a:solidFill>
              </a:defRPr>
            </a:lvl2pPr>
          </a:lstStyle>
          <a:p>
            <a:pPr lvl="0"/>
            <a:r>
              <a:rPr lang="en-US"/>
              <a:t>Image and text headline, 28pt</a:t>
            </a:r>
          </a:p>
          <a:p>
            <a:pPr lvl="1"/>
            <a:r>
              <a:rPr lang="en-US"/>
              <a:t>Second level description, 12pt</a:t>
            </a:r>
          </a:p>
        </p:txBody>
      </p:sp>
    </p:spTree>
    <p:extLst>
      <p:ext uri="{BB962C8B-B14F-4D97-AF65-F5344CB8AC3E}">
        <p14:creationId xmlns:p14="http://schemas.microsoft.com/office/powerpoint/2010/main" val="1738049061"/>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1"/>
              </a:ext>
            </a:extLst>
          </p:cNvPr>
          <p:cNvSpPr>
            <a:spLocks noGrp="1"/>
          </p:cNvSpPr>
          <p:nvPr>
            <p:ph type="dt" sz="half" idx="15"/>
          </p:nvPr>
        </p:nvSpPr>
        <p:spPr/>
        <p:txBody>
          <a:bodyPr/>
          <a:lstStyle/>
          <a:p>
            <a:endParaRPr lang="en-US"/>
          </a:p>
        </p:txBody>
      </p:sp>
      <p:sp>
        <p:nvSpPr>
          <p:cNvPr id="3" name="fortress_black_logo">
            <a:extLst>
              <a:ext uri="{FF2B5EF4-FFF2-40B4-BE49-F238E27FC236}">
                <a16:creationId xmlns:a16="http://schemas.microsoft.com/office/drawing/2014/main" id="{7F6B0315-EEB6-27EA-50B0-B8818277DF10}"/>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7" name="Text Placeholder 6">
            <a:extLst>
              <a:ext uri="{FF2B5EF4-FFF2-40B4-BE49-F238E27FC236}">
                <a16:creationId xmlns:a16="http://schemas.microsoft.com/office/drawing/2014/main" id="{329EBE6D-87D6-B10F-3749-C5F07A55427A}"/>
              </a:ext>
            </a:extLst>
          </p:cNvPr>
          <p:cNvSpPr>
            <a:spLocks noGrp="1"/>
          </p:cNvSpPr>
          <p:nvPr>
            <p:ph type="body" sz="quarter" idx="13" hasCustomPrompt="1"/>
          </p:nvPr>
        </p:nvSpPr>
        <p:spPr>
          <a:xfrm>
            <a:off x="548639" y="984524"/>
            <a:ext cx="7315836" cy="1371600"/>
          </a:xfrm>
        </p:spPr>
        <p:txBody>
          <a:bodyPr/>
          <a:lstStyle>
            <a:lvl1pPr marL="0" indent="0">
              <a:buNone/>
              <a:defRPr sz="2800" b="1">
                <a:solidFill>
                  <a:schemeClr val="tx1"/>
                </a:solidFill>
              </a:defRPr>
            </a:lvl1pPr>
            <a:lvl2pPr marL="0" indent="0">
              <a:buNone/>
              <a:defRPr sz="1200">
                <a:solidFill>
                  <a:schemeClr val="tx1"/>
                </a:solidFill>
              </a:defRPr>
            </a:lvl2pPr>
          </a:lstStyle>
          <a:p>
            <a:pPr lvl="0"/>
            <a:r>
              <a:rPr lang="en-US"/>
              <a:t>Image and text headline,28pt</a:t>
            </a:r>
          </a:p>
          <a:p>
            <a:pPr lvl="1"/>
            <a:r>
              <a:rPr lang="en-US"/>
              <a:t>Second level description, 12pt</a:t>
            </a:r>
          </a:p>
        </p:txBody>
      </p:sp>
    </p:spTree>
    <p:extLst>
      <p:ext uri="{BB962C8B-B14F-4D97-AF65-F5344CB8AC3E}">
        <p14:creationId xmlns:p14="http://schemas.microsoft.com/office/powerpoint/2010/main" val="126163228"/>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Full bleed image 3">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Date Placeholder 1">
            <a:extLst>
              <a:ext uri="{FF2B5EF4-FFF2-40B4-BE49-F238E27FC236}">
                <a16:creationId xmlns:a16="http://schemas.microsoft.com/office/drawing/2014/main" id="{BD73110A-4822-74EC-8C85-3EB4F89BAE92}"/>
              </a:ext>
              <a:ext uri="{C183D7F6-B498-43B3-948B-1728B52AA6E4}">
                <adec:decorative xmlns:adec="http://schemas.microsoft.com/office/drawing/2017/decorative" val="1"/>
              </a:ext>
            </a:extLst>
          </p:cNvPr>
          <p:cNvSpPr>
            <a:spLocks noGrp="1"/>
          </p:cNvSpPr>
          <p:nvPr>
            <p:ph type="dt" sz="half" idx="15"/>
          </p:nvPr>
        </p:nvSpPr>
        <p:spPr/>
        <p:txBody>
          <a:bodyPr/>
          <a:lstStyle>
            <a:lvl1pPr>
              <a:defRPr>
                <a:solidFill>
                  <a:schemeClr val="bg1"/>
                </a:solidFill>
              </a:defRPr>
            </a:lvl1pPr>
          </a:lstStyle>
          <a:p>
            <a:endParaRPr lang="en-US"/>
          </a:p>
        </p:txBody>
      </p:sp>
      <p:sp>
        <p:nvSpPr>
          <p:cNvPr id="3" name="fortress_white_logo">
            <a:extLst>
              <a:ext uri="{FF2B5EF4-FFF2-40B4-BE49-F238E27FC236}">
                <a16:creationId xmlns:a16="http://schemas.microsoft.com/office/drawing/2014/main" id="{70158458-A455-0E6C-F70B-DB6F8B6C8695}"/>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a:p>
        </p:txBody>
      </p:sp>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ext Placeholder 6">
            <a:extLst>
              <a:ext uri="{FF2B5EF4-FFF2-40B4-BE49-F238E27FC236}">
                <a16:creationId xmlns:a16="http://schemas.microsoft.com/office/drawing/2014/main" id="{329EBE6D-87D6-B10F-3749-C5F07A55427A}"/>
              </a:ext>
            </a:extLst>
          </p:cNvPr>
          <p:cNvSpPr>
            <a:spLocks noGrp="1"/>
          </p:cNvSpPr>
          <p:nvPr>
            <p:ph type="body" sz="quarter" idx="13" hasCustomPrompt="1"/>
          </p:nvPr>
        </p:nvSpPr>
        <p:spPr>
          <a:xfrm>
            <a:off x="7315199" y="2743200"/>
            <a:ext cx="4391025" cy="3048000"/>
          </a:xfrm>
        </p:spPr>
        <p:txBody>
          <a:bodyPr/>
          <a:lstStyle>
            <a:lvl1pPr marL="0" indent="0">
              <a:buNone/>
              <a:defRPr sz="2800" b="1">
                <a:solidFill>
                  <a:schemeClr val="bg1"/>
                </a:solidFill>
              </a:defRPr>
            </a:lvl1pPr>
            <a:lvl2pPr marL="0" indent="0">
              <a:buNone/>
              <a:defRPr sz="1200">
                <a:solidFill>
                  <a:schemeClr val="bg1"/>
                </a:solidFill>
              </a:defRPr>
            </a:lvl2pPr>
          </a:lstStyle>
          <a:p>
            <a:pPr lvl="0"/>
            <a:r>
              <a:rPr lang="en-US"/>
              <a:t>Image and text headline, 28pt</a:t>
            </a:r>
          </a:p>
          <a:p>
            <a:pPr lvl="1"/>
            <a:r>
              <a:rPr lang="en-US"/>
              <a:t>Second level description, 12pt</a:t>
            </a:r>
          </a:p>
        </p:txBody>
      </p:sp>
    </p:spTree>
    <p:extLst>
      <p:ext uri="{BB962C8B-B14F-4D97-AF65-F5344CB8AC3E}">
        <p14:creationId xmlns:p14="http://schemas.microsoft.com/office/powerpoint/2010/main" val="2886208086"/>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Full width image free layout">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Date Placeholder 1">
            <a:extLst>
              <a:ext uri="{FF2B5EF4-FFF2-40B4-BE49-F238E27FC236}">
                <a16:creationId xmlns:a16="http://schemas.microsoft.com/office/drawing/2014/main" id="{2FA1870D-8142-341E-8B6C-8FC6118D3086}"/>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4" name="fortress_black_logo">
            <a:extLst>
              <a:ext uri="{FF2B5EF4-FFF2-40B4-BE49-F238E27FC236}">
                <a16:creationId xmlns:a16="http://schemas.microsoft.com/office/drawing/2014/main" id="{0511CCC0-E87E-F76B-D8D0-B4555257DAA7}"/>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Tree>
    <p:extLst>
      <p:ext uri="{BB962C8B-B14F-4D97-AF65-F5344CB8AC3E}">
        <p14:creationId xmlns:p14="http://schemas.microsoft.com/office/powerpoint/2010/main" val="3414222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A9B8A9-125E-717F-8693-B0CF4422F2CB}"/>
              </a:ext>
              <a:ext uri="{C183D7F6-B498-43B3-948B-1728B52AA6E4}">
                <adec:decorative xmlns:adec="http://schemas.microsoft.com/office/drawing/2017/decorative" val="1"/>
              </a:ext>
            </a:extLst>
          </p:cNvPr>
          <p:cNvSpPr>
            <a:spLocks noGrp="1"/>
          </p:cNvSpPr>
          <p:nvPr>
            <p:ph type="dt" sz="half" idx="14"/>
          </p:nvPr>
        </p:nvSpPr>
        <p:spPr/>
        <p:txBody>
          <a:bodyPr/>
          <a:lstStyle/>
          <a:p>
            <a:endParaRPr lang="en-US"/>
          </a:p>
        </p:txBody>
      </p:sp>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38" y="519110"/>
            <a:ext cx="5359401" cy="274320"/>
          </a:xfrm>
        </p:spPr>
        <p:txBody>
          <a:bodyPr/>
          <a:lstStyle>
            <a:lvl1pPr marL="0" indent="0" algn="r">
              <a:buNone/>
              <a:defRPr sz="12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gn="r">
              <a:lnSpc>
                <a:spcPct val="100000"/>
              </a:lnSpc>
              <a:spcBef>
                <a:spcPts val="0"/>
              </a:spcBef>
              <a:spcAft>
                <a:spcPts val="600"/>
              </a:spcAft>
            </a:pPr>
            <a:r>
              <a:rPr lang="en-US" sz="1200" b="1">
                <a:latin typeface="Arial" panose="020B0604020202020204" pitchFamily="34" charset="0"/>
                <a:cs typeface="Arial" panose="020B0604020202020204" pitchFamily="34" charset="0"/>
              </a:rPr>
              <a:t>Industry</a:t>
            </a:r>
            <a:r>
              <a:rPr lang="en-US" sz="1200">
                <a:latin typeface="Arial" panose="020B0604020202020204" pitchFamily="34" charset="0"/>
                <a:cs typeface="Arial" panose="020B0604020202020204" pitchFamily="34" charset="0"/>
              </a:rPr>
              <a:t>: Lorem ipsum dolor sit </a:t>
            </a:r>
            <a:r>
              <a:rPr lang="en-US" sz="1200" err="1">
                <a:latin typeface="Arial" panose="020B0604020202020204" pitchFamily="34" charset="0"/>
                <a:cs typeface="Arial" panose="020B0604020202020204" pitchFamily="34" charset="0"/>
              </a:rPr>
              <a:t>amet</a:t>
            </a:r>
            <a:r>
              <a:rPr lang="en-US" sz="1200">
                <a:latin typeface="Arial" panose="020B0604020202020204" pitchFamily="34" charset="0"/>
                <a:cs typeface="Arial" panose="020B0604020202020204" pitchFamily="34" charset="0"/>
              </a:rPr>
              <a:t>, 12pt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1200"/>
            </a:lvl1pPr>
          </a:lstStyle>
          <a:p>
            <a:r>
              <a:rPr lang="en-US"/>
              <a:t>Strategic Partner logo</a:t>
            </a:r>
          </a:p>
        </p:txBody>
      </p:sp>
      <p:sp>
        <p:nvSpPr>
          <p:cNvPr id="19" name="Content Placeholder 18">
            <a:extLst>
              <a:ext uri="{FF2B5EF4-FFF2-40B4-BE49-F238E27FC236}">
                <a16:creationId xmlns:a16="http://schemas.microsoft.com/office/drawing/2014/main" id="{251BA1AC-24B5-EE9F-E5FB-9A1465ECE335}"/>
              </a:ext>
            </a:extLst>
          </p:cNvPr>
          <p:cNvSpPr>
            <a:spLocks noGrp="1"/>
          </p:cNvSpPr>
          <p:nvPr>
            <p:ph sz="quarter" idx="13" hasCustomPrompt="1"/>
          </p:nvPr>
        </p:nvSpPr>
        <p:spPr>
          <a:xfrm>
            <a:off x="549275" y="1834776"/>
            <a:ext cx="11091863" cy="4337424"/>
          </a:xfrm>
        </p:spPr>
        <p:txBody>
          <a:bodyPr/>
          <a:lstStyle>
            <a:lvl1pPr marL="0" indent="0">
              <a:buNone/>
              <a:defRPr sz="1400" b="1"/>
            </a:lvl1pPr>
            <a:lvl2pPr marL="0" indent="0">
              <a:spcBef>
                <a:spcPts val="1000"/>
              </a:spcBef>
              <a:buNone/>
              <a:defRPr sz="1200"/>
            </a:lvl2pPr>
            <a:lvl3pPr marL="182880" indent="-182880">
              <a:buFont typeface="Arial" panose="020B0604020202020204" pitchFamily="34" charset="0"/>
              <a:buChar char="•"/>
              <a:defRPr sz="1200"/>
            </a:lvl3pPr>
            <a:lvl4pPr marL="365760" indent="-182880">
              <a:spcBef>
                <a:spcPts val="800"/>
              </a:spcBef>
              <a:buFont typeface="Arial" panose="020B0604020202020204" pitchFamily="34" charset="0"/>
              <a:buChar char="–"/>
              <a:defRPr sz="1100"/>
            </a:lvl4pPr>
            <a:lvl5pPr marL="548640" indent="-182880">
              <a:spcBef>
                <a:spcPts val="700"/>
              </a:spcBef>
              <a:buFont typeface="Arial" panose="020B0604020202020204" pitchFamily="34" charset="0"/>
              <a:buChar char="•"/>
              <a:defRPr sz="1100"/>
            </a:lvl5pPr>
          </a:lstStyle>
          <a:p>
            <a:pPr lvl="0"/>
            <a:r>
              <a:rPr lang="en-US"/>
              <a:t>First level, title / </a:t>
            </a:r>
            <a:r>
              <a:rPr lang="en-US" err="1"/>
              <a:t>subheader</a:t>
            </a:r>
            <a:r>
              <a:rPr lang="en-US"/>
              <a:t>, 14pt</a:t>
            </a:r>
          </a:p>
          <a:p>
            <a:pPr lvl="1"/>
            <a:r>
              <a:rPr lang="en-US"/>
              <a:t>Second level, 12pt description text</a:t>
            </a:r>
          </a:p>
          <a:p>
            <a:pPr lvl="2"/>
            <a:r>
              <a:rPr lang="en-US"/>
              <a:t>Third level, 12pt bulleted text</a:t>
            </a:r>
          </a:p>
          <a:p>
            <a:pPr lvl="3"/>
            <a:r>
              <a:rPr lang="en-US"/>
              <a:t>Fourth level, 11pt bulleted text</a:t>
            </a:r>
          </a:p>
          <a:p>
            <a:pPr lvl="4"/>
            <a:r>
              <a:rPr lang="en-US"/>
              <a:t>Fifth level, 11pt bulleted text</a:t>
            </a:r>
          </a:p>
        </p:txBody>
      </p:sp>
    </p:spTree>
    <p:extLst>
      <p:ext uri="{BB962C8B-B14F-4D97-AF65-F5344CB8AC3E}">
        <p14:creationId xmlns:p14="http://schemas.microsoft.com/office/powerpoint/2010/main" val="281728292"/>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6899396"/>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2BD677-8C98-8A35-16B5-D479428CE3EC}"/>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Tree>
    <p:extLst>
      <p:ext uri="{BB962C8B-B14F-4D97-AF65-F5344CB8AC3E}">
        <p14:creationId xmlns:p14="http://schemas.microsoft.com/office/powerpoint/2010/main" val="259121245"/>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3" y="857"/>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a:p>
        </p:txBody>
      </p:sp>
      <p:grpSp>
        <p:nvGrpSpPr>
          <p:cNvPr id="5" name="vert_logo_grp" descr="That is the end of the presentation.">
            <a:extLst>
              <a:ext uri="{FF2B5EF4-FFF2-40B4-BE49-F238E27FC236}">
                <a16:creationId xmlns:a16="http://schemas.microsoft.com/office/drawing/2014/main" id="{0CB43144-7496-E12F-FA93-E8BF4C9E5BF3}"/>
              </a:ext>
            </a:extLst>
          </p:cNvPr>
          <p:cNvGrpSpPr>
            <a:grpSpLocks noChangeAspect="1"/>
          </p:cNvGrpSpPr>
          <p:nvPr userDrawn="1"/>
        </p:nvGrpSpPr>
        <p:grpSpPr bwMode="black">
          <a:xfrm>
            <a:off x="4404360" y="2557715"/>
            <a:ext cx="3383280" cy="1634994"/>
            <a:chOff x="5513695" y="815830"/>
            <a:chExt cx="4571796" cy="2209353"/>
          </a:xfrm>
        </p:grpSpPr>
        <p:sp>
          <p:nvSpPr>
            <p:cNvPr id="6" name="Equinix_white">
              <a:extLst>
                <a:ext uri="{FF2B5EF4-FFF2-40B4-BE49-F238E27FC236}">
                  <a16:creationId xmlns:a16="http://schemas.microsoft.com/office/drawing/2014/main" id="{1554168B-740A-C755-1882-5ED8D3782F0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a:p>
          </p:txBody>
        </p:sp>
        <p:sp>
          <p:nvSpPr>
            <p:cNvPr id="7" name="fortress_red">
              <a:extLst>
                <a:ext uri="{FF2B5EF4-FFF2-40B4-BE49-F238E27FC236}">
                  <a16:creationId xmlns:a16="http://schemas.microsoft.com/office/drawing/2014/main" id="{9F4008A2-6840-D732-4950-C75253F101A5}"/>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a:p>
          </p:txBody>
        </p:sp>
      </p:grpSp>
    </p:spTree>
    <p:extLst>
      <p:ext uri="{BB962C8B-B14F-4D97-AF65-F5344CB8AC3E}">
        <p14:creationId xmlns:p14="http://schemas.microsoft.com/office/powerpoint/2010/main" val="3245610163"/>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35A076-0B1F-44C6-83A0-B2C256A4FF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85651" cy="6858000"/>
          </a:xfrm>
          <a:prstGeom prst="rect">
            <a:avLst/>
          </a:prstGeom>
        </p:spPr>
      </p:pic>
      <p:pic>
        <p:nvPicPr>
          <p:cNvPr id="12" name="Picture 11">
            <a:extLst>
              <a:ext uri="{FF2B5EF4-FFF2-40B4-BE49-F238E27FC236}">
                <a16:creationId xmlns:a16="http://schemas.microsoft.com/office/drawing/2014/main" id="{6ACA9370-7201-68E5-6981-8A976A5237D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963"/>
          <a:stretch/>
        </p:blipFill>
        <p:spPr>
          <a:xfrm>
            <a:off x="2608225" y="1359183"/>
            <a:ext cx="9583777" cy="5498819"/>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lvl1pPr>
          </a:lstStyle>
          <a:p>
            <a:pPr lvl="0"/>
            <a:r>
              <a:rPr lang="en-US"/>
              <a:t>Optional Presenter Name, Reg 12pt</a:t>
            </a:r>
          </a:p>
        </p:txBody>
      </p:sp>
      <p:grpSp>
        <p:nvGrpSpPr>
          <p:cNvPr id="4" name="horz_logo_grp">
            <a:extLst>
              <a:ext uri="{FF2B5EF4-FFF2-40B4-BE49-F238E27FC236}">
                <a16:creationId xmlns:a16="http://schemas.microsoft.com/office/drawing/2014/main" id="{11551C6E-54C0-619C-1DB7-97F6FD698A36}"/>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tx1"/>
          </a:solidFill>
        </p:grpSpPr>
        <p:sp>
          <p:nvSpPr>
            <p:cNvPr id="7" name="Equinix_black">
              <a:extLst>
                <a:ext uri="{FF2B5EF4-FFF2-40B4-BE49-F238E27FC236}">
                  <a16:creationId xmlns:a16="http://schemas.microsoft.com/office/drawing/2014/main" id="{2C276D5D-0B22-A3E3-9515-6B90C45F3B32}"/>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8" name="fortress_black">
              <a:extLst>
                <a:ext uri="{FF2B5EF4-FFF2-40B4-BE49-F238E27FC236}">
                  <a16:creationId xmlns:a16="http://schemas.microsoft.com/office/drawing/2014/main" id="{DC1596FE-F7EE-277E-2699-2060D50214F8}"/>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291781686"/>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6D059F-CBDE-D2CE-799E-9B256A1B537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solidFill>
                  <a:schemeClr val="bg1"/>
                </a:solidFill>
              </a:defRPr>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solidFill>
                  <a:schemeClr val="bg1"/>
                </a:solidFill>
              </a:defRPr>
            </a:lvl1pPr>
          </a:lstStyle>
          <a:p>
            <a:pPr lvl="0"/>
            <a:r>
              <a:rPr lang="en-US"/>
              <a:t>Optional Presenter Name, Reg 12pt</a:t>
            </a:r>
          </a:p>
        </p:txBody>
      </p:sp>
      <p:grpSp>
        <p:nvGrpSpPr>
          <p:cNvPr id="4" name="horz_logo_grp">
            <a:extLst>
              <a:ext uri="{FF2B5EF4-FFF2-40B4-BE49-F238E27FC236}">
                <a16:creationId xmlns:a16="http://schemas.microsoft.com/office/drawing/2014/main" id="{406F369B-965C-1F7C-2B71-BCCFDDF8B563}"/>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bg1"/>
          </a:solidFill>
        </p:grpSpPr>
        <p:sp>
          <p:nvSpPr>
            <p:cNvPr id="6" name="Equinix_black">
              <a:extLst>
                <a:ext uri="{FF2B5EF4-FFF2-40B4-BE49-F238E27FC236}">
                  <a16:creationId xmlns:a16="http://schemas.microsoft.com/office/drawing/2014/main" id="{3CCFA3D8-2BDA-2CBC-EC17-78E20188F84A}"/>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8" name="fortress_black">
              <a:extLst>
                <a:ext uri="{FF2B5EF4-FFF2-40B4-BE49-F238E27FC236}">
                  <a16:creationId xmlns:a16="http://schemas.microsoft.com/office/drawing/2014/main" id="{6DB9C60F-1AFF-0B98-FAAD-048275261C1C}"/>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626081044"/>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B8ECFB1-3E0D-89C3-2EE0-3DD73F448B4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5" name="Footer Placeholder 4">
            <a:extLst>
              <a:ext uri="{FF2B5EF4-FFF2-40B4-BE49-F238E27FC236}">
                <a16:creationId xmlns:a16="http://schemas.microsoft.com/office/drawing/2014/main" id="{3C9AC038-A7C2-D816-E3CA-750795D0574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Title 1">
            <a:extLst>
              <a:ext uri="{FF2B5EF4-FFF2-40B4-BE49-F238E27FC236}">
                <a16:creationId xmlns:a16="http://schemas.microsoft.com/office/drawing/2014/main" id="{EAA51E90-75BB-29F9-B515-ACC903173E2F}"/>
              </a:ext>
            </a:extLst>
          </p:cNvPr>
          <p:cNvSpPr>
            <a:spLocks noGrp="1"/>
          </p:cNvSpPr>
          <p:nvPr>
            <p:ph type="ctrTitle" hasCustomPrompt="1"/>
          </p:nvPr>
        </p:nvSpPr>
        <p:spPr>
          <a:xfrm>
            <a:off x="548641" y="1466850"/>
            <a:ext cx="8601711" cy="2190750"/>
          </a:xfrm>
        </p:spPr>
        <p:txBody>
          <a:bodyPr anchor="b"/>
          <a:lstStyle>
            <a:lvl1pPr algn="l">
              <a:lnSpc>
                <a:spcPct val="100000"/>
              </a:lnSpc>
              <a:defRPr sz="4000">
                <a:solidFill>
                  <a:schemeClr val="bg1"/>
                </a:solidFill>
              </a:defRPr>
            </a:lvl1pPr>
          </a:lstStyle>
          <a:p>
            <a:r>
              <a:rPr lang="en-US"/>
              <a:t>Master title style, </a:t>
            </a:r>
            <a:br>
              <a:rPr lang="en-US"/>
            </a:br>
            <a:r>
              <a:rPr lang="en-US"/>
              <a:t>Bold 40pt</a:t>
            </a:r>
          </a:p>
        </p:txBody>
      </p:sp>
      <p:sp>
        <p:nvSpPr>
          <p:cNvPr id="3" name="Subtitle 2">
            <a:extLst>
              <a:ext uri="{FF2B5EF4-FFF2-40B4-BE49-F238E27FC236}">
                <a16:creationId xmlns:a16="http://schemas.microsoft.com/office/drawing/2014/main" id="{2F47E070-3828-E1FA-4CF9-C94EC651614B}"/>
              </a:ext>
            </a:extLst>
          </p:cNvPr>
          <p:cNvSpPr>
            <a:spLocks noGrp="1"/>
          </p:cNvSpPr>
          <p:nvPr>
            <p:ph type="subTitle" idx="1" hasCustomPrompt="1"/>
          </p:nvPr>
        </p:nvSpPr>
        <p:spPr>
          <a:xfrm>
            <a:off x="548642" y="3794760"/>
            <a:ext cx="8231823" cy="914400"/>
          </a:xfrm>
        </p:spPr>
        <p:txBody>
          <a:bodyPr/>
          <a:lstStyle>
            <a:lvl1pPr marL="0" indent="0" algn="l">
              <a:lnSpc>
                <a:spcPct val="100000"/>
              </a:lnSpc>
              <a:buNone/>
              <a:defRPr sz="20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style, Bold 20pt</a:t>
            </a:r>
          </a:p>
        </p:txBody>
      </p:sp>
      <p:sp>
        <p:nvSpPr>
          <p:cNvPr id="14" name="Text Placeholder 13">
            <a:extLst>
              <a:ext uri="{FF2B5EF4-FFF2-40B4-BE49-F238E27FC236}">
                <a16:creationId xmlns:a16="http://schemas.microsoft.com/office/drawing/2014/main" id="{E1E25B33-E006-ACEB-9C06-0779D8EAA40F}"/>
              </a:ext>
            </a:extLst>
          </p:cNvPr>
          <p:cNvSpPr>
            <a:spLocks noGrp="1"/>
          </p:cNvSpPr>
          <p:nvPr>
            <p:ph type="body" sz="quarter" idx="12" hasCustomPrompt="1"/>
          </p:nvPr>
        </p:nvSpPr>
        <p:spPr>
          <a:xfrm>
            <a:off x="548640" y="4937759"/>
            <a:ext cx="5547360" cy="548640"/>
          </a:xfrm>
        </p:spPr>
        <p:txBody>
          <a:bodyPr/>
          <a:lstStyle>
            <a:lvl1pPr marL="0" indent="0">
              <a:lnSpc>
                <a:spcPct val="100000"/>
              </a:lnSpc>
              <a:buNone/>
              <a:defRPr sz="1200" b="0">
                <a:solidFill>
                  <a:schemeClr val="bg1"/>
                </a:solidFill>
              </a:defRPr>
            </a:lvl1pPr>
          </a:lstStyle>
          <a:p>
            <a:pPr lvl="0"/>
            <a:r>
              <a:rPr lang="en-US"/>
              <a:t>Optional Presenter Name, Reg 12pt</a:t>
            </a:r>
          </a:p>
        </p:txBody>
      </p:sp>
      <p:grpSp>
        <p:nvGrpSpPr>
          <p:cNvPr id="4" name="horz_logo_grp">
            <a:extLst>
              <a:ext uri="{FF2B5EF4-FFF2-40B4-BE49-F238E27FC236}">
                <a16:creationId xmlns:a16="http://schemas.microsoft.com/office/drawing/2014/main" id="{612EE43E-5871-5192-57D5-5056DCEA3D61}"/>
              </a:ext>
              <a:ext uri="{C183D7F6-B498-43B3-948B-1728B52AA6E4}">
                <adec:decorative xmlns:adec="http://schemas.microsoft.com/office/drawing/2017/decorative" val="1"/>
              </a:ext>
            </a:extLst>
          </p:cNvPr>
          <p:cNvGrpSpPr>
            <a:grpSpLocks noChangeAspect="1"/>
          </p:cNvGrpSpPr>
          <p:nvPr userDrawn="1"/>
        </p:nvGrpSpPr>
        <p:grpSpPr>
          <a:xfrm>
            <a:off x="548640" y="695759"/>
            <a:ext cx="2292096" cy="251351"/>
            <a:chOff x="345440" y="2627692"/>
            <a:chExt cx="10971255" cy="1604143"/>
          </a:xfrm>
          <a:solidFill>
            <a:schemeClr val="bg1"/>
          </a:solidFill>
        </p:grpSpPr>
        <p:sp>
          <p:nvSpPr>
            <p:cNvPr id="6" name="Equinix_black">
              <a:extLst>
                <a:ext uri="{FF2B5EF4-FFF2-40B4-BE49-F238E27FC236}">
                  <a16:creationId xmlns:a16="http://schemas.microsoft.com/office/drawing/2014/main" id="{9DD05270-E304-C800-0F7A-77EF902734A9}"/>
                </a:ext>
              </a:extLst>
            </p:cNvPr>
            <p:cNvSpPr/>
            <p:nvPr/>
          </p:nvSpPr>
          <p:spPr>
            <a:xfrm>
              <a:off x="3923128" y="3019331"/>
              <a:ext cx="7393567" cy="868886"/>
            </a:xfrm>
            <a:custGeom>
              <a:avLst/>
              <a:gdLst>
                <a:gd name="connsiteX0" fmla="*/ 110240 w 7393567"/>
                <a:gd name="connsiteY0" fmla="*/ 709958 h 868886"/>
                <a:gd name="connsiteX1" fmla="*/ 672945 w 7393567"/>
                <a:gd name="connsiteY1" fmla="*/ 709958 h 868886"/>
                <a:gd name="connsiteX2" fmla="*/ 672945 w 7393567"/>
                <a:gd name="connsiteY2" fmla="*/ 810445 h 868886"/>
                <a:gd name="connsiteX3" fmla="*/ 0 w 7393567"/>
                <a:gd name="connsiteY3" fmla="*/ 810445 h 868886"/>
                <a:gd name="connsiteX4" fmla="*/ 0 w 7393567"/>
                <a:gd name="connsiteY4" fmla="*/ 31581 h 868886"/>
                <a:gd name="connsiteX5" fmla="*/ 653796 w 7393567"/>
                <a:gd name="connsiteY5" fmla="*/ 31581 h 868886"/>
                <a:gd name="connsiteX6" fmla="*/ 653796 w 7393567"/>
                <a:gd name="connsiteY6" fmla="*/ 133425 h 868886"/>
                <a:gd name="connsiteX7" fmla="*/ 110240 w 7393567"/>
                <a:gd name="connsiteY7" fmla="*/ 133425 h 868886"/>
                <a:gd name="connsiteX8" fmla="*/ 110240 w 7393567"/>
                <a:gd name="connsiteY8" fmla="*/ 354119 h 868886"/>
                <a:gd name="connsiteX9" fmla="*/ 474671 w 7393567"/>
                <a:gd name="connsiteY9" fmla="*/ 354119 h 868886"/>
                <a:gd name="connsiteX10" fmla="*/ 474671 w 7393567"/>
                <a:gd name="connsiteY10" fmla="*/ 456465 h 868886"/>
                <a:gd name="connsiteX11" fmla="*/ 110240 w 7393567"/>
                <a:gd name="connsiteY11" fmla="*/ 456465 h 868886"/>
                <a:gd name="connsiteX12" fmla="*/ 110240 w 7393567"/>
                <a:gd name="connsiteY12" fmla="*/ 709958 h 868886"/>
                <a:gd name="connsiteX13" fmla="*/ 2985962 w 7393567"/>
                <a:gd name="connsiteY13" fmla="*/ 500107 h 868886"/>
                <a:gd name="connsiteX14" fmla="*/ 2764263 w 7393567"/>
                <a:gd name="connsiteY14" fmla="*/ 731290 h 868886"/>
                <a:gd name="connsiteX15" fmla="*/ 2555271 w 7393567"/>
                <a:gd name="connsiteY15" fmla="*/ 500107 h 868886"/>
                <a:gd name="connsiteX16" fmla="*/ 2555271 w 7393567"/>
                <a:gd name="connsiteY16" fmla="*/ 33555 h 868886"/>
                <a:gd name="connsiteX17" fmla="*/ 2446154 w 7393567"/>
                <a:gd name="connsiteY17" fmla="*/ 33555 h 868886"/>
                <a:gd name="connsiteX18" fmla="*/ 2446154 w 7393567"/>
                <a:gd name="connsiteY18" fmla="*/ 505287 h 868886"/>
                <a:gd name="connsiteX19" fmla="*/ 2763513 w 7393567"/>
                <a:gd name="connsiteY19" fmla="*/ 833499 h 868886"/>
                <a:gd name="connsiteX20" fmla="*/ 3093948 w 7393567"/>
                <a:gd name="connsiteY20" fmla="*/ 505287 h 868886"/>
                <a:gd name="connsiteX21" fmla="*/ 3093948 w 7393567"/>
                <a:gd name="connsiteY21" fmla="*/ 33555 h 868886"/>
                <a:gd name="connsiteX22" fmla="*/ 2985959 w 7393567"/>
                <a:gd name="connsiteY22" fmla="*/ 33555 h 868886"/>
                <a:gd name="connsiteX23" fmla="*/ 2985959 w 7393567"/>
                <a:gd name="connsiteY23" fmla="*/ 500107 h 868886"/>
                <a:gd name="connsiteX24" fmla="*/ 3701070 w 7393567"/>
                <a:gd name="connsiteY24" fmla="*/ 810572 h 868886"/>
                <a:gd name="connsiteX25" fmla="*/ 3809325 w 7393567"/>
                <a:gd name="connsiteY25" fmla="*/ 810572 h 868886"/>
                <a:gd name="connsiteX26" fmla="*/ 3809325 w 7393567"/>
                <a:gd name="connsiteY26" fmla="*/ 31581 h 868886"/>
                <a:gd name="connsiteX27" fmla="*/ 3701070 w 7393567"/>
                <a:gd name="connsiteY27" fmla="*/ 31581 h 868886"/>
                <a:gd name="connsiteX28" fmla="*/ 3701070 w 7393567"/>
                <a:gd name="connsiteY28" fmla="*/ 810572 h 868886"/>
                <a:gd name="connsiteX29" fmla="*/ 5101718 w 7393567"/>
                <a:gd name="connsiteY29" fmla="*/ 641905 h 868886"/>
                <a:gd name="connsiteX30" fmla="*/ 4566591 w 7393567"/>
                <a:gd name="connsiteY30" fmla="*/ 31581 h 868886"/>
                <a:gd name="connsiteX31" fmla="*/ 4459602 w 7393567"/>
                <a:gd name="connsiteY31" fmla="*/ 31581 h 868886"/>
                <a:gd name="connsiteX32" fmla="*/ 4459602 w 7393567"/>
                <a:gd name="connsiteY32" fmla="*/ 810442 h 868886"/>
                <a:gd name="connsiteX33" fmla="*/ 4567717 w 7393567"/>
                <a:gd name="connsiteY33" fmla="*/ 810442 h 868886"/>
                <a:gd name="connsiteX34" fmla="*/ 4567717 w 7393567"/>
                <a:gd name="connsiteY34" fmla="*/ 195198 h 868886"/>
                <a:gd name="connsiteX35" fmla="*/ 5103877 w 7393567"/>
                <a:gd name="connsiteY35" fmla="*/ 810445 h 868886"/>
                <a:gd name="connsiteX36" fmla="*/ 5209489 w 7393567"/>
                <a:gd name="connsiteY36" fmla="*/ 810445 h 868886"/>
                <a:gd name="connsiteX37" fmla="*/ 5209489 w 7393567"/>
                <a:gd name="connsiteY37" fmla="*/ 31581 h 868886"/>
                <a:gd name="connsiteX38" fmla="*/ 5101718 w 7393567"/>
                <a:gd name="connsiteY38" fmla="*/ 31581 h 868886"/>
                <a:gd name="connsiteX39" fmla="*/ 5101718 w 7393567"/>
                <a:gd name="connsiteY39" fmla="*/ 641905 h 868886"/>
                <a:gd name="connsiteX40" fmla="*/ 5866009 w 7393567"/>
                <a:gd name="connsiteY40" fmla="*/ 810572 h 868886"/>
                <a:gd name="connsiteX41" fmla="*/ 5974158 w 7393567"/>
                <a:gd name="connsiteY41" fmla="*/ 810572 h 868886"/>
                <a:gd name="connsiteX42" fmla="*/ 5974158 w 7393567"/>
                <a:gd name="connsiteY42" fmla="*/ 31581 h 868886"/>
                <a:gd name="connsiteX43" fmla="*/ 5866009 w 7393567"/>
                <a:gd name="connsiteY43" fmla="*/ 31581 h 868886"/>
                <a:gd name="connsiteX44" fmla="*/ 5866009 w 7393567"/>
                <a:gd name="connsiteY44" fmla="*/ 810572 h 868886"/>
                <a:gd name="connsiteX45" fmla="*/ 7026633 w 7393567"/>
                <a:gd name="connsiteY45" fmla="*/ 387784 h 868886"/>
                <a:gd name="connsiteX46" fmla="*/ 7340670 w 7393567"/>
                <a:gd name="connsiteY46" fmla="*/ 30722 h 868886"/>
                <a:gd name="connsiteX47" fmla="*/ 7207186 w 7393567"/>
                <a:gd name="connsiteY47" fmla="*/ 30722 h 868886"/>
                <a:gd name="connsiteX48" fmla="*/ 6957946 w 7393567"/>
                <a:gd name="connsiteY48" fmla="*/ 310719 h 868886"/>
                <a:gd name="connsiteX49" fmla="*/ 6715473 w 7393567"/>
                <a:gd name="connsiteY49" fmla="*/ 30722 h 868886"/>
                <a:gd name="connsiteX50" fmla="*/ 6574129 w 7393567"/>
                <a:gd name="connsiteY50" fmla="*/ 30722 h 868886"/>
                <a:gd name="connsiteX51" fmla="*/ 6877058 w 7393567"/>
                <a:gd name="connsiteY51" fmla="*/ 388023 h 868886"/>
                <a:gd name="connsiteX52" fmla="*/ 6498169 w 7393567"/>
                <a:gd name="connsiteY52" fmla="*/ 810323 h 868886"/>
                <a:gd name="connsiteX53" fmla="*/ 6636563 w 7393567"/>
                <a:gd name="connsiteY53" fmla="*/ 810323 h 868886"/>
                <a:gd name="connsiteX54" fmla="*/ 6947188 w 7393567"/>
                <a:gd name="connsiteY54" fmla="*/ 463609 h 868886"/>
                <a:gd name="connsiteX55" fmla="*/ 7243487 w 7393567"/>
                <a:gd name="connsiteY55" fmla="*/ 810323 h 868886"/>
                <a:gd name="connsiteX56" fmla="*/ 7393568 w 7393567"/>
                <a:gd name="connsiteY56" fmla="*/ 810323 h 868886"/>
                <a:gd name="connsiteX57" fmla="*/ 7026633 w 7393567"/>
                <a:gd name="connsiteY57" fmla="*/ 387784 h 868886"/>
                <a:gd name="connsiteX58" fmla="*/ 1784908 w 7393567"/>
                <a:gd name="connsiteY58" fmla="*/ 417252 h 868886"/>
                <a:gd name="connsiteX59" fmla="*/ 1493293 w 7393567"/>
                <a:gd name="connsiteY59" fmla="*/ 99634 h 868886"/>
                <a:gd name="connsiteX60" fmla="*/ 1210592 w 7393567"/>
                <a:gd name="connsiteY60" fmla="*/ 418483 h 868886"/>
                <a:gd name="connsiteX61" fmla="*/ 1210663 w 7393567"/>
                <a:gd name="connsiteY61" fmla="*/ 421436 h 868886"/>
                <a:gd name="connsiteX62" fmla="*/ 1500600 w 7393567"/>
                <a:gd name="connsiteY62" fmla="*/ 737813 h 868886"/>
                <a:gd name="connsiteX63" fmla="*/ 1606233 w 7393567"/>
                <a:gd name="connsiteY63" fmla="*/ 715008 h 868886"/>
                <a:gd name="connsiteX64" fmla="*/ 1503441 w 7393567"/>
                <a:gd name="connsiteY64" fmla="*/ 593063 h 868886"/>
                <a:gd name="connsiteX65" fmla="*/ 1628957 w 7393567"/>
                <a:gd name="connsiteY65" fmla="*/ 593192 h 868886"/>
                <a:gd name="connsiteX66" fmla="*/ 1687622 w 7393567"/>
                <a:gd name="connsiteY66" fmla="*/ 663342 h 868886"/>
                <a:gd name="connsiteX67" fmla="*/ 1784911 w 7393567"/>
                <a:gd name="connsiteY67" fmla="*/ 420577 h 868886"/>
                <a:gd name="connsiteX68" fmla="*/ 1784911 w 7393567"/>
                <a:gd name="connsiteY68" fmla="*/ 417252 h 868886"/>
                <a:gd name="connsiteX69" fmla="*/ 1495758 w 7393567"/>
                <a:gd name="connsiteY69" fmla="*/ 13 h 868886"/>
                <a:gd name="connsiteX70" fmla="*/ 1897582 w 7393567"/>
                <a:gd name="connsiteY70" fmla="*/ 413426 h 868886"/>
                <a:gd name="connsiteX71" fmla="*/ 1897582 w 7393567"/>
                <a:gd name="connsiteY71" fmla="*/ 416509 h 868886"/>
                <a:gd name="connsiteX72" fmla="*/ 1753845 w 7393567"/>
                <a:gd name="connsiteY72" fmla="*/ 741393 h 868886"/>
                <a:gd name="connsiteX73" fmla="*/ 1861618 w 7393567"/>
                <a:gd name="connsiteY73" fmla="*/ 868760 h 868886"/>
                <a:gd name="connsiteX74" fmla="*/ 1735711 w 7393567"/>
                <a:gd name="connsiteY74" fmla="*/ 868886 h 868886"/>
                <a:gd name="connsiteX75" fmla="*/ 1674170 w 7393567"/>
                <a:gd name="connsiteY75" fmla="*/ 795776 h 868886"/>
                <a:gd name="connsiteX76" fmla="*/ 1498384 w 7393567"/>
                <a:gd name="connsiteY76" fmla="*/ 838801 h 868886"/>
                <a:gd name="connsiteX77" fmla="*/ 1097870 w 7393567"/>
                <a:gd name="connsiteY77" fmla="*/ 425265 h 868886"/>
                <a:gd name="connsiteX78" fmla="*/ 1097870 w 7393567"/>
                <a:gd name="connsiteY78" fmla="*/ 422312 h 868886"/>
                <a:gd name="connsiteX79" fmla="*/ 1495758 w 7393567"/>
                <a:gd name="connsiteY79" fmla="*/ 13 h 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393567" h="868886">
                  <a:moveTo>
                    <a:pt x="110240" y="709958"/>
                  </a:moveTo>
                  <a:lnTo>
                    <a:pt x="672945" y="709958"/>
                  </a:lnTo>
                  <a:lnTo>
                    <a:pt x="672945" y="810445"/>
                  </a:lnTo>
                  <a:lnTo>
                    <a:pt x="0" y="810445"/>
                  </a:lnTo>
                  <a:lnTo>
                    <a:pt x="0" y="31581"/>
                  </a:lnTo>
                  <a:lnTo>
                    <a:pt x="653796" y="31581"/>
                  </a:lnTo>
                  <a:lnTo>
                    <a:pt x="653796" y="133425"/>
                  </a:lnTo>
                  <a:lnTo>
                    <a:pt x="110240" y="133425"/>
                  </a:lnTo>
                  <a:lnTo>
                    <a:pt x="110240" y="354119"/>
                  </a:lnTo>
                  <a:lnTo>
                    <a:pt x="474671" y="354119"/>
                  </a:lnTo>
                  <a:lnTo>
                    <a:pt x="474671" y="456465"/>
                  </a:lnTo>
                  <a:lnTo>
                    <a:pt x="110240" y="456465"/>
                  </a:lnTo>
                  <a:lnTo>
                    <a:pt x="110240" y="709958"/>
                  </a:lnTo>
                  <a:close/>
                  <a:moveTo>
                    <a:pt x="2985962" y="500107"/>
                  </a:moveTo>
                  <a:cubicBezTo>
                    <a:pt x="2985962" y="639303"/>
                    <a:pt x="2896748" y="731290"/>
                    <a:pt x="2764263" y="731290"/>
                  </a:cubicBezTo>
                  <a:cubicBezTo>
                    <a:pt x="2635713" y="731290"/>
                    <a:pt x="2555271" y="638198"/>
                    <a:pt x="2555271" y="500107"/>
                  </a:cubicBezTo>
                  <a:lnTo>
                    <a:pt x="2555271" y="33555"/>
                  </a:lnTo>
                  <a:lnTo>
                    <a:pt x="2446154" y="33555"/>
                  </a:lnTo>
                  <a:lnTo>
                    <a:pt x="2446154" y="505287"/>
                  </a:lnTo>
                  <a:cubicBezTo>
                    <a:pt x="2446154" y="717729"/>
                    <a:pt x="2594570" y="833499"/>
                    <a:pt x="2763513" y="833499"/>
                  </a:cubicBezTo>
                  <a:cubicBezTo>
                    <a:pt x="3012862" y="833499"/>
                    <a:pt x="3093948" y="657563"/>
                    <a:pt x="3093948" y="505287"/>
                  </a:cubicBezTo>
                  <a:lnTo>
                    <a:pt x="3093948" y="33555"/>
                  </a:lnTo>
                  <a:lnTo>
                    <a:pt x="2985959" y="33555"/>
                  </a:lnTo>
                  <a:lnTo>
                    <a:pt x="2985959" y="500107"/>
                  </a:lnTo>
                  <a:close/>
                  <a:moveTo>
                    <a:pt x="3701070" y="810572"/>
                  </a:moveTo>
                  <a:lnTo>
                    <a:pt x="3809325" y="810572"/>
                  </a:lnTo>
                  <a:lnTo>
                    <a:pt x="3809325" y="31581"/>
                  </a:lnTo>
                  <a:lnTo>
                    <a:pt x="3701070" y="31581"/>
                  </a:lnTo>
                  <a:lnTo>
                    <a:pt x="3701070" y="810572"/>
                  </a:lnTo>
                  <a:close/>
                  <a:moveTo>
                    <a:pt x="5101718" y="641905"/>
                  </a:moveTo>
                  <a:lnTo>
                    <a:pt x="4566591" y="31581"/>
                  </a:lnTo>
                  <a:lnTo>
                    <a:pt x="4459602" y="31581"/>
                  </a:lnTo>
                  <a:lnTo>
                    <a:pt x="4459602" y="810442"/>
                  </a:lnTo>
                  <a:lnTo>
                    <a:pt x="4567717" y="810442"/>
                  </a:lnTo>
                  <a:lnTo>
                    <a:pt x="4567717" y="195198"/>
                  </a:lnTo>
                  <a:lnTo>
                    <a:pt x="5103877" y="810445"/>
                  </a:lnTo>
                  <a:lnTo>
                    <a:pt x="5209489" y="810445"/>
                  </a:lnTo>
                  <a:lnTo>
                    <a:pt x="5209489" y="31581"/>
                  </a:lnTo>
                  <a:lnTo>
                    <a:pt x="5101718" y="31581"/>
                  </a:lnTo>
                  <a:lnTo>
                    <a:pt x="5101718" y="641905"/>
                  </a:lnTo>
                  <a:close/>
                  <a:moveTo>
                    <a:pt x="5866009" y="810572"/>
                  </a:moveTo>
                  <a:lnTo>
                    <a:pt x="5974158" y="810572"/>
                  </a:lnTo>
                  <a:lnTo>
                    <a:pt x="5974158" y="31581"/>
                  </a:lnTo>
                  <a:lnTo>
                    <a:pt x="5866009" y="31581"/>
                  </a:lnTo>
                  <a:lnTo>
                    <a:pt x="5866009" y="810572"/>
                  </a:lnTo>
                  <a:close/>
                  <a:moveTo>
                    <a:pt x="7026633" y="387784"/>
                  </a:moveTo>
                  <a:lnTo>
                    <a:pt x="7340670" y="30722"/>
                  </a:lnTo>
                  <a:lnTo>
                    <a:pt x="7207186" y="30722"/>
                  </a:lnTo>
                  <a:lnTo>
                    <a:pt x="6957946" y="310719"/>
                  </a:lnTo>
                  <a:lnTo>
                    <a:pt x="6715473" y="30722"/>
                  </a:lnTo>
                  <a:lnTo>
                    <a:pt x="6574129" y="30722"/>
                  </a:lnTo>
                  <a:lnTo>
                    <a:pt x="6877058" y="388023"/>
                  </a:lnTo>
                  <a:lnTo>
                    <a:pt x="6498169" y="810323"/>
                  </a:lnTo>
                  <a:lnTo>
                    <a:pt x="6636563" y="810323"/>
                  </a:lnTo>
                  <a:lnTo>
                    <a:pt x="6947188" y="463609"/>
                  </a:lnTo>
                  <a:lnTo>
                    <a:pt x="7243487" y="810323"/>
                  </a:lnTo>
                  <a:lnTo>
                    <a:pt x="7393568" y="810323"/>
                  </a:lnTo>
                  <a:lnTo>
                    <a:pt x="7026633" y="387784"/>
                  </a:lnTo>
                  <a:close/>
                  <a:moveTo>
                    <a:pt x="1784908" y="417252"/>
                  </a:moveTo>
                  <a:cubicBezTo>
                    <a:pt x="1784908" y="232300"/>
                    <a:pt x="1655676" y="98284"/>
                    <a:pt x="1493293" y="99634"/>
                  </a:cubicBezTo>
                  <a:cubicBezTo>
                    <a:pt x="1330976" y="100510"/>
                    <a:pt x="1210592" y="232300"/>
                    <a:pt x="1210592" y="418483"/>
                  </a:cubicBezTo>
                  <a:lnTo>
                    <a:pt x="1210663" y="421436"/>
                  </a:lnTo>
                  <a:cubicBezTo>
                    <a:pt x="1210663" y="604288"/>
                    <a:pt x="1339180" y="738931"/>
                    <a:pt x="1500600" y="737813"/>
                  </a:cubicBezTo>
                  <a:cubicBezTo>
                    <a:pt x="1535865" y="737574"/>
                    <a:pt x="1581151" y="727461"/>
                    <a:pt x="1606233" y="715008"/>
                  </a:cubicBezTo>
                  <a:lnTo>
                    <a:pt x="1503441" y="593063"/>
                  </a:lnTo>
                  <a:lnTo>
                    <a:pt x="1628957" y="593192"/>
                  </a:lnTo>
                  <a:lnTo>
                    <a:pt x="1687622" y="663342"/>
                  </a:lnTo>
                  <a:cubicBezTo>
                    <a:pt x="1750503" y="602184"/>
                    <a:pt x="1784911" y="530557"/>
                    <a:pt x="1784911" y="420577"/>
                  </a:cubicBezTo>
                  <a:lnTo>
                    <a:pt x="1784911" y="417252"/>
                  </a:lnTo>
                  <a:close/>
                  <a:moveTo>
                    <a:pt x="1495758" y="13"/>
                  </a:moveTo>
                  <a:cubicBezTo>
                    <a:pt x="1719545" y="-1709"/>
                    <a:pt x="1897582" y="171278"/>
                    <a:pt x="1897582" y="413426"/>
                  </a:cubicBezTo>
                  <a:lnTo>
                    <a:pt x="1897582" y="416509"/>
                  </a:lnTo>
                  <a:cubicBezTo>
                    <a:pt x="1897582" y="557679"/>
                    <a:pt x="1842005" y="671979"/>
                    <a:pt x="1753845" y="741393"/>
                  </a:cubicBezTo>
                  <a:lnTo>
                    <a:pt x="1861618" y="868760"/>
                  </a:lnTo>
                  <a:lnTo>
                    <a:pt x="1735711" y="868886"/>
                  </a:lnTo>
                  <a:lnTo>
                    <a:pt x="1674170" y="795776"/>
                  </a:lnTo>
                  <a:cubicBezTo>
                    <a:pt x="1623453" y="822895"/>
                    <a:pt x="1555693" y="838317"/>
                    <a:pt x="1498384" y="838801"/>
                  </a:cubicBezTo>
                  <a:cubicBezTo>
                    <a:pt x="1275314" y="840401"/>
                    <a:pt x="1097870" y="668897"/>
                    <a:pt x="1097870" y="425265"/>
                  </a:cubicBezTo>
                  <a:lnTo>
                    <a:pt x="1097870" y="422312"/>
                  </a:lnTo>
                  <a:cubicBezTo>
                    <a:pt x="1097870" y="177190"/>
                    <a:pt x="1271075" y="1486"/>
                    <a:pt x="1495758" y="13"/>
                  </a:cubicBezTo>
                </a:path>
              </a:pathLst>
            </a:custGeom>
            <a:grpFill/>
            <a:ln w="3410" cap="flat">
              <a:noFill/>
              <a:prstDash val="solid"/>
              <a:miter/>
            </a:ln>
          </p:spPr>
          <p:txBody>
            <a:bodyPr rtlCol="0" anchor="ctr"/>
            <a:lstStyle/>
            <a:p>
              <a:endParaRPr lang="en-US" sz="1800"/>
            </a:p>
          </p:txBody>
        </p:sp>
        <p:sp>
          <p:nvSpPr>
            <p:cNvPr id="7" name="fortress_black">
              <a:extLst>
                <a:ext uri="{FF2B5EF4-FFF2-40B4-BE49-F238E27FC236}">
                  <a16:creationId xmlns:a16="http://schemas.microsoft.com/office/drawing/2014/main" id="{75B891B4-DAF9-9D7B-393F-6DFA2C439E74}"/>
                </a:ext>
              </a:extLst>
            </p:cNvPr>
            <p:cNvSpPr/>
            <p:nvPr/>
          </p:nvSpPr>
          <p:spPr>
            <a:xfrm>
              <a:off x="345440" y="2627692"/>
              <a:ext cx="3055280" cy="1604143"/>
            </a:xfrm>
            <a:custGeom>
              <a:avLst/>
              <a:gdLst>
                <a:gd name="connsiteX0" fmla="*/ 2907935 w 3055280"/>
                <a:gd name="connsiteY0" fmla="*/ 1149921 h 1604143"/>
                <a:gd name="connsiteX1" fmla="*/ 3055280 w 3055280"/>
                <a:gd name="connsiteY1" fmla="*/ 1001604 h 1604143"/>
                <a:gd name="connsiteX2" fmla="*/ 3055280 w 3055280"/>
                <a:gd name="connsiteY2" fmla="*/ 1000738 h 1604143"/>
                <a:gd name="connsiteX3" fmla="*/ 2907935 w 3055280"/>
                <a:gd name="connsiteY3" fmla="*/ 853151 h 1604143"/>
                <a:gd name="connsiteX4" fmla="*/ 2760375 w 3055280"/>
                <a:gd name="connsiteY4" fmla="*/ 1001604 h 1604143"/>
                <a:gd name="connsiteX5" fmla="*/ 2760375 w 3055280"/>
                <a:gd name="connsiteY5" fmla="*/ 1002470 h 1604143"/>
                <a:gd name="connsiteX6" fmla="*/ 2907935 w 3055280"/>
                <a:gd name="connsiteY6" fmla="*/ 1149921 h 1604143"/>
                <a:gd name="connsiteX7" fmla="*/ 2907935 w 3055280"/>
                <a:gd name="connsiteY7" fmla="*/ 1133776 h 1604143"/>
                <a:gd name="connsiteX8" fmla="*/ 2777438 w 3055280"/>
                <a:gd name="connsiteY8" fmla="*/ 1002467 h 1604143"/>
                <a:gd name="connsiteX9" fmla="*/ 2777438 w 3055280"/>
                <a:gd name="connsiteY9" fmla="*/ 1001601 h 1604143"/>
                <a:gd name="connsiteX10" fmla="*/ 2907935 w 3055280"/>
                <a:gd name="connsiteY10" fmla="*/ 869423 h 1604143"/>
                <a:gd name="connsiteX11" fmla="*/ 3038364 w 3055280"/>
                <a:gd name="connsiteY11" fmla="*/ 1000735 h 1604143"/>
                <a:gd name="connsiteX12" fmla="*/ 3038364 w 3055280"/>
                <a:gd name="connsiteY12" fmla="*/ 1001601 h 1604143"/>
                <a:gd name="connsiteX13" fmla="*/ 2907935 w 3055280"/>
                <a:gd name="connsiteY13" fmla="*/ 1133776 h 1604143"/>
                <a:gd name="connsiteX14" fmla="*/ 2846896 w 3055280"/>
                <a:gd name="connsiteY14" fmla="*/ 1075338 h 1604143"/>
                <a:gd name="connsiteX15" fmla="*/ 2884217 w 3055280"/>
                <a:gd name="connsiteY15" fmla="*/ 1075338 h 1604143"/>
                <a:gd name="connsiteX16" fmla="*/ 2884217 w 3055280"/>
                <a:gd name="connsiteY16" fmla="*/ 1026997 h 1604143"/>
                <a:gd name="connsiteX17" fmla="*/ 2907939 w 3055280"/>
                <a:gd name="connsiteY17" fmla="*/ 1026997 h 1604143"/>
                <a:gd name="connsiteX18" fmla="*/ 2940970 w 3055280"/>
                <a:gd name="connsiteY18" fmla="*/ 1075338 h 1604143"/>
                <a:gd name="connsiteX19" fmla="*/ 2985846 w 3055280"/>
                <a:gd name="connsiteY19" fmla="*/ 1075338 h 1604143"/>
                <a:gd name="connsiteX20" fmla="*/ 2946954 w 3055280"/>
                <a:gd name="connsiteY20" fmla="*/ 1020225 h 1604143"/>
                <a:gd name="connsiteX21" fmla="*/ 2980789 w 3055280"/>
                <a:gd name="connsiteY21" fmla="*/ 972750 h 1604143"/>
                <a:gd name="connsiteX22" fmla="*/ 2918803 w 3055280"/>
                <a:gd name="connsiteY22" fmla="*/ 921825 h 1604143"/>
                <a:gd name="connsiteX23" fmla="*/ 2846896 w 3055280"/>
                <a:gd name="connsiteY23" fmla="*/ 921825 h 1604143"/>
                <a:gd name="connsiteX24" fmla="*/ 2846896 w 3055280"/>
                <a:gd name="connsiteY24" fmla="*/ 1075338 h 1604143"/>
                <a:gd name="connsiteX25" fmla="*/ 2884213 w 3055280"/>
                <a:gd name="connsiteY25" fmla="*/ 996544 h 1604143"/>
                <a:gd name="connsiteX26" fmla="*/ 2884213 w 3055280"/>
                <a:gd name="connsiteY26" fmla="*/ 954136 h 1604143"/>
                <a:gd name="connsiteX27" fmla="*/ 2916334 w 3055280"/>
                <a:gd name="connsiteY27" fmla="*/ 954136 h 1604143"/>
                <a:gd name="connsiteX28" fmla="*/ 2942647 w 3055280"/>
                <a:gd name="connsiteY28" fmla="*/ 975342 h 1604143"/>
                <a:gd name="connsiteX29" fmla="*/ 2916334 w 3055280"/>
                <a:gd name="connsiteY29" fmla="*/ 996548 h 1604143"/>
                <a:gd name="connsiteX30" fmla="*/ 2884213 w 3055280"/>
                <a:gd name="connsiteY30" fmla="*/ 996548 h 1604143"/>
                <a:gd name="connsiteX31" fmla="*/ 1472991 w 3055280"/>
                <a:gd name="connsiteY31" fmla="*/ 85508 h 1604143"/>
                <a:gd name="connsiteX32" fmla="*/ 1472991 w 3055280"/>
                <a:gd name="connsiteY32" fmla="*/ 1373500 h 1604143"/>
                <a:gd name="connsiteX33" fmla="*/ 1636751 w 3055280"/>
                <a:gd name="connsiteY33" fmla="*/ 1316552 h 1604143"/>
                <a:gd name="connsiteX34" fmla="*/ 1636751 w 3055280"/>
                <a:gd name="connsiteY34" fmla="*/ 142803 h 1604143"/>
                <a:gd name="connsiteX35" fmla="*/ 2127861 w 3055280"/>
                <a:gd name="connsiteY35" fmla="*/ 314266 h 1604143"/>
                <a:gd name="connsiteX36" fmla="*/ 2127861 w 3055280"/>
                <a:gd name="connsiteY36" fmla="*/ 1145090 h 1604143"/>
                <a:gd name="connsiteX37" fmla="*/ 2291372 w 3055280"/>
                <a:gd name="connsiteY37" fmla="*/ 1087890 h 1604143"/>
                <a:gd name="connsiteX38" fmla="*/ 2291372 w 3055280"/>
                <a:gd name="connsiteY38" fmla="*/ 371316 h 1604143"/>
                <a:gd name="connsiteX39" fmla="*/ 2455060 w 3055280"/>
                <a:gd name="connsiteY39" fmla="*/ 428625 h 1604143"/>
                <a:gd name="connsiteX40" fmla="*/ 2455060 w 3055280"/>
                <a:gd name="connsiteY40" fmla="*/ 1204219 h 1604143"/>
                <a:gd name="connsiteX41" fmla="*/ 1964063 w 3055280"/>
                <a:gd name="connsiteY41" fmla="*/ 1375583 h 1604143"/>
                <a:gd name="connsiteX42" fmla="*/ 1964063 w 3055280"/>
                <a:gd name="connsiteY42" fmla="*/ 430405 h 1604143"/>
                <a:gd name="connsiteX43" fmla="*/ 1800641 w 3055280"/>
                <a:gd name="connsiteY43" fmla="*/ 373345 h 1604143"/>
                <a:gd name="connsiteX44" fmla="*/ 1800641 w 3055280"/>
                <a:gd name="connsiteY44" fmla="*/ 1432780 h 1604143"/>
                <a:gd name="connsiteX45" fmla="*/ 1309388 w 3055280"/>
                <a:gd name="connsiteY45" fmla="*/ 1604144 h 1604143"/>
                <a:gd name="connsiteX46" fmla="*/ 1309388 w 3055280"/>
                <a:gd name="connsiteY46" fmla="*/ 201838 h 1604143"/>
                <a:gd name="connsiteX47" fmla="*/ 1227590 w 3055280"/>
                <a:gd name="connsiteY47" fmla="*/ 173280 h 1604143"/>
                <a:gd name="connsiteX48" fmla="*/ 1145832 w 3055280"/>
                <a:gd name="connsiteY48" fmla="*/ 201838 h 1604143"/>
                <a:gd name="connsiteX49" fmla="*/ 1145832 w 3055280"/>
                <a:gd name="connsiteY49" fmla="*/ 1604137 h 1604143"/>
                <a:gd name="connsiteX50" fmla="*/ 654815 w 3055280"/>
                <a:gd name="connsiteY50" fmla="*/ 1432773 h 1604143"/>
                <a:gd name="connsiteX51" fmla="*/ 654815 w 3055280"/>
                <a:gd name="connsiteY51" fmla="*/ 373341 h 1604143"/>
                <a:gd name="connsiteX52" fmla="*/ 491062 w 3055280"/>
                <a:gd name="connsiteY52" fmla="*/ 430401 h 1604143"/>
                <a:gd name="connsiteX53" fmla="*/ 491062 w 3055280"/>
                <a:gd name="connsiteY53" fmla="*/ 1375583 h 1604143"/>
                <a:gd name="connsiteX54" fmla="*/ 0 w 3055280"/>
                <a:gd name="connsiteY54" fmla="*/ 1204223 h 1604143"/>
                <a:gd name="connsiteX55" fmla="*/ 0 w 3055280"/>
                <a:gd name="connsiteY55" fmla="*/ 428628 h 1604143"/>
                <a:gd name="connsiteX56" fmla="*/ 163808 w 3055280"/>
                <a:gd name="connsiteY56" fmla="*/ 371319 h 1604143"/>
                <a:gd name="connsiteX57" fmla="*/ 163808 w 3055280"/>
                <a:gd name="connsiteY57" fmla="*/ 1087893 h 1604143"/>
                <a:gd name="connsiteX58" fmla="*/ 327407 w 3055280"/>
                <a:gd name="connsiteY58" fmla="*/ 1145093 h 1604143"/>
                <a:gd name="connsiteX59" fmla="*/ 327407 w 3055280"/>
                <a:gd name="connsiteY59" fmla="*/ 314270 h 1604143"/>
                <a:gd name="connsiteX60" fmla="*/ 818425 w 3055280"/>
                <a:gd name="connsiteY60" fmla="*/ 142803 h 1604143"/>
                <a:gd name="connsiteX61" fmla="*/ 818425 w 3055280"/>
                <a:gd name="connsiteY61" fmla="*/ 1316552 h 1604143"/>
                <a:gd name="connsiteX62" fmla="*/ 982079 w 3055280"/>
                <a:gd name="connsiteY62" fmla="*/ 1373500 h 1604143"/>
                <a:gd name="connsiteX63" fmla="*/ 982079 w 3055280"/>
                <a:gd name="connsiteY63" fmla="*/ 85508 h 1604143"/>
                <a:gd name="connsiteX64" fmla="*/ 1227590 w 3055280"/>
                <a:gd name="connsiteY64" fmla="*/ 0 h 1604143"/>
                <a:gd name="connsiteX65" fmla="*/ 1472991 w 3055280"/>
                <a:gd name="connsiteY65" fmla="*/ 85508 h 160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055280" h="1604143">
                  <a:moveTo>
                    <a:pt x="2907935" y="1149921"/>
                  </a:moveTo>
                  <a:cubicBezTo>
                    <a:pt x="2990078" y="1149921"/>
                    <a:pt x="3055280" y="1081991"/>
                    <a:pt x="3055280" y="1001604"/>
                  </a:cubicBezTo>
                  <a:lnTo>
                    <a:pt x="3055280" y="1000738"/>
                  </a:lnTo>
                  <a:cubicBezTo>
                    <a:pt x="3055280" y="920232"/>
                    <a:pt x="2990900" y="853151"/>
                    <a:pt x="2907935" y="853151"/>
                  </a:cubicBezTo>
                  <a:cubicBezTo>
                    <a:pt x="2825653" y="853151"/>
                    <a:pt x="2760375" y="921088"/>
                    <a:pt x="2760375" y="1001604"/>
                  </a:cubicBezTo>
                  <a:lnTo>
                    <a:pt x="2760375" y="1002470"/>
                  </a:lnTo>
                  <a:cubicBezTo>
                    <a:pt x="2760379" y="1082850"/>
                    <a:pt x="2824831" y="1149921"/>
                    <a:pt x="2907935" y="1149921"/>
                  </a:cubicBezTo>
                  <a:moveTo>
                    <a:pt x="2907935" y="1133776"/>
                  </a:moveTo>
                  <a:cubicBezTo>
                    <a:pt x="2833373" y="1133776"/>
                    <a:pt x="2777438" y="1074479"/>
                    <a:pt x="2777438" y="1002467"/>
                  </a:cubicBezTo>
                  <a:lnTo>
                    <a:pt x="2777438" y="1001601"/>
                  </a:lnTo>
                  <a:cubicBezTo>
                    <a:pt x="2777438" y="929473"/>
                    <a:pt x="2834157" y="869423"/>
                    <a:pt x="2907935" y="869423"/>
                  </a:cubicBezTo>
                  <a:cubicBezTo>
                    <a:pt x="2982396" y="869423"/>
                    <a:pt x="3038364" y="928733"/>
                    <a:pt x="3038364" y="1000735"/>
                  </a:cubicBezTo>
                  <a:lnTo>
                    <a:pt x="3038364" y="1001601"/>
                  </a:lnTo>
                  <a:cubicBezTo>
                    <a:pt x="3038364" y="1073606"/>
                    <a:pt x="2981611" y="1133776"/>
                    <a:pt x="2907935" y="1133776"/>
                  </a:cubicBezTo>
                  <a:moveTo>
                    <a:pt x="2846896" y="1075338"/>
                  </a:moveTo>
                  <a:lnTo>
                    <a:pt x="2884217" y="1075338"/>
                  </a:lnTo>
                  <a:lnTo>
                    <a:pt x="2884217" y="1026997"/>
                  </a:lnTo>
                  <a:lnTo>
                    <a:pt x="2907939" y="1026997"/>
                  </a:lnTo>
                  <a:lnTo>
                    <a:pt x="2940970" y="1075338"/>
                  </a:lnTo>
                  <a:lnTo>
                    <a:pt x="2985846" y="1075338"/>
                  </a:lnTo>
                  <a:lnTo>
                    <a:pt x="2946954" y="1020225"/>
                  </a:lnTo>
                  <a:cubicBezTo>
                    <a:pt x="2967287" y="1013436"/>
                    <a:pt x="2980789" y="997407"/>
                    <a:pt x="2980789" y="972750"/>
                  </a:cubicBezTo>
                  <a:cubicBezTo>
                    <a:pt x="2980789" y="938107"/>
                    <a:pt x="2954476" y="921825"/>
                    <a:pt x="2918803" y="921825"/>
                  </a:cubicBezTo>
                  <a:lnTo>
                    <a:pt x="2846896" y="921825"/>
                  </a:lnTo>
                  <a:lnTo>
                    <a:pt x="2846896" y="1075338"/>
                  </a:lnTo>
                  <a:close/>
                  <a:moveTo>
                    <a:pt x="2884213" y="996544"/>
                  </a:moveTo>
                  <a:lnTo>
                    <a:pt x="2884213" y="954136"/>
                  </a:lnTo>
                  <a:lnTo>
                    <a:pt x="2916334" y="954136"/>
                  </a:lnTo>
                  <a:cubicBezTo>
                    <a:pt x="2932356" y="954136"/>
                    <a:pt x="2942647" y="961784"/>
                    <a:pt x="2942647" y="975342"/>
                  </a:cubicBezTo>
                  <a:cubicBezTo>
                    <a:pt x="2942647" y="988044"/>
                    <a:pt x="2933359" y="996548"/>
                    <a:pt x="2916334" y="996548"/>
                  </a:cubicBezTo>
                  <a:lnTo>
                    <a:pt x="2884213" y="996548"/>
                  </a:lnTo>
                  <a:close/>
                  <a:moveTo>
                    <a:pt x="1472991" y="85508"/>
                  </a:moveTo>
                  <a:lnTo>
                    <a:pt x="1472991" y="1373500"/>
                  </a:lnTo>
                  <a:lnTo>
                    <a:pt x="1636751" y="1316552"/>
                  </a:lnTo>
                  <a:lnTo>
                    <a:pt x="1636751" y="142803"/>
                  </a:lnTo>
                  <a:lnTo>
                    <a:pt x="2127861" y="314266"/>
                  </a:lnTo>
                  <a:lnTo>
                    <a:pt x="2127861" y="1145090"/>
                  </a:lnTo>
                  <a:lnTo>
                    <a:pt x="2291372" y="1087890"/>
                  </a:lnTo>
                  <a:lnTo>
                    <a:pt x="2291372" y="371316"/>
                  </a:lnTo>
                  <a:lnTo>
                    <a:pt x="2455060" y="428625"/>
                  </a:lnTo>
                  <a:lnTo>
                    <a:pt x="2455060" y="1204219"/>
                  </a:lnTo>
                  <a:lnTo>
                    <a:pt x="1964063" y="1375583"/>
                  </a:lnTo>
                  <a:lnTo>
                    <a:pt x="1964063" y="430405"/>
                  </a:lnTo>
                  <a:lnTo>
                    <a:pt x="1800641" y="373345"/>
                  </a:lnTo>
                  <a:lnTo>
                    <a:pt x="1800641" y="1432780"/>
                  </a:lnTo>
                  <a:lnTo>
                    <a:pt x="1309388" y="1604144"/>
                  </a:lnTo>
                  <a:lnTo>
                    <a:pt x="1309388" y="201838"/>
                  </a:lnTo>
                  <a:lnTo>
                    <a:pt x="1227590" y="173280"/>
                  </a:lnTo>
                  <a:lnTo>
                    <a:pt x="1145832" y="201838"/>
                  </a:lnTo>
                  <a:lnTo>
                    <a:pt x="1145832" y="1604137"/>
                  </a:lnTo>
                  <a:lnTo>
                    <a:pt x="654815" y="1432773"/>
                  </a:lnTo>
                  <a:lnTo>
                    <a:pt x="654815" y="373341"/>
                  </a:lnTo>
                  <a:lnTo>
                    <a:pt x="491062" y="430401"/>
                  </a:lnTo>
                  <a:lnTo>
                    <a:pt x="491062" y="1375583"/>
                  </a:lnTo>
                  <a:lnTo>
                    <a:pt x="0" y="1204223"/>
                  </a:lnTo>
                  <a:lnTo>
                    <a:pt x="0" y="428628"/>
                  </a:lnTo>
                  <a:lnTo>
                    <a:pt x="163808" y="371319"/>
                  </a:lnTo>
                  <a:lnTo>
                    <a:pt x="163808" y="1087893"/>
                  </a:lnTo>
                  <a:lnTo>
                    <a:pt x="327407" y="1145093"/>
                  </a:lnTo>
                  <a:lnTo>
                    <a:pt x="327407" y="314270"/>
                  </a:lnTo>
                  <a:lnTo>
                    <a:pt x="818425" y="142803"/>
                  </a:lnTo>
                  <a:lnTo>
                    <a:pt x="818425" y="1316552"/>
                  </a:lnTo>
                  <a:lnTo>
                    <a:pt x="982079" y="1373500"/>
                  </a:lnTo>
                  <a:lnTo>
                    <a:pt x="982079" y="85508"/>
                  </a:lnTo>
                  <a:lnTo>
                    <a:pt x="1227590" y="0"/>
                  </a:lnTo>
                  <a:lnTo>
                    <a:pt x="1472991" y="85508"/>
                  </a:lnTo>
                  <a:close/>
                </a:path>
              </a:pathLst>
            </a:custGeom>
            <a:grpFill/>
            <a:ln w="3410"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998397028"/>
      </p:ext>
    </p:extLst>
  </p:cSld>
  <p:clrMapOvr>
    <a:masterClrMapping/>
  </p:clrMapOvr>
  <p:extLst>
    <p:ext uri="{DCECCB84-F9BA-43D5-87BE-67443E8EF086}">
      <p15:sldGuideLst xmlns:p15="http://schemas.microsoft.com/office/powerpoint/2012/main">
        <p15:guide id="1" orient="horz" pos="1691">
          <p15:clr>
            <a:srgbClr val="C35EA4"/>
          </p15:clr>
        </p15:guide>
        <p15:guide id="2" orient="horz" pos="2207">
          <p15:clr>
            <a:srgbClr val="C35EA4"/>
          </p15:clr>
        </p15:guide>
        <p15:guide id="3" orient="horz" pos="2610">
          <p15:clr>
            <a:srgbClr val="C35EA4"/>
          </p15:clr>
        </p15:guide>
        <p15:guide id="4" orient="horz" pos="3221">
          <p15:clr>
            <a:srgbClr val="FBAE4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type="secHead" preserve="1">
  <p:cSld name="Divider 1">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7020FE-4CB1-D39D-65C7-B865A480F34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86359"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3379"/>
            <a:ext cx="6368100" cy="1554480"/>
          </a:xfrm>
        </p:spPr>
        <p:txBody>
          <a:bodyPr/>
          <a:lstStyle>
            <a:lvl1pPr marL="0" indent="0">
              <a:buNone/>
              <a:defRPr sz="1200" b="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4" name="fortress_black_logo">
            <a:extLst>
              <a:ext uri="{FF2B5EF4-FFF2-40B4-BE49-F238E27FC236}">
                <a16:creationId xmlns:a16="http://schemas.microsoft.com/office/drawing/2014/main" id="{B32ED1A1-317A-42CD-B642-C72A0B878E3E}"/>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37352567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type="secHead" preserve="1">
  <p:cSld name="Divider 2">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6EB182-729A-7670-277F-F9A8EDFBD33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solidFill>
                  <a:schemeClr val="bg1"/>
                </a:solidFill>
              </a:defRPr>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6472"/>
            <a:ext cx="6368100" cy="1554480"/>
          </a:xfrm>
        </p:spPr>
        <p:txBody>
          <a:bodyPr/>
          <a:lstStyle>
            <a:lvl1pPr marL="0" indent="0">
              <a:buNone/>
              <a:defRPr sz="1200" b="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F5F09458-08B8-621B-0CBF-BDBC87C040E8}"/>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3619927477"/>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type="secHead" preserve="1">
  <p:cSld name="Divider 3">
    <p:bg>
      <p:bgPr>
        <a:solidFill>
          <a:schemeClr val="tx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35EDD5-E2AA-ECB1-546C-AA77A35012A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invGray">
          <a:xfrm>
            <a:off x="0" y="0"/>
            <a:ext cx="12192000" cy="6858000"/>
          </a:xfrm>
          <a:prstGeom prst="rect">
            <a:avLst/>
          </a:prstGeom>
        </p:spPr>
      </p:pic>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F754F608-30BB-D0EA-C1E6-8C63FFBBF6AD}"/>
              </a:ext>
            </a:extLst>
          </p:cNvPr>
          <p:cNvSpPr>
            <a:spLocks noGrp="1"/>
          </p:cNvSpPr>
          <p:nvPr>
            <p:ph type="title" hasCustomPrompt="1"/>
          </p:nvPr>
        </p:nvSpPr>
        <p:spPr>
          <a:xfrm>
            <a:off x="548640" y="730252"/>
            <a:ext cx="8229600" cy="2909887"/>
          </a:xfrm>
        </p:spPr>
        <p:txBody>
          <a:bodyPr anchor="b" anchorCtr="0"/>
          <a:lstStyle>
            <a:lvl1pPr>
              <a:defRPr sz="3600">
                <a:solidFill>
                  <a:schemeClr val="bg1"/>
                </a:solidFill>
              </a:defRPr>
            </a:lvl1pPr>
          </a:lstStyle>
          <a:p>
            <a:r>
              <a:rPr lang="en-US"/>
              <a:t>Divider title style, Bold 36pt</a:t>
            </a:r>
          </a:p>
        </p:txBody>
      </p:sp>
      <p:sp>
        <p:nvSpPr>
          <p:cNvPr id="3" name="Text Placeholder 2">
            <a:extLst>
              <a:ext uri="{FF2B5EF4-FFF2-40B4-BE49-F238E27FC236}">
                <a16:creationId xmlns:a16="http://schemas.microsoft.com/office/drawing/2014/main" id="{553CEC2F-A7B2-BAEF-3C35-77D27323E74E}"/>
              </a:ext>
            </a:extLst>
          </p:cNvPr>
          <p:cNvSpPr>
            <a:spLocks noGrp="1"/>
          </p:cNvSpPr>
          <p:nvPr>
            <p:ph type="body" idx="1" hasCustomPrompt="1"/>
          </p:nvPr>
        </p:nvSpPr>
        <p:spPr>
          <a:xfrm>
            <a:off x="548641" y="3776472"/>
            <a:ext cx="6368100" cy="1554480"/>
          </a:xfrm>
        </p:spPr>
        <p:txBody>
          <a:bodyPr/>
          <a:lstStyle>
            <a:lvl1pPr marL="0" indent="0">
              <a:buNone/>
              <a:defRPr sz="1200" b="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Optional supporting text, Reg 12pt</a:t>
            </a:r>
          </a:p>
        </p:txBody>
      </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FCAB6E72-573F-C754-449C-E84857C3D952}"/>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160830704"/>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48" name="Graphic 46">
            <a:extLst>
              <a:ext uri="{FF2B5EF4-FFF2-40B4-BE49-F238E27FC236}">
                <a16:creationId xmlns:a16="http://schemas.microsoft.com/office/drawing/2014/main" id="{4332D165-7AB4-76AC-313D-67F5E1A94D71}"/>
              </a:ext>
              <a:ext uri="{C183D7F6-B498-43B3-948B-1728B52AA6E4}">
                <adec:decorative xmlns:adec="http://schemas.microsoft.com/office/drawing/2017/decorative" val="1"/>
              </a:ext>
            </a:extLst>
          </p:cNvPr>
          <p:cNvSpPr/>
          <p:nvPr/>
        </p:nvSpPr>
        <p:spPr bwMode="invGray">
          <a:xfrm>
            <a:off x="-977" y="3932652"/>
            <a:ext cx="12191453" cy="2925348"/>
          </a:xfrm>
          <a:custGeom>
            <a:avLst/>
            <a:gdLst>
              <a:gd name="connsiteX0" fmla="*/ 4837 w 12191453"/>
              <a:gd name="connsiteY0" fmla="*/ 2819661 h 2925348"/>
              <a:gd name="connsiteX1" fmla="*/ 3263046 w 12191453"/>
              <a:gd name="connsiteY1" fmla="*/ 1631796 h 2925348"/>
              <a:gd name="connsiteX2" fmla="*/ 3263046 w 12191453"/>
              <a:gd name="connsiteY2" fmla="*/ 1631796 h 2925348"/>
              <a:gd name="connsiteX3" fmla="*/ 8865393 w 12191453"/>
              <a:gd name="connsiteY3" fmla="*/ 1223720 h 2925348"/>
              <a:gd name="connsiteX4" fmla="*/ 8865393 w 12191453"/>
              <a:gd name="connsiteY4" fmla="*/ 1223720 h 2925348"/>
              <a:gd name="connsiteX5" fmla="*/ 8864631 w 12191453"/>
              <a:gd name="connsiteY5" fmla="*/ 408076 h 2925348"/>
              <a:gd name="connsiteX6" fmla="*/ 7744009 w 12191453"/>
              <a:gd name="connsiteY6" fmla="*/ 0 h 2925348"/>
              <a:gd name="connsiteX7" fmla="*/ 6622626 w 12191453"/>
              <a:gd name="connsiteY7" fmla="*/ 408076 h 2925348"/>
              <a:gd name="connsiteX8" fmla="*/ 6624785 w 12191453"/>
              <a:gd name="connsiteY8" fmla="*/ 1224355 h 2925348"/>
              <a:gd name="connsiteX9" fmla="*/ 7743997 w 12191453"/>
              <a:gd name="connsiteY9" fmla="*/ 1631796 h 2925348"/>
              <a:gd name="connsiteX10" fmla="*/ 4382906 w 12191453"/>
              <a:gd name="connsiteY10" fmla="*/ 408711 h 2925348"/>
              <a:gd name="connsiteX11" fmla="*/ 4382906 w 12191453"/>
              <a:gd name="connsiteY11" fmla="*/ 408711 h 2925348"/>
              <a:gd name="connsiteX12" fmla="*/ 4384303 w 12191453"/>
              <a:gd name="connsiteY12" fmla="*/ 1225244 h 2925348"/>
              <a:gd name="connsiteX13" fmla="*/ 5503147 w 12191453"/>
              <a:gd name="connsiteY13" fmla="*/ 1631809 h 2925348"/>
              <a:gd name="connsiteX14" fmla="*/ 6624150 w 12191453"/>
              <a:gd name="connsiteY14" fmla="*/ 1224621 h 2925348"/>
              <a:gd name="connsiteX15" fmla="*/ 6623388 w 12191453"/>
              <a:gd name="connsiteY15" fmla="*/ 408723 h 2925348"/>
              <a:gd name="connsiteX16" fmla="*/ 5503147 w 12191453"/>
              <a:gd name="connsiteY16" fmla="*/ 1536 h 2925348"/>
              <a:gd name="connsiteX17" fmla="*/ 4382906 w 12191453"/>
              <a:gd name="connsiteY17" fmla="*/ 408711 h 2925348"/>
              <a:gd name="connsiteX18" fmla="*/ 12191453 w 12191453"/>
              <a:gd name="connsiteY18" fmla="*/ 1622629 h 2925348"/>
              <a:gd name="connsiteX19" fmla="*/ 11100161 w 12191453"/>
              <a:gd name="connsiteY19" fmla="*/ 1226514 h 2925348"/>
              <a:gd name="connsiteX20" fmla="*/ 9979159 w 12191453"/>
              <a:gd name="connsiteY20" fmla="*/ 1633688 h 2925348"/>
              <a:gd name="connsiteX21" fmla="*/ 9979159 w 12191453"/>
              <a:gd name="connsiteY21" fmla="*/ 1633688 h 2925348"/>
              <a:gd name="connsiteX22" fmla="*/ 9981317 w 12191453"/>
              <a:gd name="connsiteY22" fmla="*/ 2450259 h 2925348"/>
              <a:gd name="connsiteX23" fmla="*/ 11100161 w 12191453"/>
              <a:gd name="connsiteY23" fmla="*/ 2856773 h 2925348"/>
              <a:gd name="connsiteX24" fmla="*/ 12191453 w 12191453"/>
              <a:gd name="connsiteY24" fmla="*/ 2460632 h 2925348"/>
              <a:gd name="connsiteX25" fmla="*/ 7742486 w 12191453"/>
              <a:gd name="connsiteY25" fmla="*/ 0 h 2925348"/>
              <a:gd name="connsiteX26" fmla="*/ 7742486 w 12191453"/>
              <a:gd name="connsiteY26" fmla="*/ 0 h 2925348"/>
              <a:gd name="connsiteX27" fmla="*/ 7742486 w 12191453"/>
              <a:gd name="connsiteY27" fmla="*/ 1630272 h 2925348"/>
              <a:gd name="connsiteX28" fmla="*/ 4382906 w 12191453"/>
              <a:gd name="connsiteY28" fmla="*/ 408330 h 2925348"/>
              <a:gd name="connsiteX29" fmla="*/ 4382906 w 12191453"/>
              <a:gd name="connsiteY29" fmla="*/ 408330 h 2925348"/>
              <a:gd name="connsiteX30" fmla="*/ 6624150 w 12191453"/>
              <a:gd name="connsiteY30" fmla="*/ 1224990 h 2925348"/>
              <a:gd name="connsiteX31" fmla="*/ 6624150 w 12191453"/>
              <a:gd name="connsiteY31" fmla="*/ 408330 h 2925348"/>
              <a:gd name="connsiteX32" fmla="*/ 6624150 w 12191453"/>
              <a:gd name="connsiteY32" fmla="*/ 408330 h 2925348"/>
              <a:gd name="connsiteX33" fmla="*/ 4384430 w 12191453"/>
              <a:gd name="connsiteY33" fmla="*/ 1224990 h 2925348"/>
              <a:gd name="connsiteX34" fmla="*/ 7742486 w 12191453"/>
              <a:gd name="connsiteY34" fmla="*/ 2925349 h 2925348"/>
              <a:gd name="connsiteX35" fmla="*/ 7741724 w 12191453"/>
              <a:gd name="connsiteY35" fmla="*/ 1630272 h 2925348"/>
              <a:gd name="connsiteX36" fmla="*/ 5501242 w 12191453"/>
              <a:gd name="connsiteY36" fmla="*/ 1630272 h 2925348"/>
              <a:gd name="connsiteX37" fmla="*/ 5501242 w 12191453"/>
              <a:gd name="connsiteY37" fmla="*/ 1630272 h 2925348"/>
              <a:gd name="connsiteX38" fmla="*/ 5502639 w 12191453"/>
              <a:gd name="connsiteY38" fmla="*/ 2925349 h 2925348"/>
              <a:gd name="connsiteX39" fmla="*/ 5502766 w 12191453"/>
              <a:gd name="connsiteY39" fmla="*/ 1524 h 2925348"/>
              <a:gd name="connsiteX40" fmla="*/ 5502766 w 12191453"/>
              <a:gd name="connsiteY40" fmla="*/ 1524 h 2925348"/>
              <a:gd name="connsiteX41" fmla="*/ 5501242 w 12191453"/>
              <a:gd name="connsiteY41" fmla="*/ 1630272 h 2925348"/>
              <a:gd name="connsiteX42" fmla="*/ 11103589 w 12191453"/>
              <a:gd name="connsiteY42" fmla="*/ 1224990 h 2925348"/>
              <a:gd name="connsiteX43" fmla="*/ 11102066 w 12191453"/>
              <a:gd name="connsiteY43" fmla="*/ 409854 h 2925348"/>
              <a:gd name="connsiteX44" fmla="*/ 11102066 w 12191453"/>
              <a:gd name="connsiteY44" fmla="*/ 409854 h 2925348"/>
              <a:gd name="connsiteX45" fmla="*/ 12191453 w 12191453"/>
              <a:gd name="connsiteY45" fmla="*/ 12760 h 2925348"/>
              <a:gd name="connsiteX46" fmla="*/ 11102066 w 12191453"/>
              <a:gd name="connsiteY46" fmla="*/ 409841 h 2925348"/>
              <a:gd name="connsiteX47" fmla="*/ 11102066 w 12191453"/>
              <a:gd name="connsiteY47" fmla="*/ 409854 h 2925348"/>
              <a:gd name="connsiteX48" fmla="*/ 11102066 w 12191453"/>
              <a:gd name="connsiteY48" fmla="*/ 409854 h 2925348"/>
              <a:gd name="connsiteX49" fmla="*/ 12191453 w 12191453"/>
              <a:gd name="connsiteY49" fmla="*/ 805804 h 2925348"/>
              <a:gd name="connsiteX50" fmla="*/ 12191453 w 12191453"/>
              <a:gd name="connsiteY50" fmla="*/ 829065 h 2925348"/>
              <a:gd name="connsiteX51" fmla="*/ 12191453 w 12191453"/>
              <a:gd name="connsiteY51" fmla="*/ 829065 h 2925348"/>
              <a:gd name="connsiteX52" fmla="*/ 11103589 w 12191453"/>
              <a:gd name="connsiteY52" fmla="*/ 1224990 h 2925348"/>
              <a:gd name="connsiteX53" fmla="*/ 10547634 w 12191453"/>
              <a:gd name="connsiteY53" fmla="*/ 2925057 h 2925348"/>
              <a:gd name="connsiteX54" fmla="*/ 9987158 w 12191453"/>
              <a:gd name="connsiteY54" fmla="*/ 2721184 h 2925348"/>
              <a:gd name="connsiteX55" fmla="*/ 9428751 w 12191453"/>
              <a:gd name="connsiteY55" fmla="*/ 2925057 h 2925348"/>
              <a:gd name="connsiteX56" fmla="*/ 9428751 w 12191453"/>
              <a:gd name="connsiteY56" fmla="*/ 2925057 h 2925348"/>
              <a:gd name="connsiteX57" fmla="*/ 8863742 w 12191453"/>
              <a:gd name="connsiteY57" fmla="*/ 2925349 h 2925348"/>
              <a:gd name="connsiteX58" fmla="*/ 8862346 w 12191453"/>
              <a:gd name="connsiteY58" fmla="*/ 2859833 h 2925348"/>
              <a:gd name="connsiteX59" fmla="*/ 8862346 w 12191453"/>
              <a:gd name="connsiteY59" fmla="*/ 2859833 h 2925348"/>
              <a:gd name="connsiteX60" fmla="*/ 9983729 w 12191453"/>
              <a:gd name="connsiteY60" fmla="*/ 2443885 h 2925348"/>
              <a:gd name="connsiteX61" fmla="*/ 9983729 w 12191453"/>
              <a:gd name="connsiteY61" fmla="*/ 2443885 h 2925348"/>
              <a:gd name="connsiteX62" fmla="*/ 11100542 w 12191453"/>
              <a:gd name="connsiteY62" fmla="*/ 2858309 h 2925348"/>
              <a:gd name="connsiteX63" fmla="*/ 11100542 w 12191453"/>
              <a:gd name="connsiteY63" fmla="*/ 2858309 h 2925348"/>
              <a:gd name="connsiteX64" fmla="*/ 11283859 w 12191453"/>
              <a:gd name="connsiteY64" fmla="*/ 2925057 h 2925348"/>
              <a:gd name="connsiteX65" fmla="*/ 1021802 w 12191453"/>
              <a:gd name="connsiteY65" fmla="*/ 1631161 h 2925348"/>
              <a:gd name="connsiteX66" fmla="*/ 1021802 w 12191453"/>
              <a:gd name="connsiteY66" fmla="*/ 1631161 h 2925348"/>
              <a:gd name="connsiteX67" fmla="*/ 1023199 w 12191453"/>
              <a:gd name="connsiteY67" fmla="*/ 2447402 h 2925348"/>
              <a:gd name="connsiteX68" fmla="*/ 2142043 w 12191453"/>
              <a:gd name="connsiteY68" fmla="*/ 2853738 h 2925348"/>
              <a:gd name="connsiteX69" fmla="*/ 3263046 w 12191453"/>
              <a:gd name="connsiteY69" fmla="*/ 2446678 h 2925348"/>
              <a:gd name="connsiteX70" fmla="*/ 3262284 w 12191453"/>
              <a:gd name="connsiteY70" fmla="*/ 1631161 h 2925348"/>
              <a:gd name="connsiteX71" fmla="*/ 2142043 w 12191453"/>
              <a:gd name="connsiteY71" fmla="*/ 1223466 h 2925348"/>
              <a:gd name="connsiteX72" fmla="*/ 1021802 w 12191453"/>
              <a:gd name="connsiteY72" fmla="*/ 1631161 h 2925348"/>
              <a:gd name="connsiteX73" fmla="*/ 4385953 w 12191453"/>
              <a:gd name="connsiteY73" fmla="*/ 411377 h 2925348"/>
              <a:gd name="connsiteX74" fmla="*/ 4385953 w 12191453"/>
              <a:gd name="connsiteY74" fmla="*/ 411377 h 2925348"/>
              <a:gd name="connsiteX75" fmla="*/ 3265713 w 12191453"/>
              <a:gd name="connsiteY75" fmla="*/ 3047 h 2925348"/>
              <a:gd name="connsiteX76" fmla="*/ 2144710 w 12191453"/>
              <a:gd name="connsiteY76" fmla="*/ 411377 h 2925348"/>
              <a:gd name="connsiteX77" fmla="*/ 3266093 w 12191453"/>
              <a:gd name="connsiteY77" fmla="*/ 1634843 h 2925348"/>
              <a:gd name="connsiteX78" fmla="*/ 3266093 w 12191453"/>
              <a:gd name="connsiteY78" fmla="*/ 1634843 h 2925348"/>
              <a:gd name="connsiteX79" fmla="*/ 4387477 w 12191453"/>
              <a:gd name="connsiteY79" fmla="*/ 1226514 h 2925348"/>
              <a:gd name="connsiteX80" fmla="*/ 4387477 w 12191453"/>
              <a:gd name="connsiteY80" fmla="*/ 1226514 h 2925348"/>
              <a:gd name="connsiteX81" fmla="*/ 2144710 w 12191453"/>
              <a:gd name="connsiteY81" fmla="*/ 411377 h 2925348"/>
              <a:gd name="connsiteX82" fmla="*/ 2144710 w 12191453"/>
              <a:gd name="connsiteY82" fmla="*/ 411377 h 2925348"/>
              <a:gd name="connsiteX83" fmla="*/ 4385953 w 12191453"/>
              <a:gd name="connsiteY83" fmla="*/ 1226514 h 2925348"/>
              <a:gd name="connsiteX84" fmla="*/ 4385953 w 12191453"/>
              <a:gd name="connsiteY84" fmla="*/ 1226514 h 2925348"/>
              <a:gd name="connsiteX85" fmla="*/ 4384684 w 12191453"/>
              <a:gd name="connsiteY85" fmla="*/ 2925349 h 2925348"/>
              <a:gd name="connsiteX86" fmla="*/ 2146233 w 12191453"/>
              <a:gd name="connsiteY86" fmla="*/ 1226514 h 2925348"/>
              <a:gd name="connsiteX87" fmla="*/ 2146233 w 12191453"/>
              <a:gd name="connsiteY87" fmla="*/ 1226514 h 2925348"/>
              <a:gd name="connsiteX88" fmla="*/ 4385953 w 12191453"/>
              <a:gd name="connsiteY88" fmla="*/ 411377 h 2925348"/>
              <a:gd name="connsiteX89" fmla="*/ 3263046 w 12191453"/>
              <a:gd name="connsiteY89" fmla="*/ 2449942 h 2925348"/>
              <a:gd name="connsiteX90" fmla="*/ 3263046 w 12191453"/>
              <a:gd name="connsiteY90" fmla="*/ 2449942 h 2925348"/>
              <a:gd name="connsiteX91" fmla="*/ 4381128 w 12191453"/>
              <a:gd name="connsiteY91" fmla="*/ 2856786 h 2925348"/>
              <a:gd name="connsiteX92" fmla="*/ 5501242 w 12191453"/>
              <a:gd name="connsiteY92" fmla="*/ 2449243 h 2925348"/>
              <a:gd name="connsiteX93" fmla="*/ 5500481 w 12191453"/>
              <a:gd name="connsiteY93" fmla="*/ 1634843 h 2925348"/>
              <a:gd name="connsiteX94" fmla="*/ 2141662 w 12191453"/>
              <a:gd name="connsiteY94" fmla="*/ 1223720 h 2925348"/>
              <a:gd name="connsiteX95" fmla="*/ 2140901 w 12191453"/>
              <a:gd name="connsiteY95" fmla="*/ 408317 h 2925348"/>
              <a:gd name="connsiteX96" fmla="*/ 4888 w 12191453"/>
              <a:gd name="connsiteY96" fmla="*/ 446852 h 2925348"/>
              <a:gd name="connsiteX97" fmla="*/ 4888 w 12191453"/>
              <a:gd name="connsiteY97" fmla="*/ 446852 h 2925348"/>
              <a:gd name="connsiteX98" fmla="*/ 2141662 w 12191453"/>
              <a:gd name="connsiteY98" fmla="*/ 1223466 h 2925348"/>
              <a:gd name="connsiteX99" fmla="*/ 2140139 w 12191453"/>
              <a:gd name="connsiteY99" fmla="*/ 408330 h 2925348"/>
              <a:gd name="connsiteX100" fmla="*/ 2140139 w 12191453"/>
              <a:gd name="connsiteY100" fmla="*/ 408330 h 2925348"/>
              <a:gd name="connsiteX101" fmla="*/ 0 w 12191453"/>
              <a:gd name="connsiteY101" fmla="*/ 1187217 h 2925348"/>
              <a:gd name="connsiteX102" fmla="*/ 2140901 w 12191453"/>
              <a:gd name="connsiteY102" fmla="*/ 2857726 h 2925348"/>
              <a:gd name="connsiteX103" fmla="*/ 2141662 w 12191453"/>
              <a:gd name="connsiteY103" fmla="*/ 2925349 h 2925348"/>
              <a:gd name="connsiteX104" fmla="*/ 1021802 w 12191453"/>
              <a:gd name="connsiteY104" fmla="*/ 2449980 h 2925348"/>
              <a:gd name="connsiteX105" fmla="*/ 1021802 w 12191453"/>
              <a:gd name="connsiteY105" fmla="*/ 2449980 h 2925348"/>
              <a:gd name="connsiteX106" fmla="*/ 1020279 w 12191453"/>
              <a:gd name="connsiteY106" fmla="*/ 2925349 h 2925348"/>
              <a:gd name="connsiteX107" fmla="*/ 9981444 w 12191453"/>
              <a:gd name="connsiteY107" fmla="*/ 1633700 h 2925348"/>
              <a:gd name="connsiteX108" fmla="*/ 9981444 w 12191453"/>
              <a:gd name="connsiteY108" fmla="*/ 1633700 h 2925348"/>
              <a:gd name="connsiteX109" fmla="*/ 8860822 w 12191453"/>
              <a:gd name="connsiteY109" fmla="*/ 1226514 h 2925348"/>
              <a:gd name="connsiteX110" fmla="*/ 7739439 w 12191453"/>
              <a:gd name="connsiteY110" fmla="*/ 1633700 h 2925348"/>
              <a:gd name="connsiteX111" fmla="*/ 7741598 w 12191453"/>
              <a:gd name="connsiteY111" fmla="*/ 2450272 h 2925348"/>
              <a:gd name="connsiteX112" fmla="*/ 8860822 w 12191453"/>
              <a:gd name="connsiteY112" fmla="*/ 2856786 h 2925348"/>
              <a:gd name="connsiteX113" fmla="*/ 9982206 w 12191453"/>
              <a:gd name="connsiteY113" fmla="*/ 2449573 h 2925348"/>
              <a:gd name="connsiteX114" fmla="*/ 9982206 w 12191453"/>
              <a:gd name="connsiteY114" fmla="*/ 2451503 h 2925348"/>
              <a:gd name="connsiteX115" fmla="*/ 7739439 w 12191453"/>
              <a:gd name="connsiteY115" fmla="*/ 1634843 h 2925348"/>
              <a:gd name="connsiteX116" fmla="*/ 7739439 w 12191453"/>
              <a:gd name="connsiteY116" fmla="*/ 1634843 h 2925348"/>
              <a:gd name="connsiteX117" fmla="*/ 3263046 w 12191453"/>
              <a:gd name="connsiteY117" fmla="*/ 1634843 h 2925348"/>
              <a:gd name="connsiteX118" fmla="*/ 5502512 w 12191453"/>
              <a:gd name="connsiteY118" fmla="*/ 2450805 h 2925348"/>
              <a:gd name="connsiteX119" fmla="*/ 6617420 w 12191453"/>
              <a:gd name="connsiteY119" fmla="*/ 2034400 h 2925348"/>
              <a:gd name="connsiteX120" fmla="*/ 7742740 w 12191453"/>
              <a:gd name="connsiteY120" fmla="*/ 2451503 h 2925348"/>
              <a:gd name="connsiteX121" fmla="*/ 9982206 w 12191453"/>
              <a:gd name="connsiteY121" fmla="*/ 1634843 h 2925348"/>
              <a:gd name="connsiteX122" fmla="*/ 9982206 w 12191453"/>
              <a:gd name="connsiteY122" fmla="*/ 1634843 h 2925348"/>
              <a:gd name="connsiteX123" fmla="*/ 8862346 w 12191453"/>
              <a:gd name="connsiteY123" fmla="*/ 1226514 h 2925348"/>
              <a:gd name="connsiteX124" fmla="*/ 8862346 w 12191453"/>
              <a:gd name="connsiteY124" fmla="*/ 1226514 h 2925348"/>
              <a:gd name="connsiteX125" fmla="*/ 8860822 w 12191453"/>
              <a:gd name="connsiteY125" fmla="*/ 2855262 h 2925348"/>
              <a:gd name="connsiteX126" fmla="*/ 12191453 w 12191453"/>
              <a:gd name="connsiteY126" fmla="*/ 1649762 h 2925348"/>
              <a:gd name="connsiteX127" fmla="*/ 12191453 w 12191453"/>
              <a:gd name="connsiteY127" fmla="*/ 1649762 h 2925348"/>
              <a:gd name="connsiteX128" fmla="*/ 9981317 w 12191453"/>
              <a:gd name="connsiteY128" fmla="*/ 2450272 h 2925348"/>
              <a:gd name="connsiteX129" fmla="*/ 11100542 w 12191453"/>
              <a:gd name="connsiteY129" fmla="*/ 1232608 h 2925348"/>
              <a:gd name="connsiteX130" fmla="*/ 11100542 w 12191453"/>
              <a:gd name="connsiteY130" fmla="*/ 1232608 h 2925348"/>
              <a:gd name="connsiteX131" fmla="*/ 11099019 w 12191453"/>
              <a:gd name="connsiteY131" fmla="*/ 2925349 h 2925348"/>
              <a:gd name="connsiteX132" fmla="*/ 2501 w 12191453"/>
              <a:gd name="connsiteY132" fmla="*/ 1261442 h 2925348"/>
              <a:gd name="connsiteX133" fmla="*/ 1019581 w 12191453"/>
              <a:gd name="connsiteY133" fmla="*/ 1631796 h 2925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2191453" h="2925348">
                <a:moveTo>
                  <a:pt x="4837" y="2819661"/>
                </a:moveTo>
                <a:lnTo>
                  <a:pt x="3263046" y="1631796"/>
                </a:lnTo>
                <a:lnTo>
                  <a:pt x="3263046" y="1631796"/>
                </a:lnTo>
                <a:moveTo>
                  <a:pt x="8865393" y="1223720"/>
                </a:moveTo>
                <a:lnTo>
                  <a:pt x="8865393" y="1223720"/>
                </a:lnTo>
                <a:lnTo>
                  <a:pt x="8864631" y="408076"/>
                </a:lnTo>
                <a:lnTo>
                  <a:pt x="7744009" y="0"/>
                </a:lnTo>
                <a:lnTo>
                  <a:pt x="6622626" y="408076"/>
                </a:lnTo>
                <a:lnTo>
                  <a:pt x="6624785" y="1224355"/>
                </a:lnTo>
                <a:lnTo>
                  <a:pt x="7743997" y="1631796"/>
                </a:lnTo>
                <a:moveTo>
                  <a:pt x="4382906" y="408711"/>
                </a:moveTo>
                <a:lnTo>
                  <a:pt x="4382906" y="408711"/>
                </a:lnTo>
                <a:lnTo>
                  <a:pt x="4384303" y="1225244"/>
                </a:lnTo>
                <a:lnTo>
                  <a:pt x="5503147" y="1631809"/>
                </a:lnTo>
                <a:lnTo>
                  <a:pt x="6624150" y="1224621"/>
                </a:lnTo>
                <a:lnTo>
                  <a:pt x="6623388" y="408723"/>
                </a:lnTo>
                <a:lnTo>
                  <a:pt x="5503147" y="1536"/>
                </a:lnTo>
                <a:lnTo>
                  <a:pt x="4382906" y="408711"/>
                </a:lnTo>
                <a:close/>
                <a:moveTo>
                  <a:pt x="12191453" y="1622629"/>
                </a:moveTo>
                <a:lnTo>
                  <a:pt x="11100161" y="1226514"/>
                </a:lnTo>
                <a:lnTo>
                  <a:pt x="9979159" y="1633688"/>
                </a:lnTo>
                <a:lnTo>
                  <a:pt x="9979159" y="1633688"/>
                </a:lnTo>
                <a:lnTo>
                  <a:pt x="9981317" y="2450259"/>
                </a:lnTo>
                <a:lnTo>
                  <a:pt x="11100161" y="2856773"/>
                </a:lnTo>
                <a:lnTo>
                  <a:pt x="12191453" y="2460632"/>
                </a:lnTo>
                <a:moveTo>
                  <a:pt x="7742486" y="0"/>
                </a:moveTo>
                <a:lnTo>
                  <a:pt x="7742486" y="0"/>
                </a:lnTo>
                <a:lnTo>
                  <a:pt x="7742486" y="1630272"/>
                </a:lnTo>
                <a:moveTo>
                  <a:pt x="4382906" y="408330"/>
                </a:moveTo>
                <a:lnTo>
                  <a:pt x="4382906" y="408330"/>
                </a:lnTo>
                <a:lnTo>
                  <a:pt x="6624150" y="1224990"/>
                </a:lnTo>
                <a:moveTo>
                  <a:pt x="6624150" y="408330"/>
                </a:moveTo>
                <a:lnTo>
                  <a:pt x="6624150" y="408330"/>
                </a:lnTo>
                <a:lnTo>
                  <a:pt x="4384430" y="1224990"/>
                </a:lnTo>
                <a:moveTo>
                  <a:pt x="7742486" y="2925349"/>
                </a:moveTo>
                <a:lnTo>
                  <a:pt x="7741724" y="1630272"/>
                </a:lnTo>
                <a:moveTo>
                  <a:pt x="5501242" y="1630272"/>
                </a:moveTo>
                <a:lnTo>
                  <a:pt x="5501242" y="1630272"/>
                </a:lnTo>
                <a:lnTo>
                  <a:pt x="5502639" y="2925349"/>
                </a:lnTo>
                <a:moveTo>
                  <a:pt x="5502766" y="1524"/>
                </a:moveTo>
                <a:lnTo>
                  <a:pt x="5502766" y="1524"/>
                </a:lnTo>
                <a:lnTo>
                  <a:pt x="5501242" y="1630272"/>
                </a:lnTo>
                <a:moveTo>
                  <a:pt x="11103589" y="1224990"/>
                </a:moveTo>
                <a:lnTo>
                  <a:pt x="11102066" y="409854"/>
                </a:lnTo>
                <a:lnTo>
                  <a:pt x="11102066" y="409854"/>
                </a:lnTo>
                <a:moveTo>
                  <a:pt x="12191453" y="12760"/>
                </a:moveTo>
                <a:lnTo>
                  <a:pt x="11102066" y="409841"/>
                </a:lnTo>
                <a:moveTo>
                  <a:pt x="11102066" y="409854"/>
                </a:moveTo>
                <a:lnTo>
                  <a:pt x="11102066" y="409854"/>
                </a:lnTo>
                <a:lnTo>
                  <a:pt x="12191453" y="805804"/>
                </a:lnTo>
                <a:moveTo>
                  <a:pt x="12191453" y="829065"/>
                </a:moveTo>
                <a:lnTo>
                  <a:pt x="12191453" y="829065"/>
                </a:lnTo>
                <a:lnTo>
                  <a:pt x="11103589" y="1224990"/>
                </a:lnTo>
                <a:moveTo>
                  <a:pt x="10547634" y="2925057"/>
                </a:moveTo>
                <a:lnTo>
                  <a:pt x="9987158" y="2721184"/>
                </a:lnTo>
                <a:lnTo>
                  <a:pt x="9428751" y="2925057"/>
                </a:lnTo>
                <a:lnTo>
                  <a:pt x="9428751" y="2925057"/>
                </a:lnTo>
                <a:moveTo>
                  <a:pt x="8863742" y="2925349"/>
                </a:moveTo>
                <a:lnTo>
                  <a:pt x="8862346" y="2859833"/>
                </a:lnTo>
                <a:lnTo>
                  <a:pt x="8862346" y="2859833"/>
                </a:lnTo>
                <a:moveTo>
                  <a:pt x="9983729" y="2443885"/>
                </a:moveTo>
                <a:lnTo>
                  <a:pt x="9983729" y="2443885"/>
                </a:lnTo>
                <a:moveTo>
                  <a:pt x="11100542" y="2858309"/>
                </a:moveTo>
                <a:lnTo>
                  <a:pt x="11100542" y="2858309"/>
                </a:lnTo>
                <a:lnTo>
                  <a:pt x="11283859" y="2925057"/>
                </a:lnTo>
                <a:moveTo>
                  <a:pt x="1021802" y="1631161"/>
                </a:moveTo>
                <a:lnTo>
                  <a:pt x="1021802" y="1631161"/>
                </a:lnTo>
                <a:lnTo>
                  <a:pt x="1023199" y="2447402"/>
                </a:lnTo>
                <a:lnTo>
                  <a:pt x="2142043" y="2853738"/>
                </a:lnTo>
                <a:lnTo>
                  <a:pt x="3263046" y="2446678"/>
                </a:lnTo>
                <a:lnTo>
                  <a:pt x="3262284" y="1631161"/>
                </a:lnTo>
                <a:lnTo>
                  <a:pt x="2142043" y="1223466"/>
                </a:lnTo>
                <a:lnTo>
                  <a:pt x="1021802" y="1631161"/>
                </a:lnTo>
                <a:close/>
                <a:moveTo>
                  <a:pt x="4385953" y="411377"/>
                </a:moveTo>
                <a:lnTo>
                  <a:pt x="4385953" y="411377"/>
                </a:lnTo>
                <a:lnTo>
                  <a:pt x="3265713" y="3047"/>
                </a:lnTo>
                <a:lnTo>
                  <a:pt x="2144710" y="411377"/>
                </a:lnTo>
                <a:moveTo>
                  <a:pt x="3266093" y="1634843"/>
                </a:moveTo>
                <a:lnTo>
                  <a:pt x="3266093" y="1634843"/>
                </a:lnTo>
                <a:lnTo>
                  <a:pt x="4387477" y="1226514"/>
                </a:lnTo>
                <a:moveTo>
                  <a:pt x="4387477" y="1226514"/>
                </a:moveTo>
                <a:lnTo>
                  <a:pt x="2144710" y="411377"/>
                </a:lnTo>
                <a:lnTo>
                  <a:pt x="2144710" y="411377"/>
                </a:lnTo>
                <a:moveTo>
                  <a:pt x="4385953" y="1226514"/>
                </a:moveTo>
                <a:lnTo>
                  <a:pt x="4385953" y="1226514"/>
                </a:lnTo>
                <a:lnTo>
                  <a:pt x="4384684" y="2925349"/>
                </a:lnTo>
                <a:moveTo>
                  <a:pt x="2146233" y="1226514"/>
                </a:moveTo>
                <a:lnTo>
                  <a:pt x="2146233" y="1226514"/>
                </a:lnTo>
                <a:lnTo>
                  <a:pt x="4385953" y="411377"/>
                </a:lnTo>
                <a:moveTo>
                  <a:pt x="3263046" y="2449942"/>
                </a:moveTo>
                <a:lnTo>
                  <a:pt x="3263046" y="2449942"/>
                </a:lnTo>
                <a:lnTo>
                  <a:pt x="4381128" y="2856786"/>
                </a:lnTo>
                <a:lnTo>
                  <a:pt x="5501242" y="2449243"/>
                </a:lnTo>
                <a:lnTo>
                  <a:pt x="5500481" y="1634843"/>
                </a:lnTo>
                <a:moveTo>
                  <a:pt x="2141662" y="1223720"/>
                </a:moveTo>
                <a:lnTo>
                  <a:pt x="2140901" y="408317"/>
                </a:lnTo>
                <a:moveTo>
                  <a:pt x="4888" y="446852"/>
                </a:moveTo>
                <a:lnTo>
                  <a:pt x="4888" y="446852"/>
                </a:lnTo>
                <a:lnTo>
                  <a:pt x="2141662" y="1223466"/>
                </a:lnTo>
                <a:moveTo>
                  <a:pt x="2140139" y="408330"/>
                </a:moveTo>
                <a:lnTo>
                  <a:pt x="2140139" y="408330"/>
                </a:lnTo>
                <a:lnTo>
                  <a:pt x="0" y="1187217"/>
                </a:lnTo>
                <a:moveTo>
                  <a:pt x="2140901" y="2857726"/>
                </a:moveTo>
                <a:lnTo>
                  <a:pt x="2141662" y="2925349"/>
                </a:lnTo>
                <a:moveTo>
                  <a:pt x="1021802" y="2449980"/>
                </a:moveTo>
                <a:lnTo>
                  <a:pt x="1021802" y="2449980"/>
                </a:lnTo>
                <a:lnTo>
                  <a:pt x="1020279" y="2925349"/>
                </a:lnTo>
                <a:moveTo>
                  <a:pt x="9981444" y="1633700"/>
                </a:moveTo>
                <a:lnTo>
                  <a:pt x="9981444" y="1633700"/>
                </a:lnTo>
                <a:lnTo>
                  <a:pt x="8860822" y="1226514"/>
                </a:lnTo>
                <a:lnTo>
                  <a:pt x="7739439" y="1633700"/>
                </a:lnTo>
                <a:lnTo>
                  <a:pt x="7741598" y="2450272"/>
                </a:lnTo>
                <a:lnTo>
                  <a:pt x="8860822" y="2856786"/>
                </a:lnTo>
                <a:lnTo>
                  <a:pt x="9982206" y="2449573"/>
                </a:lnTo>
                <a:moveTo>
                  <a:pt x="9982206" y="2451503"/>
                </a:moveTo>
                <a:lnTo>
                  <a:pt x="7739439" y="1634843"/>
                </a:lnTo>
                <a:lnTo>
                  <a:pt x="7739439" y="1634843"/>
                </a:lnTo>
                <a:moveTo>
                  <a:pt x="3263046" y="1634843"/>
                </a:moveTo>
                <a:lnTo>
                  <a:pt x="5502512" y="2450805"/>
                </a:lnTo>
                <a:lnTo>
                  <a:pt x="6617420" y="2034400"/>
                </a:lnTo>
                <a:lnTo>
                  <a:pt x="7742740" y="2451503"/>
                </a:lnTo>
                <a:lnTo>
                  <a:pt x="9982206" y="1634843"/>
                </a:lnTo>
                <a:lnTo>
                  <a:pt x="9982206" y="1634843"/>
                </a:lnTo>
                <a:moveTo>
                  <a:pt x="8862346" y="1226514"/>
                </a:moveTo>
                <a:lnTo>
                  <a:pt x="8862346" y="1226514"/>
                </a:lnTo>
                <a:lnTo>
                  <a:pt x="8860822" y="2855262"/>
                </a:lnTo>
                <a:moveTo>
                  <a:pt x="12191453" y="1649762"/>
                </a:moveTo>
                <a:lnTo>
                  <a:pt x="12191453" y="1649762"/>
                </a:lnTo>
                <a:lnTo>
                  <a:pt x="9981317" y="2450272"/>
                </a:lnTo>
                <a:moveTo>
                  <a:pt x="11100542" y="1232608"/>
                </a:moveTo>
                <a:lnTo>
                  <a:pt x="11100542" y="1232608"/>
                </a:lnTo>
                <a:lnTo>
                  <a:pt x="11099019" y="2925349"/>
                </a:lnTo>
                <a:moveTo>
                  <a:pt x="2501" y="1261442"/>
                </a:moveTo>
                <a:lnTo>
                  <a:pt x="1019581" y="1631796"/>
                </a:lnTo>
              </a:path>
            </a:pathLst>
          </a:custGeom>
          <a:noFill/>
          <a:ln w="9518" cap="flat">
            <a:solidFill>
              <a:srgbClr val="2F3541"/>
            </a:solidFill>
            <a:prstDash val="solid"/>
            <a:miter/>
          </a:ln>
        </p:spPr>
        <p:txBody>
          <a:bodyPr rtlCol="0" anchor="ctr"/>
          <a:lstStyle/>
          <a:p>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8" name="Title 7">
            <a:extLst>
              <a:ext uri="{FF2B5EF4-FFF2-40B4-BE49-F238E27FC236}">
                <a16:creationId xmlns:a16="http://schemas.microsoft.com/office/drawing/2014/main" id="{95D38071-7343-D0DD-EBDF-64B24CD22026}"/>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Agenda, Bold 24pt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48639" y="1554482"/>
            <a:ext cx="11091672" cy="589915"/>
          </a:xfr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12pt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4" name="fortress_black_logo">
            <a:extLst>
              <a:ext uri="{FF2B5EF4-FFF2-40B4-BE49-F238E27FC236}">
                <a16:creationId xmlns:a16="http://schemas.microsoft.com/office/drawing/2014/main" id="{A3EA41A7-8F9C-E8D3-05A0-5A8DFA12A42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45673964"/>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1 Col L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1" y="457200"/>
            <a:ext cx="11088687" cy="548640"/>
          </a:xfrm>
        </p:spPr>
        <p:txBody>
          <a:bodyPr anchor="t"/>
          <a:lstStyle>
            <a:lvl1pPr>
              <a:defRPr/>
            </a:lvl1pPr>
          </a:lstStyle>
          <a:p>
            <a:r>
              <a:rPr lang="en-US"/>
              <a:t>Title text, 24pt</a:t>
            </a:r>
          </a:p>
        </p:txBody>
      </p:sp>
      <p:sp>
        <p:nvSpPr>
          <p:cNvPr id="3" name="Text Placeholder 2">
            <a:extLst>
              <a:ext uri="{FF2B5EF4-FFF2-40B4-BE49-F238E27FC236}">
                <a16:creationId xmlns:a16="http://schemas.microsoft.com/office/drawing/2014/main" id="{29F1D91E-5EBC-CFFF-C4FF-658D5BCBE502}"/>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9" name="Content Placeholder 8">
            <a:extLst>
              <a:ext uri="{FF2B5EF4-FFF2-40B4-BE49-F238E27FC236}">
                <a16:creationId xmlns:a16="http://schemas.microsoft.com/office/drawing/2014/main" id="{4464C14F-BB82-5E54-CAD2-71A59FA18C2E}"/>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3">
            <a:extLst>
              <a:ext uri="{FF2B5EF4-FFF2-40B4-BE49-F238E27FC236}">
                <a16:creationId xmlns:a16="http://schemas.microsoft.com/office/drawing/2014/main" id="{70D5516A-ED08-4BFD-AE35-E980307B851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305975058"/>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1 Col Light Aqua">
    <p:bg>
      <p:bgPr>
        <a:solidFill>
          <a:srgbClr val="C7FD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ADA1B686-3EA1-290F-1850-EF5160AC70A9}"/>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5EFF485B-7B19-AF14-FD3C-4480B7FCBB74}"/>
              </a:ext>
            </a:extLst>
          </p:cNvPr>
          <p:cNvSpPr>
            <a:spLocks noGrp="1"/>
          </p:cNvSpPr>
          <p:nvPr>
            <p:ph sz="quarter" idx="16" hasCustomPrompt="1"/>
          </p:nvPr>
        </p:nvSpPr>
        <p:spPr>
          <a:xfrm>
            <a:off x="548639" y="1554480"/>
            <a:ext cx="11094720" cy="4617720"/>
          </a:xfrm>
        </p:spPr>
        <p:txBody>
          <a:bodyPr/>
          <a:lstStyle>
            <a:lvl3pPr>
              <a:defRPr/>
            </a:lvl3pPr>
            <a:lvl4pPr>
              <a:defRPr/>
            </a:lvl4pPr>
          </a:lstStyle>
          <a:p>
            <a:pPr lvl="0"/>
            <a:r>
              <a:rPr lang="en-US"/>
              <a:t>First level, reg 14pt no bullet:</a:t>
            </a:r>
          </a:p>
          <a:p>
            <a:pPr lvl="1"/>
            <a:r>
              <a:rPr lang="en-US"/>
              <a:t>Second level, reg 14pt first bullet. </a:t>
            </a:r>
            <a:r>
              <a:rPr lang="en-US" noProof="0"/>
              <a:t>If using periods, be consistent.</a:t>
            </a:r>
            <a:endParaRPr lang="en-US"/>
          </a:p>
          <a:p>
            <a:pPr lvl="2"/>
            <a:r>
              <a:rPr lang="en-US"/>
              <a:t>Third level, reg 12pt second bullet. </a:t>
            </a:r>
            <a:r>
              <a:rPr lang="en-US" noProof="0"/>
              <a:t>If using periods, be consistent.</a:t>
            </a:r>
            <a:endParaRPr lang="en-US"/>
          </a:p>
          <a:p>
            <a:pPr lvl="3"/>
            <a:r>
              <a:rPr lang="en-US"/>
              <a:t>Fourth level, reg 11pt third bullet. </a:t>
            </a:r>
            <a:r>
              <a:rPr lang="en-US" noProof="0"/>
              <a:t>If using periods, be consistent.</a:t>
            </a:r>
            <a:endParaRPr lang="en-US"/>
          </a:p>
          <a:p>
            <a:pPr lvl="4"/>
            <a:r>
              <a:rPr lang="en-US"/>
              <a:t>Fifth level, reg 11pt fourth bullet. </a:t>
            </a:r>
            <a:r>
              <a:rPr lang="en-US" noProof="0"/>
              <a:t>If using periods, be consistent.</a:t>
            </a:r>
            <a:endParaRPr lang="en-US"/>
          </a:p>
        </p:txBody>
      </p:sp>
      <p:sp>
        <p:nvSpPr>
          <p:cNvPr id="9" name="Date Placeholder 3">
            <a:extLst>
              <a:ext uri="{FF2B5EF4-FFF2-40B4-BE49-F238E27FC236}">
                <a16:creationId xmlns:a16="http://schemas.microsoft.com/office/drawing/2014/main" id="{6F2873EB-95AD-AA3A-311F-BE8D68F68523}"/>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54992752"/>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1 Col Light Green">
    <p:bg>
      <p:bgPr>
        <a:solidFill>
          <a:srgbClr val="DFFBE5"/>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89252E26-4487-B48F-9389-DC1ED6B915AF}"/>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70B6E5D7-37B7-7959-17C2-352C295E1678}"/>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6CF9507B-33F5-7463-17A5-0897C826F4F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759807237"/>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1 Col Light Yellow">
    <p:bg>
      <p:bgPr>
        <a:solidFill>
          <a:srgbClr val="FFF1CC"/>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1E8464C6-B635-9E5C-6217-A2685A3637D3}"/>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59CABA76-1E8E-2CDF-68BC-05D07BAECD4B}"/>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9A51C252-6969-B316-B3A3-F4500C49CA7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2187939309"/>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1 Col Light Blue">
    <p:bg>
      <p:bgPr>
        <a:solidFill>
          <a:srgbClr val="CCE3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B35D8FB1-CF62-4329-60A7-5504FB75FB3E}"/>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01064090-7E16-1B67-58DC-F0F1A599B78E}"/>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DE6AA0F2-1EA2-8EE0-5973-F14FA1FF4EB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1636921700"/>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1 Col Light Purple">
    <p:bg>
      <p:bgPr>
        <a:solidFill>
          <a:srgbClr val="EDCC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33B86C44-7744-677C-D37F-393ED0D8F645}"/>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3E88FDF8-3DE4-309C-C75C-D8C6984A1EE6}"/>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8">
            <a:extLst>
              <a:ext uri="{FF2B5EF4-FFF2-40B4-BE49-F238E27FC236}">
                <a16:creationId xmlns:a16="http://schemas.microsoft.com/office/drawing/2014/main" id="{959E68AB-4D85-CC4B-91F4-99DD00BEC89A}"/>
              </a:ext>
            </a:extLst>
          </p:cNvPr>
          <p:cNvSpPr>
            <a:spLocks noGrp="1"/>
          </p:cNvSpPr>
          <p:nvPr>
            <p:ph sz="quarter" idx="16" hasCustomPrompt="1"/>
          </p:nvPr>
        </p:nvSpPr>
        <p:spPr>
          <a:xfrm>
            <a:off x="548639"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DDBC1F0B-9AEA-927E-2A12-D623B4C5E32E}"/>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835430138"/>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2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EDD49F2-136F-EE5F-1AFE-2C9F577E61FE}"/>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28365807-71CB-01E7-FCA6-0290AC189FA1}"/>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2" y="1554480"/>
            <a:ext cx="5356225" cy="4617720"/>
          </a:xfrm>
        </p:spPr>
        <p:txBody>
          <a:bodyPr/>
          <a:lstStyle>
            <a:lvl2pPr>
              <a:defRPr/>
            </a:lvl2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7" y="1554480"/>
            <a:ext cx="5357812"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C7133D10-38A0-E9A1-127C-FA1363758B5C}"/>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463649893"/>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3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05A6258F-BA38-6A88-46D8-68D08A1E9F48}"/>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DE6EFFD6-2BCA-A3D2-382D-EF991ABB2991}"/>
              </a:ext>
            </a:extLst>
          </p:cNvPr>
          <p:cNvSpPr>
            <a:spLocks noGrp="1"/>
          </p:cNvSpPr>
          <p:nvPr>
            <p:ph type="body" sz="quarter" idx="15"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8685"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72356" y="1554480"/>
            <a:ext cx="3447288"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197851" y="1554480"/>
            <a:ext cx="3443288"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Date Placeholder 3">
            <a:extLst>
              <a:ext uri="{FF2B5EF4-FFF2-40B4-BE49-F238E27FC236}">
                <a16:creationId xmlns:a16="http://schemas.microsoft.com/office/drawing/2014/main" id="{5B2221D2-B986-6900-86CC-BCEB55DED077}"/>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4131853273"/>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4 Col Ligh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40E115BC-50EC-3378-C342-0EBB2382CBCE}"/>
              </a:ext>
            </a:extLst>
          </p:cNvPr>
          <p:cNvSpPr>
            <a:spLocks noGrp="1"/>
          </p:cNvSpPr>
          <p:nvPr>
            <p:ph type="title" hasCustomPrompt="1"/>
          </p:nvPr>
        </p:nvSpPr>
        <p:spPr>
          <a:xfrm>
            <a:off x="548640" y="4563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BF014CA0-1869-FF65-94DE-81CD83B5712F}"/>
              </a:ext>
            </a:extLst>
          </p:cNvPr>
          <p:cNvSpPr>
            <a:spLocks noGrp="1"/>
          </p:cNvSpPr>
          <p:nvPr>
            <p:ph type="body" sz="quarter" idx="16"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78152"/>
            <a:ext cx="2487168" cy="459404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3409951"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6281739"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9" name="Content Placeholder 5">
            <a:extLst>
              <a:ext uri="{FF2B5EF4-FFF2-40B4-BE49-F238E27FC236}">
                <a16:creationId xmlns:a16="http://schemas.microsoft.com/office/drawing/2014/main" id="{CB679DBA-BD63-0ABD-A459-620B5C7D4C6B}"/>
              </a:ext>
            </a:extLst>
          </p:cNvPr>
          <p:cNvSpPr>
            <a:spLocks noGrp="1"/>
          </p:cNvSpPr>
          <p:nvPr>
            <p:ph sz="half" idx="14" hasCustomPrompt="1"/>
          </p:nvPr>
        </p:nvSpPr>
        <p:spPr>
          <a:xfrm>
            <a:off x="9153527" y="1581912"/>
            <a:ext cx="2487168" cy="4590288"/>
          </a:xfrm>
        </p:spPr>
        <p:txBody>
          <a:bodyPr/>
          <a:lstStyle>
            <a:lvl1pPr>
              <a:spcBef>
                <a:spcPts val="900"/>
              </a:spcBef>
              <a:defRPr sz="1200"/>
            </a:lvl1pPr>
            <a:lvl2pPr>
              <a:spcBef>
                <a:spcPts val="450"/>
              </a:spcBef>
              <a:defRPr sz="1200"/>
            </a:lvl2pPr>
            <a:lvl3pPr>
              <a:spcBef>
                <a:spcPts val="450"/>
              </a:spcBef>
              <a:defRPr sz="1100"/>
            </a:lvl3pPr>
            <a:lvl4pPr>
              <a:spcBef>
                <a:spcPts val="450"/>
              </a:spcBef>
              <a:defRPr sz="1000"/>
            </a:lvl4pPr>
            <a:lvl5pPr>
              <a:spcBef>
                <a:spcPts val="450"/>
              </a:spcBef>
              <a:defRPr sz="1000"/>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1" name="Date Placeholder 3">
            <a:extLst>
              <a:ext uri="{FF2B5EF4-FFF2-40B4-BE49-F238E27FC236}">
                <a16:creationId xmlns:a16="http://schemas.microsoft.com/office/drawing/2014/main" id="{1E9C0B0F-9A8F-2E21-C7B4-CCC1FDFB6A81}"/>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87544770"/>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1 Col Dark">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7" name="Title 6">
            <a:extLst>
              <a:ext uri="{FF2B5EF4-FFF2-40B4-BE49-F238E27FC236}">
                <a16:creationId xmlns:a16="http://schemas.microsoft.com/office/drawing/2014/main" id="{6FCE3E45-D754-ED30-7511-D93036D4D4DF}"/>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24pt</a:t>
            </a:r>
          </a:p>
        </p:txBody>
      </p:sp>
      <p:sp>
        <p:nvSpPr>
          <p:cNvPr id="4" name="Text Placeholder 2">
            <a:extLst>
              <a:ext uri="{FF2B5EF4-FFF2-40B4-BE49-F238E27FC236}">
                <a16:creationId xmlns:a16="http://schemas.microsoft.com/office/drawing/2014/main" id="{D83D55D1-91B9-F3B6-0B79-E0B83AEE276D}"/>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552451" y="1554480"/>
            <a:ext cx="110886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fortress_black_logo">
            <a:extLst>
              <a:ext uri="{FF2B5EF4-FFF2-40B4-BE49-F238E27FC236}">
                <a16:creationId xmlns:a16="http://schemas.microsoft.com/office/drawing/2014/main" id="{04666A49-5189-73B1-810C-0B2ABAA70C30}"/>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0" name="Date Placeholder 3">
            <a:extLst>
              <a:ext uri="{FF2B5EF4-FFF2-40B4-BE49-F238E27FC236}">
                <a16:creationId xmlns:a16="http://schemas.microsoft.com/office/drawing/2014/main" id="{A9887F13-CB11-4E82-6C70-E6BBB1AF034A}"/>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1397015750"/>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2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781DA32D-B570-BC53-960A-4B0FA50A7259}"/>
              </a:ext>
            </a:extLst>
          </p:cNvPr>
          <p:cNvSpPr>
            <a:spLocks noGrp="1"/>
          </p:cNvSpPr>
          <p:nvPr>
            <p:ph type="title" hasCustomPrompt="1"/>
          </p:nvPr>
        </p:nvSpPr>
        <p:spPr>
          <a:xfrm>
            <a:off x="548640" y="457200"/>
            <a:ext cx="11091672" cy="548640"/>
          </a:xfrm>
        </p:spPr>
        <p:txBody>
          <a:bodyPr anchor="t"/>
          <a:lstStyle>
            <a:lvl1pPr>
              <a:defRPr>
                <a:solidFill>
                  <a:schemeClr val="bg1"/>
                </a:solidFill>
              </a:defRPr>
            </a:lvl1pPr>
          </a:lstStyle>
          <a:p>
            <a:r>
              <a:rPr lang="en-US"/>
              <a:t>Title text, 24pt</a:t>
            </a:r>
          </a:p>
        </p:txBody>
      </p:sp>
      <p:sp>
        <p:nvSpPr>
          <p:cNvPr id="8" name="Text Placeholder 2">
            <a:extLst>
              <a:ext uri="{FF2B5EF4-FFF2-40B4-BE49-F238E27FC236}">
                <a16:creationId xmlns:a16="http://schemas.microsoft.com/office/drawing/2014/main" id="{487DD921-D00D-4F59-D967-0EC39655C179}"/>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52452" y="1554480"/>
            <a:ext cx="535622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6283328" y="1554480"/>
            <a:ext cx="5357811"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0" name="fortress_black_logo">
            <a:extLst>
              <a:ext uri="{FF2B5EF4-FFF2-40B4-BE49-F238E27FC236}">
                <a16:creationId xmlns:a16="http://schemas.microsoft.com/office/drawing/2014/main" id="{260A0F17-BDF2-5E55-52BE-320E44785DEC}"/>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1" name="Date Placeholder 3">
            <a:extLst>
              <a:ext uri="{FF2B5EF4-FFF2-40B4-BE49-F238E27FC236}">
                <a16:creationId xmlns:a16="http://schemas.microsoft.com/office/drawing/2014/main" id="{3C1C3156-0F2C-0A86-2B25-FEBAEEE82154}"/>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2255272968"/>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3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FD36BF89-1DC8-6C7A-5FF4-4B07E3C8B6B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24pt</a:t>
            </a:r>
          </a:p>
        </p:txBody>
      </p:sp>
      <p:sp>
        <p:nvSpPr>
          <p:cNvPr id="9" name="Text Placeholder 2">
            <a:extLst>
              <a:ext uri="{FF2B5EF4-FFF2-40B4-BE49-F238E27FC236}">
                <a16:creationId xmlns:a16="http://schemas.microsoft.com/office/drawing/2014/main" id="{7CA6F943-6475-2985-9120-928F3CCE0BEF}"/>
              </a:ext>
            </a:extLst>
          </p:cNvPr>
          <p:cNvSpPr>
            <a:spLocks noGrp="1"/>
          </p:cNvSpPr>
          <p:nvPr>
            <p:ph type="body" sz="quarter" idx="15"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3" name="Content Placeholder 2">
            <a:extLst>
              <a:ext uri="{FF2B5EF4-FFF2-40B4-BE49-F238E27FC236}">
                <a16:creationId xmlns:a16="http://schemas.microsoft.com/office/drawing/2014/main" id="{DB4F7E83-85AE-A2C7-FF70-AB38CC342A3B}"/>
              </a:ext>
            </a:extLst>
          </p:cNvPr>
          <p:cNvSpPr>
            <a:spLocks noGrp="1"/>
          </p:cNvSpPr>
          <p:nvPr>
            <p:ph sz="half" idx="1" hasCustomPrompt="1"/>
          </p:nvPr>
        </p:nvSpPr>
        <p:spPr>
          <a:xfrm>
            <a:off x="548640"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Content Placeholder 3">
            <a:extLst>
              <a:ext uri="{FF2B5EF4-FFF2-40B4-BE49-F238E27FC236}">
                <a16:creationId xmlns:a16="http://schemas.microsoft.com/office/drawing/2014/main" id="{391CF5B5-6B11-3FC8-58BA-4C3A8A87E3EB}"/>
              </a:ext>
            </a:extLst>
          </p:cNvPr>
          <p:cNvSpPr>
            <a:spLocks noGrp="1"/>
          </p:cNvSpPr>
          <p:nvPr>
            <p:ph sz="half" idx="2" hasCustomPrompt="1"/>
          </p:nvPr>
        </p:nvSpPr>
        <p:spPr>
          <a:xfrm>
            <a:off x="4357688"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8" name="Content Placeholder 4">
            <a:extLst>
              <a:ext uri="{FF2B5EF4-FFF2-40B4-BE49-F238E27FC236}">
                <a16:creationId xmlns:a16="http://schemas.microsoft.com/office/drawing/2014/main" id="{E0E9EB88-7561-8DCD-FB86-DFACFEC5688D}"/>
              </a:ext>
            </a:extLst>
          </p:cNvPr>
          <p:cNvSpPr>
            <a:spLocks noGrp="1"/>
          </p:cNvSpPr>
          <p:nvPr>
            <p:ph sz="half" idx="13" hasCustomPrompt="1"/>
          </p:nvPr>
        </p:nvSpPr>
        <p:spPr>
          <a:xfrm>
            <a:off x="8202995" y="1554480"/>
            <a:ext cx="3447288"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fortress_black_logo">
            <a:extLst>
              <a:ext uri="{FF2B5EF4-FFF2-40B4-BE49-F238E27FC236}">
                <a16:creationId xmlns:a16="http://schemas.microsoft.com/office/drawing/2014/main" id="{2DDAE192-6E11-F82D-C2A8-E1846450E442}"/>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12" name="Date Placeholder 3">
            <a:extLst>
              <a:ext uri="{FF2B5EF4-FFF2-40B4-BE49-F238E27FC236}">
                <a16:creationId xmlns:a16="http://schemas.microsoft.com/office/drawing/2014/main" id="{55031590-B68D-97B5-C2E8-8CB850AF1BA8}"/>
              </a:ext>
              <a:ext uri="{C183D7F6-B498-43B3-948B-1728B52AA6E4}">
                <adec:decorative xmlns:adec="http://schemas.microsoft.com/office/drawing/2017/decorative" val="0"/>
              </a:ext>
            </a:extLst>
          </p:cNvPr>
          <p:cNvSpPr>
            <a:spLocks noGrp="1"/>
          </p:cNvSpPr>
          <p:nvPr>
            <p:ph type="dt" sz="half" idx="16"/>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1386241930"/>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4 Col Dark">
    <p:bg>
      <p:bgPr>
        <a:solidFill>
          <a:schemeClr val="tx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A135852C-3942-59EE-CEDC-3AD4BE45263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37630709-14D2-E13B-15FA-247291143F26}"/>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E4C7E696-55AE-753B-B67B-4495AF34BCE4}"/>
              </a:ext>
            </a:extLst>
          </p:cNvPr>
          <p:cNvSpPr>
            <a:spLocks noGrp="1"/>
          </p:cNvSpPr>
          <p:nvPr>
            <p:ph type="title" hasCustomPrompt="1"/>
          </p:nvPr>
        </p:nvSpPr>
        <p:spPr>
          <a:xfrm>
            <a:off x="548640" y="456300"/>
            <a:ext cx="11091672" cy="548640"/>
          </a:xfrm>
        </p:spPr>
        <p:txBody>
          <a:bodyPr anchor="t"/>
          <a:lstStyle>
            <a:lvl1pPr>
              <a:defRPr>
                <a:solidFill>
                  <a:schemeClr val="bg1"/>
                </a:solidFill>
              </a:defRPr>
            </a:lvl1pPr>
          </a:lstStyle>
          <a:p>
            <a:r>
              <a:rPr lang="en-US"/>
              <a:t>Title text, 24pt</a:t>
            </a:r>
          </a:p>
        </p:txBody>
      </p:sp>
      <p:sp>
        <p:nvSpPr>
          <p:cNvPr id="10" name="Text Placeholder 2">
            <a:extLst>
              <a:ext uri="{FF2B5EF4-FFF2-40B4-BE49-F238E27FC236}">
                <a16:creationId xmlns:a16="http://schemas.microsoft.com/office/drawing/2014/main" id="{EF4A7690-D1D5-EB1B-5DB0-91456981AEDF}"/>
              </a:ext>
            </a:extLst>
          </p:cNvPr>
          <p:cNvSpPr>
            <a:spLocks noGrp="1"/>
          </p:cNvSpPr>
          <p:nvPr>
            <p:ph type="body" sz="quarter" idx="16" hasCustomPrompt="1"/>
          </p:nvPr>
        </p:nvSpPr>
        <p:spPr>
          <a:xfrm>
            <a:off x="548641" y="1051562"/>
            <a:ext cx="11088687" cy="365761"/>
          </a:xfrm>
        </p:spPr>
        <p:txBody>
          <a:bodyPr/>
          <a:lstStyle>
            <a:lvl1pPr>
              <a:spcBef>
                <a:spcPts val="0"/>
              </a:spcBef>
              <a:defRPr sz="1200" b="1">
                <a:solidFill>
                  <a:schemeClr val="bg1"/>
                </a:solidFill>
              </a:defRPr>
            </a:lvl1pPr>
          </a:lstStyle>
          <a:p>
            <a:pPr lvl="0"/>
            <a:r>
              <a:rPr lang="en-US"/>
              <a:t>Optional subtitle, single line only, 12pt bold</a:t>
            </a:r>
          </a:p>
        </p:txBody>
      </p:sp>
      <p:sp>
        <p:nvSpPr>
          <p:cNvPr id="16" name="Content Placeholder 2">
            <a:extLst>
              <a:ext uri="{FF2B5EF4-FFF2-40B4-BE49-F238E27FC236}">
                <a16:creationId xmlns:a16="http://schemas.microsoft.com/office/drawing/2014/main" id="{E5CD8E63-7720-EC4A-80C0-DDBD1A0782F3}"/>
              </a:ext>
            </a:extLst>
          </p:cNvPr>
          <p:cNvSpPr>
            <a:spLocks noGrp="1"/>
          </p:cNvSpPr>
          <p:nvPr>
            <p:ph sz="half" idx="1" hasCustomPrompt="1"/>
          </p:nvPr>
        </p:nvSpPr>
        <p:spPr>
          <a:xfrm>
            <a:off x="548640" y="1578152"/>
            <a:ext cx="2487168" cy="459404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7" name="Content Placeholder 3">
            <a:extLst>
              <a:ext uri="{FF2B5EF4-FFF2-40B4-BE49-F238E27FC236}">
                <a16:creationId xmlns:a16="http://schemas.microsoft.com/office/drawing/2014/main" id="{0DE9B674-CB3F-8C94-7618-67CF8F49A2D1}"/>
              </a:ext>
            </a:extLst>
          </p:cNvPr>
          <p:cNvSpPr>
            <a:spLocks noGrp="1"/>
          </p:cNvSpPr>
          <p:nvPr>
            <p:ph sz="half" idx="2" hasCustomPrompt="1"/>
          </p:nvPr>
        </p:nvSpPr>
        <p:spPr>
          <a:xfrm>
            <a:off x="3409951"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8" name="Content Placeholder 4">
            <a:extLst>
              <a:ext uri="{FF2B5EF4-FFF2-40B4-BE49-F238E27FC236}">
                <a16:creationId xmlns:a16="http://schemas.microsoft.com/office/drawing/2014/main" id="{36682D4F-D08D-AFE7-ABD7-E8A13393AE11}"/>
              </a:ext>
            </a:extLst>
          </p:cNvPr>
          <p:cNvSpPr>
            <a:spLocks noGrp="1"/>
          </p:cNvSpPr>
          <p:nvPr>
            <p:ph sz="half" idx="13" hasCustomPrompt="1"/>
          </p:nvPr>
        </p:nvSpPr>
        <p:spPr>
          <a:xfrm>
            <a:off x="6281739"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19" name="Content Placeholder 5">
            <a:extLst>
              <a:ext uri="{FF2B5EF4-FFF2-40B4-BE49-F238E27FC236}">
                <a16:creationId xmlns:a16="http://schemas.microsoft.com/office/drawing/2014/main" id="{BFCB0896-CEB5-47FD-253D-40ECC125F195}"/>
              </a:ext>
            </a:extLst>
          </p:cNvPr>
          <p:cNvSpPr>
            <a:spLocks noGrp="1"/>
          </p:cNvSpPr>
          <p:nvPr>
            <p:ph sz="half" idx="14" hasCustomPrompt="1"/>
          </p:nvPr>
        </p:nvSpPr>
        <p:spPr>
          <a:xfrm>
            <a:off x="9153527" y="1581912"/>
            <a:ext cx="2487168" cy="4590288"/>
          </a:xfrm>
        </p:spPr>
        <p:txBody>
          <a:bodyPr/>
          <a:lstStyle>
            <a:lvl1pPr>
              <a:spcBef>
                <a:spcPts val="900"/>
              </a:spcBef>
              <a:defRPr sz="1200">
                <a:solidFill>
                  <a:schemeClr val="bg1"/>
                </a:solidFill>
              </a:defRPr>
            </a:lvl1pPr>
            <a:lvl2pPr>
              <a:spcBef>
                <a:spcPts val="450"/>
              </a:spcBef>
              <a:defRPr sz="1200">
                <a:solidFill>
                  <a:schemeClr val="bg1"/>
                </a:solidFill>
              </a:defRPr>
            </a:lvl2pPr>
            <a:lvl3pPr>
              <a:spcBef>
                <a:spcPts val="450"/>
              </a:spcBef>
              <a:defRPr sz="1100">
                <a:solidFill>
                  <a:schemeClr val="bg1"/>
                </a:solidFill>
              </a:defRPr>
            </a:lvl3pPr>
            <a:lvl4pPr>
              <a:spcBef>
                <a:spcPts val="450"/>
              </a:spcBef>
              <a:defRPr sz="1000">
                <a:solidFill>
                  <a:schemeClr val="bg1"/>
                </a:solidFill>
              </a:defRPr>
            </a:lvl4pPr>
            <a:lvl5pPr>
              <a:spcBef>
                <a:spcPts val="450"/>
              </a:spcBef>
              <a:defRPr sz="1000">
                <a:solidFill>
                  <a:schemeClr val="bg1"/>
                </a:solidFill>
              </a:defRPr>
            </a:lvl5pPr>
          </a:lstStyle>
          <a:p>
            <a:pPr lvl="0"/>
            <a:r>
              <a:rPr lang="en-US"/>
              <a:t>First level, reg 12pt no bullet:</a:t>
            </a:r>
          </a:p>
          <a:p>
            <a:pPr lvl="1"/>
            <a:r>
              <a:rPr lang="en-US"/>
              <a:t>Second level, reg 12pt first bullet</a:t>
            </a:r>
          </a:p>
          <a:p>
            <a:pPr lvl="2"/>
            <a:r>
              <a:rPr lang="en-US"/>
              <a:t>Third level, reg 11pt second bullet</a:t>
            </a:r>
          </a:p>
          <a:p>
            <a:pPr lvl="3"/>
            <a:r>
              <a:rPr lang="en-US"/>
              <a:t>Fourth level, reg 10pt third bullet</a:t>
            </a:r>
          </a:p>
          <a:p>
            <a:pPr lvl="4"/>
            <a:r>
              <a:rPr lang="en-US"/>
              <a:t>Fifth level, reg 10pt fourth bullet</a:t>
            </a:r>
          </a:p>
        </p:txBody>
      </p:sp>
      <p:sp>
        <p:nvSpPr>
          <p:cNvPr id="20" name="fortress_black_logo">
            <a:extLst>
              <a:ext uri="{FF2B5EF4-FFF2-40B4-BE49-F238E27FC236}">
                <a16:creationId xmlns:a16="http://schemas.microsoft.com/office/drawing/2014/main" id="{E02251DE-2C3C-F68D-66D3-728CB8AD3610}"/>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21" name="Date Placeholder 3">
            <a:extLst>
              <a:ext uri="{FF2B5EF4-FFF2-40B4-BE49-F238E27FC236}">
                <a16:creationId xmlns:a16="http://schemas.microsoft.com/office/drawing/2014/main" id="{E6CCE2A4-433F-5B1B-8EC1-CEFFE7EDE2EE}"/>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274721832"/>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Image right +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7" name="Title 6">
            <a:extLst>
              <a:ext uri="{FF2B5EF4-FFF2-40B4-BE49-F238E27FC236}">
                <a16:creationId xmlns:a16="http://schemas.microsoft.com/office/drawing/2014/main" id="{A965B34B-B7F6-A967-63FC-D9BEC92505DF}"/>
              </a:ext>
            </a:extLst>
          </p:cNvPr>
          <p:cNvSpPr>
            <a:spLocks noGrp="1"/>
          </p:cNvSpPr>
          <p:nvPr>
            <p:ph type="title" hasCustomPrompt="1"/>
          </p:nvPr>
        </p:nvSpPr>
        <p:spPr>
          <a:xfrm>
            <a:off x="548640" y="457200"/>
            <a:ext cx="4892040" cy="822960"/>
          </a:xfrm>
        </p:spPr>
        <p:txBody>
          <a:bodyPr anchor="t"/>
          <a:lstStyle>
            <a:lvl1pPr>
              <a:defRPr/>
            </a:lvl1pPr>
          </a:lstStyle>
          <a:p>
            <a:r>
              <a:rPr lang="en-US"/>
              <a:t>Title text, </a:t>
            </a:r>
            <a:br>
              <a:rPr lang="en-US"/>
            </a:br>
            <a:r>
              <a:rPr lang="en-US"/>
              <a:t>24pt</a:t>
            </a:r>
          </a:p>
        </p:txBody>
      </p:sp>
      <p:sp>
        <p:nvSpPr>
          <p:cNvPr id="10" name="Content Placeholder 9">
            <a:extLst>
              <a:ext uri="{FF2B5EF4-FFF2-40B4-BE49-F238E27FC236}">
                <a16:creationId xmlns:a16="http://schemas.microsoft.com/office/drawing/2014/main" id="{A26527B4-E1F7-6F7C-ADE4-DB69DE4426F4}"/>
              </a:ext>
            </a:extLst>
          </p:cNvPr>
          <p:cNvSpPr>
            <a:spLocks noGrp="1"/>
          </p:cNvSpPr>
          <p:nvPr>
            <p:ph sz="quarter" idx="15" hasCustomPrompt="1"/>
          </p:nvPr>
        </p:nvSpPr>
        <p:spPr>
          <a:xfrm>
            <a:off x="552451" y="1554480"/>
            <a:ext cx="4892040" cy="4617720"/>
          </a:xfrm>
        </p:spPr>
        <p:txBody>
          <a:bodyPr/>
          <a:lstStyle>
            <a:lvl5pPr>
              <a:spcBef>
                <a:spcPts val="600"/>
              </a:spcBef>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3" name="Picture Placeholder 12">
            <a:extLst>
              <a:ext uri="{FF2B5EF4-FFF2-40B4-BE49-F238E27FC236}">
                <a16:creationId xmlns:a16="http://schemas.microsoft.com/office/drawing/2014/main" id="{F56CB3AB-DA37-DA79-E81B-A10E494A1C9B}"/>
              </a:ext>
            </a:extLst>
          </p:cNvPr>
          <p:cNvSpPr>
            <a:spLocks noGrp="1"/>
          </p:cNvSpPr>
          <p:nvPr>
            <p:ph type="pic" sz="quarter" idx="17"/>
          </p:nvPr>
        </p:nvSpPr>
        <p:spPr>
          <a:xfrm>
            <a:off x="6096001" y="457200"/>
            <a:ext cx="5545139" cy="5715000"/>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2" name="Date Placeholder 3">
            <a:extLst>
              <a:ext uri="{FF2B5EF4-FFF2-40B4-BE49-F238E27FC236}">
                <a16:creationId xmlns:a16="http://schemas.microsoft.com/office/drawing/2014/main" id="{1666F368-0C64-9088-3021-6B35AC6B0D12}"/>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6079165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Image left +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2" name="Picture Placeholder 12">
            <a:extLst>
              <a:ext uri="{FF2B5EF4-FFF2-40B4-BE49-F238E27FC236}">
                <a16:creationId xmlns:a16="http://schemas.microsoft.com/office/drawing/2014/main" id="{6BA82AF1-F0ED-959E-C03E-C246DA554AD9}"/>
              </a:ext>
            </a:extLst>
          </p:cNvPr>
          <p:cNvSpPr>
            <a:spLocks noGrp="1"/>
          </p:cNvSpPr>
          <p:nvPr>
            <p:ph type="pic" sz="quarter" idx="17"/>
          </p:nvPr>
        </p:nvSpPr>
        <p:spPr>
          <a:xfrm>
            <a:off x="552450" y="457200"/>
            <a:ext cx="5543551" cy="5715000"/>
          </a:xfrm>
        </p:spPr>
        <p:txBody>
          <a:bodyPr lIns="182880" tIns="182880"/>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Title 6">
            <a:extLst>
              <a:ext uri="{FF2B5EF4-FFF2-40B4-BE49-F238E27FC236}">
                <a16:creationId xmlns:a16="http://schemas.microsoft.com/office/drawing/2014/main" id="{060D7C92-132D-9C04-C067-86FD3F86E1B8}"/>
              </a:ext>
            </a:extLst>
          </p:cNvPr>
          <p:cNvSpPr>
            <a:spLocks noGrp="1"/>
          </p:cNvSpPr>
          <p:nvPr>
            <p:ph type="title" hasCustomPrompt="1"/>
          </p:nvPr>
        </p:nvSpPr>
        <p:spPr>
          <a:xfrm>
            <a:off x="6750685" y="457200"/>
            <a:ext cx="4892040" cy="822960"/>
          </a:xfrm>
        </p:spPr>
        <p:txBody>
          <a:bodyPr anchor="t"/>
          <a:lstStyle>
            <a:lvl1pPr>
              <a:defRPr/>
            </a:lvl1pPr>
          </a:lstStyle>
          <a:p>
            <a:r>
              <a:rPr lang="en-US"/>
              <a:t>Title text, </a:t>
            </a:r>
            <a:br>
              <a:rPr lang="en-US"/>
            </a:br>
            <a:r>
              <a:rPr lang="en-US"/>
              <a:t>24pt</a:t>
            </a:r>
          </a:p>
        </p:txBody>
      </p:sp>
      <p:sp>
        <p:nvSpPr>
          <p:cNvPr id="10" name="Content Placeholder 9">
            <a:extLst>
              <a:ext uri="{FF2B5EF4-FFF2-40B4-BE49-F238E27FC236}">
                <a16:creationId xmlns:a16="http://schemas.microsoft.com/office/drawing/2014/main" id="{B0FE8269-3562-36DE-D5F5-9B155D13C8F6}"/>
              </a:ext>
            </a:extLst>
          </p:cNvPr>
          <p:cNvSpPr>
            <a:spLocks noGrp="1"/>
          </p:cNvSpPr>
          <p:nvPr>
            <p:ph sz="quarter" idx="15" hasCustomPrompt="1"/>
          </p:nvPr>
        </p:nvSpPr>
        <p:spPr>
          <a:xfrm>
            <a:off x="6750685" y="1554480"/>
            <a:ext cx="489204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3" name="Date Placeholder 3">
            <a:extLst>
              <a:ext uri="{FF2B5EF4-FFF2-40B4-BE49-F238E27FC236}">
                <a16:creationId xmlns:a16="http://schemas.microsoft.com/office/drawing/2014/main" id="{E6D4D2A3-2FC6-D031-2B04-CD1D95898293}"/>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117110160"/>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Side title left +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48640" y="930350"/>
            <a:ext cx="5547360" cy="5241851"/>
          </a:xfrm>
        </p:spPr>
        <p:txBody>
          <a:bodyPr anchor="t"/>
          <a:lstStyle>
            <a:lvl1pPr>
              <a:defRPr sz="3600">
                <a:solidFill>
                  <a:schemeClr val="tx1"/>
                </a:solidFill>
              </a:defRPr>
            </a:lvl1pPr>
          </a:lstStyle>
          <a:p>
            <a:r>
              <a:rPr lang="en-US"/>
              <a:t>Title text, 36pt</a:t>
            </a:r>
          </a:p>
        </p:txBody>
      </p:sp>
      <p:sp>
        <p:nvSpPr>
          <p:cNvPr id="3" name="Content Placeholder 2">
            <a:extLst>
              <a:ext uri="{FF2B5EF4-FFF2-40B4-BE49-F238E27FC236}">
                <a16:creationId xmlns:a16="http://schemas.microsoft.com/office/drawing/2014/main" id="{E8E217EF-03EF-4D4C-F0A7-C31CEA9AC263}"/>
              </a:ext>
            </a:extLst>
          </p:cNvPr>
          <p:cNvSpPr>
            <a:spLocks noGrp="1"/>
          </p:cNvSpPr>
          <p:nvPr>
            <p:ph idx="1" hasCustomPrompt="1"/>
          </p:nvPr>
        </p:nvSpPr>
        <p:spPr>
          <a:xfrm>
            <a:off x="6751320" y="1031358"/>
            <a:ext cx="4892040" cy="5140842"/>
          </a:xfrm>
        </p:spPr>
        <p:txBody>
          <a:bodyPr/>
          <a:lstStyle>
            <a:lvl1pPr marL="0" indent="0">
              <a:spcBef>
                <a:spcPts val="900"/>
              </a:spcBef>
              <a:buNone/>
              <a:defRPr sz="1600" b="0"/>
            </a:lvl1pPr>
            <a:lvl2pPr marL="137160" indent="-137160">
              <a:spcBef>
                <a:spcPts val="450"/>
              </a:spcBef>
              <a:buFont typeface="Arial" panose="020B0604020202020204" pitchFamily="34" charset="0"/>
              <a:buChar char="•"/>
              <a:defRPr sz="1400"/>
            </a:lvl2pPr>
            <a:lvl3pPr marL="274320" indent="-137160">
              <a:spcBef>
                <a:spcPts val="450"/>
              </a:spcBef>
              <a:buFont typeface="Arial" panose="020B0604020202020204" pitchFamily="34" charset="0"/>
              <a:buChar char="–"/>
              <a:defRPr sz="1200"/>
            </a:lvl3pPr>
            <a:lvl4pPr marL="411480" indent="-137160">
              <a:spcBef>
                <a:spcPts val="450"/>
              </a:spcBef>
              <a:buFont typeface="Arial" panose="020B0604020202020204" pitchFamily="34" charset="0"/>
              <a:buChar char="•"/>
              <a:defRPr sz="1100"/>
            </a:lvl4pPr>
            <a:lvl5pPr marL="548640" indent="-137160">
              <a:spcBef>
                <a:spcPts val="450"/>
              </a:spcBef>
              <a:buFont typeface="Arial" panose="020B0604020202020204" pitchFamily="34" charset="0"/>
              <a:buChar char="–"/>
              <a:defRPr sz="1100"/>
            </a:lvl5pPr>
          </a:lstStyle>
          <a:p>
            <a:pPr lvl="0"/>
            <a:r>
              <a:rPr lang="en-US"/>
              <a:t>First level, reg 16pt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7" name="Date Placeholder 3">
            <a:extLst>
              <a:ext uri="{FF2B5EF4-FFF2-40B4-BE49-F238E27FC236}">
                <a16:creationId xmlns:a16="http://schemas.microsoft.com/office/drawing/2014/main" id="{6E36C5EA-B57B-2150-F10E-A52EF44354C4}"/>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4193059682"/>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Side title lef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1" y="930348"/>
            <a:ext cx="4892040" cy="5241852"/>
          </a:xfrm>
        </p:spPr>
        <p:txBody>
          <a:bodyPr anchor="t"/>
          <a:lstStyle>
            <a:lvl1pPr>
              <a:defRPr sz="3600">
                <a:solidFill>
                  <a:schemeClr val="bg1"/>
                </a:solidFill>
              </a:defRPr>
            </a:lvl1pPr>
          </a:lstStyle>
          <a:p>
            <a:r>
              <a:rPr lang="en-US"/>
              <a:t>Title text, 36pt</a:t>
            </a:r>
          </a:p>
        </p:txBody>
      </p:sp>
      <p:sp>
        <p:nvSpPr>
          <p:cNvPr id="10" name="Picture Placeholder 12">
            <a:extLst>
              <a:ext uri="{FF2B5EF4-FFF2-40B4-BE49-F238E27FC236}">
                <a16:creationId xmlns:a16="http://schemas.microsoft.com/office/drawing/2014/main" id="{C4CCEC52-6D05-5552-20E4-B51E21FE18DB}"/>
              </a:ext>
            </a:extLst>
          </p:cNvPr>
          <p:cNvSpPr>
            <a:spLocks noGrp="1"/>
          </p:cNvSpPr>
          <p:nvPr>
            <p:ph type="pic" sz="quarter" idx="17"/>
          </p:nvPr>
        </p:nvSpPr>
        <p:spPr>
          <a:xfrm>
            <a:off x="6096002" y="0"/>
            <a:ext cx="6092951" cy="6858000"/>
          </a:xfrm>
        </p:spPr>
        <p:txBody>
          <a:bodyPr lIns="182880" tIns="182880" rIns="0"/>
          <a:lstStyle>
            <a:lvl1pPr>
              <a:defRPr>
                <a:solidFill>
                  <a:schemeClr val="bg1"/>
                </a:solidFill>
              </a:defRPr>
            </a:lvl1pPr>
          </a:lstStyle>
          <a:p>
            <a:r>
              <a:rPr lang="en-US"/>
              <a:t>Click icon to add picture</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3" name="fortress_black_logo">
            <a:extLst>
              <a:ext uri="{FF2B5EF4-FFF2-40B4-BE49-F238E27FC236}">
                <a16:creationId xmlns:a16="http://schemas.microsoft.com/office/drawing/2014/main" id="{63F9AC59-AC3E-D495-F1F1-DA154CD70F96}"/>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8" name="Date Placeholder 3">
            <a:extLst>
              <a:ext uri="{FF2B5EF4-FFF2-40B4-BE49-F238E27FC236}">
                <a16:creationId xmlns:a16="http://schemas.microsoft.com/office/drawing/2014/main" id="{112601EC-FB80-83D7-36FB-01EE6A02769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1051154691"/>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Side title lef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0"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lide Number Placeholder 9">
            <a:extLst>
              <a:ext uri="{FF2B5EF4-FFF2-40B4-BE49-F238E27FC236}">
                <a16:creationId xmlns:a16="http://schemas.microsoft.com/office/drawing/2014/main" id="{B711819D-0250-6C67-91F1-7B3495B41D86}"/>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49" y="932688"/>
            <a:ext cx="4892040" cy="5239512"/>
          </a:xfrm>
        </p:spPr>
        <p:txBody>
          <a:bodyPr anchor="t"/>
          <a:lstStyle>
            <a:lvl1pPr>
              <a:defRPr sz="3600">
                <a:solidFill>
                  <a:schemeClr val="tx1"/>
                </a:solidFill>
              </a:defRPr>
            </a:lvl1pPr>
          </a:lstStyle>
          <a:p>
            <a:r>
              <a:rPr lang="en-US"/>
              <a:t>Title text, 36pt</a:t>
            </a:r>
          </a:p>
        </p:txBody>
      </p:sp>
      <p:sp>
        <p:nvSpPr>
          <p:cNvPr id="4" name="Picture Placeholder 12">
            <a:extLst>
              <a:ext uri="{FF2B5EF4-FFF2-40B4-BE49-F238E27FC236}">
                <a16:creationId xmlns:a16="http://schemas.microsoft.com/office/drawing/2014/main" id="{EC963BDC-35E2-C637-2034-D8BEB1F33F76}"/>
              </a:ext>
            </a:extLst>
          </p:cNvPr>
          <p:cNvSpPr>
            <a:spLocks noGrp="1"/>
          </p:cNvSpPr>
          <p:nvPr>
            <p:ph type="pic" sz="quarter" idx="17"/>
          </p:nvPr>
        </p:nvSpPr>
        <p:spPr>
          <a:xfrm>
            <a:off x="6089906" y="0"/>
            <a:ext cx="6099047" cy="6858000"/>
          </a:xfrm>
        </p:spPr>
        <p:txBody>
          <a:bodyPr lIns="182880" tIns="182880" rIns="0"/>
          <a:lstStyle>
            <a:lvl1pPr>
              <a:defRPr>
                <a:solidFill>
                  <a:schemeClr val="tx1"/>
                </a:solidFill>
              </a:defRPr>
            </a:lvl1pPr>
          </a:lstStyle>
          <a:p>
            <a:r>
              <a:rPr lang="en-US"/>
              <a:t>Click icon to add picture</a:t>
            </a:r>
          </a:p>
        </p:txBody>
      </p:sp>
      <p:sp>
        <p:nvSpPr>
          <p:cNvPr id="9" name="Footer Placeholder 8">
            <a:extLst>
              <a:ext uri="{FF2B5EF4-FFF2-40B4-BE49-F238E27FC236}">
                <a16:creationId xmlns:a16="http://schemas.microsoft.com/office/drawing/2014/main" id="{94EA277A-A42B-3CE4-E18C-16294C7A52DA}"/>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3" name="Date Placeholder 3">
            <a:extLst>
              <a:ext uri="{FF2B5EF4-FFF2-40B4-BE49-F238E27FC236}">
                <a16:creationId xmlns:a16="http://schemas.microsoft.com/office/drawing/2014/main" id="{C26F06FA-4DA4-B34B-5E2E-1BF04B11D4E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558441611"/>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Side title left + image [fx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B79988-1547-9791-2F22-6C4EAB7A73B6}"/>
              </a:ext>
              <a:ext uri="{C183D7F6-B498-43B3-948B-1728B52AA6E4}">
                <adec:decorative xmlns:adec="http://schemas.microsoft.com/office/drawing/2017/decorative" val="1"/>
              </a:ext>
            </a:extLst>
          </p:cNvPr>
          <p:cNvSpPr/>
          <p:nvPr userDrawn="1"/>
        </p:nvSpPr>
        <p:spPr>
          <a:xfrm>
            <a:off x="6083808" y="0"/>
            <a:ext cx="610819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6099048" cy="6858000"/>
          </a:xfrm>
          <a:prstGeom prst="rect">
            <a:avLst/>
          </a:prstGeom>
          <a:solidFill>
            <a:srgbClr val="4700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Footer Placeholder 3">
            <a:extLst>
              <a:ext uri="{FF2B5EF4-FFF2-40B4-BE49-F238E27FC236}">
                <a16:creationId xmlns:a16="http://schemas.microsoft.com/office/drawing/2014/main" id="{8FB92DA1-E768-FCD1-C681-49BBC98B9B6F}"/>
              </a:ext>
              <a:ext uri="{C183D7F6-B498-43B3-948B-1728B52AA6E4}">
                <adec:decorative xmlns:adec="http://schemas.microsoft.com/office/drawing/2017/decorative" val="1"/>
              </a:ext>
            </a:extLst>
          </p:cNvPr>
          <p:cNvSpPr>
            <a:spLocks noGrp="1"/>
          </p:cNvSpPr>
          <p:nvPr>
            <p:ph type="ftr" sz="quarter" idx="15"/>
          </p:nvPr>
        </p:nvSpPr>
        <p:spPr/>
        <p:txBody>
          <a:bodyPr/>
          <a:lstStyle>
            <a:lvl1pPr>
              <a:defRPr>
                <a:solidFill>
                  <a:schemeClr val="bg1"/>
                </a:solidFill>
              </a:defRPr>
            </a:lvl1pPr>
          </a:lstStyle>
          <a:p>
            <a:r>
              <a:rPr lang="en-US"/>
              <a:t>© 2025 Equinix, Inc.</a:t>
            </a:r>
          </a:p>
        </p:txBody>
      </p:sp>
      <p:sp>
        <p:nvSpPr>
          <p:cNvPr id="11" name="Slide Number Placeholder 10">
            <a:extLst>
              <a:ext uri="{FF2B5EF4-FFF2-40B4-BE49-F238E27FC236}">
                <a16:creationId xmlns:a16="http://schemas.microsoft.com/office/drawing/2014/main" id="{571993D6-398D-4F53-BFDA-6242499A6091}"/>
              </a:ext>
            </a:extLst>
          </p:cNvPr>
          <p:cNvSpPr>
            <a:spLocks noGrp="1"/>
          </p:cNvSpPr>
          <p:nvPr>
            <p:ph type="sldNum" sz="quarter" idx="16"/>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02280038-52BA-5FF2-E3BA-2611E2D2C8B5}"/>
              </a:ext>
            </a:extLst>
          </p:cNvPr>
          <p:cNvSpPr>
            <a:spLocks noGrp="1"/>
          </p:cNvSpPr>
          <p:nvPr>
            <p:ph type="title" hasCustomPrompt="1"/>
          </p:nvPr>
        </p:nvSpPr>
        <p:spPr>
          <a:xfrm>
            <a:off x="552452" y="932688"/>
            <a:ext cx="5356225" cy="5239512"/>
          </a:xfrm>
        </p:spPr>
        <p:txBody>
          <a:bodyPr anchor="t"/>
          <a:lstStyle>
            <a:lvl1pPr>
              <a:defRPr sz="3600">
                <a:solidFill>
                  <a:schemeClr val="bg1"/>
                </a:solidFill>
              </a:defRPr>
            </a:lvl1pPr>
          </a:lstStyle>
          <a:p>
            <a:r>
              <a:rPr lang="en-US"/>
              <a:t>Title text, 36pt</a:t>
            </a:r>
          </a:p>
        </p:txBody>
      </p:sp>
      <p:sp>
        <p:nvSpPr>
          <p:cNvPr id="8" name="Content Placeholder 7">
            <a:extLst>
              <a:ext uri="{FF2B5EF4-FFF2-40B4-BE49-F238E27FC236}">
                <a16:creationId xmlns:a16="http://schemas.microsoft.com/office/drawing/2014/main" id="{6DFA8681-EE35-B0FE-AA04-2CF5F6DED196}"/>
              </a:ext>
            </a:extLst>
          </p:cNvPr>
          <p:cNvSpPr>
            <a:spLocks noGrp="1"/>
          </p:cNvSpPr>
          <p:nvPr>
            <p:ph sz="quarter" idx="13" hasCustomPrompt="1"/>
          </p:nvPr>
        </p:nvSpPr>
        <p:spPr>
          <a:xfrm>
            <a:off x="6749099" y="1033272"/>
            <a:ext cx="4892040" cy="5138928"/>
          </a:xfrm>
        </p:spPr>
        <p:txBody>
          <a:bodyPr/>
          <a:lstStyle>
            <a:lvl1pPr marL="0" indent="0">
              <a:spcBef>
                <a:spcPts val="900"/>
              </a:spcBef>
              <a:buNone/>
              <a:defRPr sz="1600" b="0"/>
            </a:lvl1pPr>
            <a:lvl2pPr marL="137160" indent="-137160">
              <a:spcBef>
                <a:spcPts val="450"/>
              </a:spcBef>
              <a:buFont typeface="Arial" panose="020B0604020202020204" pitchFamily="34" charset="0"/>
              <a:buChar char="•"/>
              <a:defRPr sz="1400" b="0"/>
            </a:lvl2pPr>
            <a:lvl3pPr marL="274320" indent="-137160">
              <a:spcBef>
                <a:spcPts val="450"/>
              </a:spcBef>
              <a:buFont typeface="Arial" panose="020B0604020202020204" pitchFamily="34" charset="0"/>
              <a:buChar char="–"/>
              <a:defRPr sz="1200"/>
            </a:lvl3pPr>
            <a:lvl4pPr marL="411480" indent="-137160">
              <a:spcBef>
                <a:spcPts val="450"/>
              </a:spcBef>
              <a:buFont typeface="Arial" panose="020B0604020202020204" pitchFamily="34" charset="0"/>
              <a:buChar char="•"/>
              <a:defRPr sz="1100"/>
            </a:lvl4pPr>
            <a:lvl5pPr marL="548640" indent="-137160">
              <a:spcBef>
                <a:spcPts val="450"/>
              </a:spcBef>
              <a:buFont typeface="Arial" panose="020B0604020202020204" pitchFamily="34" charset="0"/>
              <a:buChar char="–"/>
              <a:defRPr sz="1100"/>
            </a:lvl5pPr>
          </a:lstStyle>
          <a:p>
            <a:pPr lvl="0"/>
            <a:r>
              <a:rPr lang="en-US"/>
              <a:t>First level, reg 16pt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6" name="fortress_black_logo">
            <a:extLst>
              <a:ext uri="{FF2B5EF4-FFF2-40B4-BE49-F238E27FC236}">
                <a16:creationId xmlns:a16="http://schemas.microsoft.com/office/drawing/2014/main" id="{2820868E-3A55-8E55-7511-D3749563B8A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10" name="Date Placeholder 3">
            <a:extLst>
              <a:ext uri="{FF2B5EF4-FFF2-40B4-BE49-F238E27FC236}">
                <a16:creationId xmlns:a16="http://schemas.microsoft.com/office/drawing/2014/main" id="{93494933-DF81-8707-612B-D098EF5F211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2982388776"/>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de title right + image [Dk]">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bwMode="hidden">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6" name="Picture Placeholder 12">
            <a:extLst>
              <a:ext uri="{FF2B5EF4-FFF2-40B4-BE49-F238E27FC236}">
                <a16:creationId xmlns:a16="http://schemas.microsoft.com/office/drawing/2014/main" id="{D02A9F62-92F2-92E4-0C2F-7CD938711761}"/>
              </a:ext>
            </a:extLst>
          </p:cNvPr>
          <p:cNvSpPr>
            <a:spLocks noGrp="1"/>
          </p:cNvSpPr>
          <p:nvPr>
            <p:ph type="pic" sz="quarter" idx="17"/>
          </p:nvPr>
        </p:nvSpPr>
        <p:spPr>
          <a:xfrm>
            <a:off x="2" y="0"/>
            <a:ext cx="6092951" cy="6858000"/>
          </a:xfrm>
        </p:spPr>
        <p:txBody>
          <a:bodyPr lIns="182880" tIns="182880" rIns="0"/>
          <a:lstStyle>
            <a:lvl1pPr>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E05A5ED1-0116-F500-1941-DC1FBA595F0F}"/>
              </a:ext>
            </a:extLst>
          </p:cNvPr>
          <p:cNvSpPr>
            <a:spLocks noGrp="1"/>
          </p:cNvSpPr>
          <p:nvPr>
            <p:ph type="title" hasCustomPrompt="1"/>
          </p:nvPr>
        </p:nvSpPr>
        <p:spPr>
          <a:xfrm>
            <a:off x="6749099" y="457200"/>
            <a:ext cx="4892040" cy="822960"/>
          </a:xfrm>
        </p:spPr>
        <p:txBody>
          <a:bodyPr anchor="t"/>
          <a:lstStyle>
            <a:lvl1pPr>
              <a:defRPr>
                <a:solidFill>
                  <a:schemeClr val="bg1"/>
                </a:solidFill>
              </a:defRPr>
            </a:lvl1pPr>
          </a:lstStyle>
          <a:p>
            <a:r>
              <a:rPr lang="en-US"/>
              <a:t>Title text, </a:t>
            </a:r>
            <a:br>
              <a:rPr lang="en-US"/>
            </a:br>
            <a:r>
              <a:rPr lang="en-US"/>
              <a:t>24pt</a:t>
            </a:r>
          </a:p>
        </p:txBody>
      </p:sp>
      <p:sp>
        <p:nvSpPr>
          <p:cNvPr id="14" name="Content Placeholder 13">
            <a:extLst>
              <a:ext uri="{FF2B5EF4-FFF2-40B4-BE49-F238E27FC236}">
                <a16:creationId xmlns:a16="http://schemas.microsoft.com/office/drawing/2014/main" id="{88737311-B7A5-3FCE-BC6B-6CF88C8DFC4D}"/>
              </a:ext>
            </a:extLst>
          </p:cNvPr>
          <p:cNvSpPr>
            <a:spLocks noGrp="1"/>
          </p:cNvSpPr>
          <p:nvPr>
            <p:ph sz="quarter" idx="15" hasCustomPrompt="1"/>
          </p:nvPr>
        </p:nvSpPr>
        <p:spPr>
          <a:xfrm>
            <a:off x="6748464" y="1554480"/>
            <a:ext cx="4892675"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2" name="fortress_black_logo">
            <a:extLst>
              <a:ext uri="{FF2B5EF4-FFF2-40B4-BE49-F238E27FC236}">
                <a16:creationId xmlns:a16="http://schemas.microsoft.com/office/drawing/2014/main" id="{B56BA270-93E5-5362-C288-3D00935E5457}"/>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3" name="Date Placeholder 3">
            <a:extLst>
              <a:ext uri="{FF2B5EF4-FFF2-40B4-BE49-F238E27FC236}">
                <a16:creationId xmlns:a16="http://schemas.microsoft.com/office/drawing/2014/main" id="{1978FC68-69A3-FB30-A69E-8DE6C6FD8522}"/>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1122939996"/>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Side title right + image [L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79D02C-01AB-C277-97B9-68A9098A0611}"/>
              </a:ext>
              <a:ext uri="{C183D7F6-B498-43B3-948B-1728B52AA6E4}">
                <adec:decorative xmlns:adec="http://schemas.microsoft.com/office/drawing/2017/decorative" val="1"/>
              </a:ext>
            </a:extLst>
          </p:cNvPr>
          <p:cNvSpPr/>
          <p:nvPr userDrawn="1"/>
        </p:nvSpPr>
        <p:spPr>
          <a:xfrm>
            <a:off x="6092952" y="0"/>
            <a:ext cx="609904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lide Number Placeholder 5">
            <a:extLst>
              <a:ext uri="{FF2B5EF4-FFF2-40B4-BE49-F238E27FC236}">
                <a16:creationId xmlns:a16="http://schemas.microsoft.com/office/drawing/2014/main" id="{7B107E2C-ABED-A310-E66D-D1BEBD11C05B}"/>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7" name="Picture Placeholder 12">
            <a:extLst>
              <a:ext uri="{FF2B5EF4-FFF2-40B4-BE49-F238E27FC236}">
                <a16:creationId xmlns:a16="http://schemas.microsoft.com/office/drawing/2014/main" id="{380E2C4B-212D-C90C-C638-0220369FD5ED}"/>
              </a:ext>
            </a:extLst>
          </p:cNvPr>
          <p:cNvSpPr>
            <a:spLocks noGrp="1"/>
          </p:cNvSpPr>
          <p:nvPr>
            <p:ph type="pic" sz="quarter" idx="17"/>
          </p:nvPr>
        </p:nvSpPr>
        <p:spPr>
          <a:xfrm>
            <a:off x="2" y="0"/>
            <a:ext cx="6092951" cy="6858000"/>
          </a:xfrm>
        </p:spPr>
        <p:txBody>
          <a:bodyPr lIns="182880" tIns="182880" rIns="0"/>
          <a:lstStyle>
            <a:lvl1pPr>
              <a:defRPr>
                <a:solidFill>
                  <a:schemeClr val="tx1"/>
                </a:solidFill>
              </a:defRPr>
            </a:lvl1pPr>
          </a:lstStyle>
          <a:p>
            <a:r>
              <a:rPr lang="en-US"/>
              <a:t>Click icon to add picture</a:t>
            </a:r>
          </a:p>
        </p:txBody>
      </p:sp>
      <p:sp>
        <p:nvSpPr>
          <p:cNvPr id="11" name="Title 10">
            <a:extLst>
              <a:ext uri="{FF2B5EF4-FFF2-40B4-BE49-F238E27FC236}">
                <a16:creationId xmlns:a16="http://schemas.microsoft.com/office/drawing/2014/main" id="{69302F21-5656-1F55-17C3-2C61C9799EFC}"/>
              </a:ext>
            </a:extLst>
          </p:cNvPr>
          <p:cNvSpPr>
            <a:spLocks noGrp="1"/>
          </p:cNvSpPr>
          <p:nvPr>
            <p:ph type="title" hasCustomPrompt="1"/>
          </p:nvPr>
        </p:nvSpPr>
        <p:spPr>
          <a:xfrm>
            <a:off x="6749097" y="457200"/>
            <a:ext cx="4892041" cy="822960"/>
          </a:xfrm>
        </p:spPr>
        <p:txBody>
          <a:bodyPr anchor="t"/>
          <a:lstStyle>
            <a:lvl1pPr>
              <a:defRPr/>
            </a:lvl1pPr>
          </a:lstStyle>
          <a:p>
            <a:r>
              <a:rPr lang="en-US"/>
              <a:t>Title text, </a:t>
            </a:r>
            <a:br>
              <a:rPr lang="en-US"/>
            </a:br>
            <a:r>
              <a:rPr lang="en-US"/>
              <a:t>24pt</a:t>
            </a:r>
          </a:p>
        </p:txBody>
      </p:sp>
      <p:sp>
        <p:nvSpPr>
          <p:cNvPr id="15" name="Content Placeholder 14">
            <a:extLst>
              <a:ext uri="{FF2B5EF4-FFF2-40B4-BE49-F238E27FC236}">
                <a16:creationId xmlns:a16="http://schemas.microsoft.com/office/drawing/2014/main" id="{A61B3749-19B0-8DAB-67DA-D04BE033B039}"/>
              </a:ext>
            </a:extLst>
          </p:cNvPr>
          <p:cNvSpPr>
            <a:spLocks noGrp="1"/>
          </p:cNvSpPr>
          <p:nvPr>
            <p:ph sz="quarter" idx="15" hasCustomPrompt="1"/>
          </p:nvPr>
        </p:nvSpPr>
        <p:spPr>
          <a:xfrm>
            <a:off x="6749097" y="1554480"/>
            <a:ext cx="4892043"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5" name="Footer Placeholder 4">
            <a:extLst>
              <a:ext uri="{FF2B5EF4-FFF2-40B4-BE49-F238E27FC236}">
                <a16:creationId xmlns:a16="http://schemas.microsoft.com/office/drawing/2014/main" id="{D520FB82-33FE-FAE0-42EA-5A069CD64182}"/>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fortress_black_logo">
            <a:extLst>
              <a:ext uri="{FF2B5EF4-FFF2-40B4-BE49-F238E27FC236}">
                <a16:creationId xmlns:a16="http://schemas.microsoft.com/office/drawing/2014/main" id="{82C7DAFD-4CFB-55A2-312F-63BA3CA6BD6D}"/>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3" name="Date Placeholder 3">
            <a:extLst>
              <a:ext uri="{FF2B5EF4-FFF2-40B4-BE49-F238E27FC236}">
                <a16:creationId xmlns:a16="http://schemas.microsoft.com/office/drawing/2014/main" id="{3D5BE072-B4EF-5ADF-47A3-33C37A987064}"/>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1672548450"/>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50/50 color block lef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548641" y="457200"/>
            <a:ext cx="5360035" cy="822960"/>
          </a:xfrm>
        </p:spPr>
        <p:txBody>
          <a:bodyPr anchor="t"/>
          <a:lstStyle>
            <a:lvl1pPr>
              <a:defRPr>
                <a:solidFill>
                  <a:schemeClr val="bg1"/>
                </a:solidFill>
              </a:defRPr>
            </a:lvl1pPr>
          </a:lstStyle>
          <a:p>
            <a:r>
              <a:rPr lang="en-US"/>
              <a:t>Title text, </a:t>
            </a:r>
            <a:br>
              <a:rPr lang="en-US"/>
            </a:br>
            <a:r>
              <a:rPr lang="en-US"/>
              <a:t>24pt</a:t>
            </a:r>
          </a:p>
        </p:txBody>
      </p:sp>
      <p:sp>
        <p:nvSpPr>
          <p:cNvPr id="4" name="Content Placeholder 3">
            <a:extLst>
              <a:ext uri="{FF2B5EF4-FFF2-40B4-BE49-F238E27FC236}">
                <a16:creationId xmlns:a16="http://schemas.microsoft.com/office/drawing/2014/main" id="{697C8A7D-F1A5-9CAC-98FC-E786768F9C6E}"/>
              </a:ext>
            </a:extLst>
          </p:cNvPr>
          <p:cNvSpPr>
            <a:spLocks noGrp="1"/>
          </p:cNvSpPr>
          <p:nvPr>
            <p:ph sz="half" idx="2" hasCustomPrompt="1"/>
          </p:nvPr>
        </p:nvSpPr>
        <p:spPr>
          <a:xfrm>
            <a:off x="552450" y="1554480"/>
            <a:ext cx="5356225" cy="4617720"/>
          </a:xfrm>
        </p:spPr>
        <p:txBody>
          <a:bodyPr/>
          <a:lstStyle>
            <a:lvl1pPr>
              <a:defRPr sz="14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6" name="Content Placeholder 5">
            <a:extLst>
              <a:ext uri="{FF2B5EF4-FFF2-40B4-BE49-F238E27FC236}">
                <a16:creationId xmlns:a16="http://schemas.microsoft.com/office/drawing/2014/main" id="{E807A87A-C717-0DA0-15D3-CC8F95E92153}"/>
              </a:ext>
            </a:extLst>
          </p:cNvPr>
          <p:cNvSpPr>
            <a:spLocks noGrp="1"/>
          </p:cNvSpPr>
          <p:nvPr>
            <p:ph sz="quarter" idx="4" hasCustomPrompt="1"/>
          </p:nvPr>
        </p:nvSpPr>
        <p:spPr>
          <a:xfrm>
            <a:off x="6735319" y="1554480"/>
            <a:ext cx="4892040" cy="4617720"/>
          </a:xfrm>
        </p:spPr>
        <p:txBody>
          <a:bodyPr/>
          <a:lstStyle>
            <a:lvl1pPr>
              <a:defRPr sz="1400"/>
            </a:lvl1pPr>
            <a:lvl2pPr>
              <a:defRPr sz="1400"/>
            </a:lvl2pPr>
            <a:lvl3pPr>
              <a:defRPr sz="1200"/>
            </a:lvl3pPr>
            <a:lvl4pPr>
              <a:defRPr sz="1100"/>
            </a:lvl4pPr>
            <a:lvl5pPr>
              <a:defRPr sz="1100"/>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2" name="fortress_black_logo">
            <a:extLst>
              <a:ext uri="{FF2B5EF4-FFF2-40B4-BE49-F238E27FC236}">
                <a16:creationId xmlns:a16="http://schemas.microsoft.com/office/drawing/2014/main" id="{55F700B2-2BAA-4AF3-C252-DFC4662D25CF}"/>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
        <p:nvSpPr>
          <p:cNvPr id="7" name="Date Placeholder 3">
            <a:extLst>
              <a:ext uri="{FF2B5EF4-FFF2-40B4-BE49-F238E27FC236}">
                <a16:creationId xmlns:a16="http://schemas.microsoft.com/office/drawing/2014/main" id="{2C6C909A-A396-5CC2-E4DE-6541764D2911}"/>
              </a:ext>
              <a:ext uri="{C183D7F6-B498-43B3-948B-1728B52AA6E4}">
                <adec:decorative xmlns:adec="http://schemas.microsoft.com/office/drawing/2017/decorative" val="0"/>
              </a:ext>
            </a:extLst>
          </p:cNvPr>
          <p:cNvSpPr>
            <a:spLocks noGrp="1"/>
          </p:cNvSpPr>
          <p:nvPr>
            <p:ph type="dt" sz="half" idx="13"/>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2604833503"/>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50/50 color block right">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8F14BC-5D8C-48FF-2F7A-B04649085702}"/>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ooter Placeholder 7">
            <a:extLst>
              <a:ext uri="{FF2B5EF4-FFF2-40B4-BE49-F238E27FC236}">
                <a16:creationId xmlns:a16="http://schemas.microsoft.com/office/drawing/2014/main" id="{293CC68D-3F46-2FA9-3C60-AAAD0859BE3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DB331F2F-B660-3DCD-9A03-31B7D44205C4}"/>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5" name="Title 4">
            <a:extLst>
              <a:ext uri="{FF2B5EF4-FFF2-40B4-BE49-F238E27FC236}">
                <a16:creationId xmlns:a16="http://schemas.microsoft.com/office/drawing/2014/main" id="{81BFFDF6-EE06-A9F7-C11B-9C0074EEB2F1}"/>
              </a:ext>
            </a:extLst>
          </p:cNvPr>
          <p:cNvSpPr>
            <a:spLocks noGrp="1"/>
          </p:cNvSpPr>
          <p:nvPr>
            <p:ph type="title" hasCustomPrompt="1"/>
          </p:nvPr>
        </p:nvSpPr>
        <p:spPr>
          <a:xfrm>
            <a:off x="6752751" y="457200"/>
            <a:ext cx="4892040" cy="822960"/>
          </a:xfrm>
        </p:spPr>
        <p:txBody>
          <a:bodyPr anchor="t"/>
          <a:lstStyle>
            <a:lvl1pPr>
              <a:defRPr>
                <a:solidFill>
                  <a:schemeClr val="bg1"/>
                </a:solidFill>
              </a:defRPr>
            </a:lvl1pPr>
          </a:lstStyle>
          <a:p>
            <a:r>
              <a:rPr lang="en-US"/>
              <a:t>Title text, </a:t>
            </a:r>
            <a:br>
              <a:rPr lang="en-US"/>
            </a:br>
            <a:r>
              <a:rPr lang="en-US"/>
              <a:t>24pt</a:t>
            </a:r>
          </a:p>
        </p:txBody>
      </p:sp>
      <p:sp>
        <p:nvSpPr>
          <p:cNvPr id="7" name="Content Placeholder 6">
            <a:extLst>
              <a:ext uri="{FF2B5EF4-FFF2-40B4-BE49-F238E27FC236}">
                <a16:creationId xmlns:a16="http://schemas.microsoft.com/office/drawing/2014/main" id="{E1064061-ACAC-2D4F-DE73-9A98518C374C}"/>
              </a:ext>
            </a:extLst>
          </p:cNvPr>
          <p:cNvSpPr>
            <a:spLocks noGrp="1"/>
          </p:cNvSpPr>
          <p:nvPr>
            <p:ph sz="quarter" idx="14" hasCustomPrompt="1"/>
          </p:nvPr>
        </p:nvSpPr>
        <p:spPr>
          <a:xfrm>
            <a:off x="564403" y="1554480"/>
            <a:ext cx="489204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11" name="Content Placeholder 10">
            <a:extLst>
              <a:ext uri="{FF2B5EF4-FFF2-40B4-BE49-F238E27FC236}">
                <a16:creationId xmlns:a16="http://schemas.microsoft.com/office/drawing/2014/main" id="{B16C3C62-CDA4-ED88-616D-812682FD77DC}"/>
              </a:ext>
            </a:extLst>
          </p:cNvPr>
          <p:cNvSpPr>
            <a:spLocks noGrp="1"/>
          </p:cNvSpPr>
          <p:nvPr>
            <p:ph sz="quarter" idx="15" hasCustomPrompt="1"/>
          </p:nvPr>
        </p:nvSpPr>
        <p:spPr>
          <a:xfrm>
            <a:off x="6752751" y="1554480"/>
            <a:ext cx="4892040" cy="46177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fortress_black_logo">
            <a:extLst>
              <a:ext uri="{FF2B5EF4-FFF2-40B4-BE49-F238E27FC236}">
                <a16:creationId xmlns:a16="http://schemas.microsoft.com/office/drawing/2014/main" id="{298B59CF-B411-668D-B913-F2E95C75F605}"/>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6" name="Date Placeholder 3">
            <a:extLst>
              <a:ext uri="{FF2B5EF4-FFF2-40B4-BE49-F238E27FC236}">
                <a16:creationId xmlns:a16="http://schemas.microsoft.com/office/drawing/2014/main" id="{4C1D7FB0-31D1-022B-820F-B78423AFC3E7}"/>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2533312231"/>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70406C-6346-7F11-8DC2-FE6340A3FC7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gray">
          <a:xfrm>
            <a:off x="1" y="0"/>
            <a:ext cx="12189532" cy="6858000"/>
          </a:xfrm>
          <a:prstGeom prst="rect">
            <a:avLst/>
          </a:prstGeom>
        </p:spPr>
      </p:pic>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5" name="Text Placeholder 4">
            <a:extLst>
              <a:ext uri="{FF2B5EF4-FFF2-40B4-BE49-F238E27FC236}">
                <a16:creationId xmlns:a16="http://schemas.microsoft.com/office/drawing/2014/main" id="{2E336FFA-AF8D-F072-CA48-2F0A65D21031}"/>
              </a:ext>
            </a:extLst>
          </p:cNvPr>
          <p:cNvSpPr>
            <a:spLocks noGrp="1"/>
          </p:cNvSpPr>
          <p:nvPr>
            <p:ph type="body" sz="quarter" idx="14" hasCustomPrompt="1"/>
          </p:nvPr>
        </p:nvSpPr>
        <p:spPr>
          <a:xfrm>
            <a:off x="552451" y="630936"/>
            <a:ext cx="6364224" cy="301752"/>
          </a:xfrm>
        </p:spPr>
        <p:txBody>
          <a:bodyPr/>
          <a:lstStyle>
            <a:lvl1pPr>
              <a:defRPr/>
            </a:lvl1pPr>
          </a:lstStyle>
          <a:p>
            <a:pPr lvl="0"/>
            <a:r>
              <a:rPr lang="en-US"/>
              <a:t>Explore Equinix</a:t>
            </a:r>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3600">
                <a:solidFill>
                  <a:schemeClr val="tx1"/>
                </a:solidFill>
              </a:defRPr>
            </a:lvl1pPr>
          </a:lstStyle>
          <a:p>
            <a:r>
              <a:rPr lang="en-US"/>
              <a:t>Statement, 36pt</a:t>
            </a:r>
          </a:p>
        </p:txBody>
      </p:sp>
      <p:sp>
        <p:nvSpPr>
          <p:cNvPr id="4" name="Date Placeholder 3">
            <a:extLst>
              <a:ext uri="{FF2B5EF4-FFF2-40B4-BE49-F238E27FC236}">
                <a16:creationId xmlns:a16="http://schemas.microsoft.com/office/drawing/2014/main" id="{670D0038-872E-9F97-49B8-3014D0AF543B}"/>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
        <p:nvSpPr>
          <p:cNvPr id="3" name="fortress_black_logo">
            <a:extLst>
              <a:ext uri="{FF2B5EF4-FFF2-40B4-BE49-F238E27FC236}">
                <a16:creationId xmlns:a16="http://schemas.microsoft.com/office/drawing/2014/main" id="{C0B75C77-E192-A8EA-4915-A8D29CBD0CDD}"/>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171673011"/>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tx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04FB18-8EEF-7EDF-B1E4-508641D0A3DD}"/>
              </a:ext>
              <a:ext uri="{C183D7F6-B498-43B3-948B-1728B52AA6E4}">
                <adec:decorative xmlns:adec="http://schemas.microsoft.com/office/drawing/2017/decorative" val="1"/>
              </a:ext>
            </a:extLst>
          </p:cNvPr>
          <p:cNvSpPr/>
          <p:nvPr userDrawn="1"/>
        </p:nvSpPr>
        <p:spPr bwMode="invGray">
          <a:xfrm>
            <a:off x="5605589" y="78356"/>
            <a:ext cx="6586411" cy="6596391"/>
          </a:xfrm>
          <a:custGeom>
            <a:avLst/>
            <a:gdLst>
              <a:gd name="connsiteX0" fmla="*/ 6586411 w 6586410"/>
              <a:gd name="connsiteY0" fmla="*/ 394562 h 6596391"/>
              <a:gd name="connsiteX1" fmla="*/ 6095905 w 6586410"/>
              <a:gd name="connsiteY1" fmla="*/ 573086 h 6596391"/>
              <a:gd name="connsiteX2" fmla="*/ 6092907 w 6586410"/>
              <a:gd name="connsiteY2" fmla="*/ 577353 h 6596391"/>
              <a:gd name="connsiteX3" fmla="*/ 6092907 w 6586410"/>
              <a:gd name="connsiteY3" fmla="*/ 577353 h 6596391"/>
              <a:gd name="connsiteX4" fmla="*/ 6092907 w 6586410"/>
              <a:gd name="connsiteY4" fmla="*/ 1003781 h 6596391"/>
              <a:gd name="connsiteX5" fmla="*/ 6095899 w 6586410"/>
              <a:gd name="connsiteY5" fmla="*/ 1002695 h 6596391"/>
              <a:gd name="connsiteX6" fmla="*/ 6097454 w 6586410"/>
              <a:gd name="connsiteY6" fmla="*/ 1002416 h 6596391"/>
              <a:gd name="connsiteX7" fmla="*/ 6095905 w 6586410"/>
              <a:gd name="connsiteY7" fmla="*/ 1002695 h 6596391"/>
              <a:gd name="connsiteX8" fmla="*/ 5507311 w 6586410"/>
              <a:gd name="connsiteY8" fmla="*/ 1216931 h 6596391"/>
              <a:gd name="connsiteX9" fmla="*/ 5507298 w 6586410"/>
              <a:gd name="connsiteY9" fmla="*/ 1216931 h 6596391"/>
              <a:gd name="connsiteX10" fmla="*/ 4918729 w 6586410"/>
              <a:gd name="connsiteY10" fmla="*/ 1002695 h 6596391"/>
              <a:gd name="connsiteX11" fmla="*/ 4915624 w 6586410"/>
              <a:gd name="connsiteY11" fmla="*/ 1002695 h 6596391"/>
              <a:gd name="connsiteX12" fmla="*/ 4331583 w 6586410"/>
              <a:gd name="connsiteY12" fmla="*/ 1215274 h 6596391"/>
              <a:gd name="connsiteX13" fmla="*/ 4331583 w 6586410"/>
              <a:gd name="connsiteY13" fmla="*/ 792161 h 6596391"/>
              <a:gd name="connsiteX14" fmla="*/ 4328586 w 6586410"/>
              <a:gd name="connsiteY14" fmla="*/ 787894 h 6596391"/>
              <a:gd name="connsiteX15" fmla="*/ 3738448 w 6586410"/>
              <a:gd name="connsiteY15" fmla="*/ 573086 h 6596391"/>
              <a:gd name="connsiteX16" fmla="*/ 3735336 w 6586410"/>
              <a:gd name="connsiteY16" fmla="*/ 573086 h 6596391"/>
              <a:gd name="connsiteX17" fmla="*/ 3145200 w 6586410"/>
              <a:gd name="connsiteY17" fmla="*/ 787881 h 6596391"/>
              <a:gd name="connsiteX18" fmla="*/ 3142196 w 6586410"/>
              <a:gd name="connsiteY18" fmla="*/ 792155 h 6596391"/>
              <a:gd name="connsiteX19" fmla="*/ 3142196 w 6586410"/>
              <a:gd name="connsiteY19" fmla="*/ 1215268 h 6596391"/>
              <a:gd name="connsiteX20" fmla="*/ 3148298 w 6586410"/>
              <a:gd name="connsiteY20" fmla="*/ 1217490 h 6596391"/>
              <a:gd name="connsiteX21" fmla="*/ 3151295 w 6586410"/>
              <a:gd name="connsiteY21" fmla="*/ 1221764 h 6596391"/>
              <a:gd name="connsiteX22" fmla="*/ 3151295 w 6586410"/>
              <a:gd name="connsiteY22" fmla="*/ 1221764 h 6596391"/>
              <a:gd name="connsiteX23" fmla="*/ 3148298 w 6586410"/>
              <a:gd name="connsiteY23" fmla="*/ 1217497 h 6596391"/>
              <a:gd name="connsiteX24" fmla="*/ 2558231 w 6586410"/>
              <a:gd name="connsiteY24" fmla="*/ 1002721 h 6596391"/>
              <a:gd name="connsiteX25" fmla="*/ 2558211 w 6586410"/>
              <a:gd name="connsiteY25" fmla="*/ 1002714 h 6596391"/>
              <a:gd name="connsiteX26" fmla="*/ 2558161 w 6586410"/>
              <a:gd name="connsiteY26" fmla="*/ 1002689 h 6596391"/>
              <a:gd name="connsiteX27" fmla="*/ 1971008 w 6586410"/>
              <a:gd name="connsiteY27" fmla="*/ 788980 h 6596391"/>
              <a:gd name="connsiteX28" fmla="*/ 1971008 w 6586410"/>
              <a:gd name="connsiteY28" fmla="*/ 362583 h 6596391"/>
              <a:gd name="connsiteX29" fmla="*/ 1971008 w 6586410"/>
              <a:gd name="connsiteY29" fmla="*/ 362545 h 6596391"/>
              <a:gd name="connsiteX30" fmla="*/ 1968017 w 6586410"/>
              <a:gd name="connsiteY30" fmla="*/ 358278 h 6596391"/>
              <a:gd name="connsiteX31" fmla="*/ 1558233 w 6586410"/>
              <a:gd name="connsiteY31" fmla="*/ 209123 h 6596391"/>
              <a:gd name="connsiteX32" fmla="*/ 1377880 w 6586410"/>
              <a:gd name="connsiteY32" fmla="*/ 143477 h 6596391"/>
              <a:gd name="connsiteX33" fmla="*/ 1376699 w 6586410"/>
              <a:gd name="connsiteY33" fmla="*/ 143267 h 6596391"/>
              <a:gd name="connsiteX34" fmla="*/ 1375518 w 6586410"/>
              <a:gd name="connsiteY34" fmla="*/ 143343 h 6596391"/>
              <a:gd name="connsiteX35" fmla="*/ 1374769 w 6586410"/>
              <a:gd name="connsiteY35" fmla="*/ 143477 h 6596391"/>
              <a:gd name="connsiteX36" fmla="*/ 982891 w 6586410"/>
              <a:gd name="connsiteY36" fmla="*/ 286104 h 6596391"/>
              <a:gd name="connsiteX37" fmla="*/ 799471 w 6586410"/>
              <a:gd name="connsiteY37" fmla="*/ 219340 h 6596391"/>
              <a:gd name="connsiteX38" fmla="*/ 1376318 w 6586410"/>
              <a:gd name="connsiteY38" fmla="*/ 9384 h 6596391"/>
              <a:gd name="connsiteX39" fmla="*/ 1953165 w 6586410"/>
              <a:gd name="connsiteY39" fmla="*/ 219340 h 6596391"/>
              <a:gd name="connsiteX40" fmla="*/ 1769739 w 6586410"/>
              <a:gd name="connsiteY40" fmla="*/ 286104 h 6596391"/>
              <a:gd name="connsiteX41" fmla="*/ 1783035 w 6586410"/>
              <a:gd name="connsiteY41" fmla="*/ 290943 h 6596391"/>
              <a:gd name="connsiteX42" fmla="*/ 1968011 w 6586410"/>
              <a:gd name="connsiteY42" fmla="*/ 223614 h 6596391"/>
              <a:gd name="connsiteX43" fmla="*/ 1971015 w 6586410"/>
              <a:gd name="connsiteY43" fmla="*/ 219340 h 6596391"/>
              <a:gd name="connsiteX44" fmla="*/ 1968011 w 6586410"/>
              <a:gd name="connsiteY44" fmla="*/ 215067 h 6596391"/>
              <a:gd name="connsiteX45" fmla="*/ 1377874 w 6586410"/>
              <a:gd name="connsiteY45" fmla="*/ 271 h 6596391"/>
              <a:gd name="connsiteX46" fmla="*/ 1374762 w 6586410"/>
              <a:gd name="connsiteY46" fmla="*/ 271 h 6596391"/>
              <a:gd name="connsiteX47" fmla="*/ 784625 w 6586410"/>
              <a:gd name="connsiteY47" fmla="*/ 215067 h 6596391"/>
              <a:gd name="connsiteX48" fmla="*/ 781628 w 6586410"/>
              <a:gd name="connsiteY48" fmla="*/ 219340 h 6596391"/>
              <a:gd name="connsiteX49" fmla="*/ 784625 w 6586410"/>
              <a:gd name="connsiteY49" fmla="*/ 223614 h 6596391"/>
              <a:gd name="connsiteX50" fmla="*/ 969601 w 6586410"/>
              <a:gd name="connsiteY50" fmla="*/ 290943 h 6596391"/>
              <a:gd name="connsiteX51" fmla="*/ 784625 w 6586410"/>
              <a:gd name="connsiteY51" fmla="*/ 358265 h 6596391"/>
              <a:gd name="connsiteX52" fmla="*/ 783514 w 6586410"/>
              <a:gd name="connsiteY52" fmla="*/ 358875 h 6596391"/>
              <a:gd name="connsiteX53" fmla="*/ 781723 w 6586410"/>
              <a:gd name="connsiteY53" fmla="*/ 361917 h 6596391"/>
              <a:gd name="connsiteX54" fmla="*/ 781628 w 6586410"/>
              <a:gd name="connsiteY54" fmla="*/ 362533 h 6596391"/>
              <a:gd name="connsiteX55" fmla="*/ 781628 w 6586410"/>
              <a:gd name="connsiteY55" fmla="*/ 792136 h 6596391"/>
              <a:gd name="connsiteX56" fmla="*/ 781964 w 6586410"/>
              <a:gd name="connsiteY56" fmla="*/ 793755 h 6596391"/>
              <a:gd name="connsiteX57" fmla="*/ 784625 w 6586410"/>
              <a:gd name="connsiteY57" fmla="*/ 796403 h 6596391"/>
              <a:gd name="connsiteX58" fmla="*/ 1374749 w 6586410"/>
              <a:gd name="connsiteY58" fmla="*/ 1011211 h 6596391"/>
              <a:gd name="connsiteX59" fmla="*/ 1374762 w 6586410"/>
              <a:gd name="connsiteY59" fmla="*/ 1011217 h 6596391"/>
              <a:gd name="connsiteX60" fmla="*/ 1374769 w 6586410"/>
              <a:gd name="connsiteY60" fmla="*/ 1011217 h 6596391"/>
              <a:gd name="connsiteX61" fmla="*/ 1964887 w 6586410"/>
              <a:gd name="connsiteY61" fmla="*/ 1226012 h 6596391"/>
              <a:gd name="connsiteX62" fmla="*/ 1964906 w 6586410"/>
              <a:gd name="connsiteY62" fmla="*/ 1226018 h 6596391"/>
              <a:gd name="connsiteX63" fmla="*/ 2543321 w 6586410"/>
              <a:gd name="connsiteY63" fmla="*/ 1436553 h 6596391"/>
              <a:gd name="connsiteX64" fmla="*/ 1964906 w 6586410"/>
              <a:gd name="connsiteY64" fmla="*/ 1647080 h 6596391"/>
              <a:gd name="connsiteX65" fmla="*/ 1964703 w 6586410"/>
              <a:gd name="connsiteY65" fmla="*/ 1647195 h 6596391"/>
              <a:gd name="connsiteX66" fmla="*/ 1964271 w 6586410"/>
              <a:gd name="connsiteY66" fmla="*/ 1647436 h 6596391"/>
              <a:gd name="connsiteX67" fmla="*/ 1963369 w 6586410"/>
              <a:gd name="connsiteY67" fmla="*/ 1648090 h 6596391"/>
              <a:gd name="connsiteX68" fmla="*/ 1963001 w 6586410"/>
              <a:gd name="connsiteY68" fmla="*/ 1648477 h 6596391"/>
              <a:gd name="connsiteX69" fmla="*/ 1962341 w 6586410"/>
              <a:gd name="connsiteY69" fmla="*/ 1649563 h 6596391"/>
              <a:gd name="connsiteX70" fmla="*/ 1962194 w 6586410"/>
              <a:gd name="connsiteY70" fmla="*/ 1649805 h 6596391"/>
              <a:gd name="connsiteX71" fmla="*/ 1962182 w 6586410"/>
              <a:gd name="connsiteY71" fmla="*/ 1649887 h 6596391"/>
              <a:gd name="connsiteX72" fmla="*/ 1961966 w 6586410"/>
              <a:gd name="connsiteY72" fmla="*/ 1651341 h 6596391"/>
              <a:gd name="connsiteX73" fmla="*/ 1961921 w 6586410"/>
              <a:gd name="connsiteY73" fmla="*/ 1651341 h 6596391"/>
              <a:gd name="connsiteX74" fmla="*/ 1961921 w 6586410"/>
              <a:gd name="connsiteY74" fmla="*/ 2507385 h 6596391"/>
              <a:gd name="connsiteX75" fmla="*/ 1374775 w 6586410"/>
              <a:gd name="connsiteY75" fmla="*/ 2721075 h 6596391"/>
              <a:gd name="connsiteX76" fmla="*/ 1371778 w 6586410"/>
              <a:gd name="connsiteY76" fmla="*/ 2725349 h 6596391"/>
              <a:gd name="connsiteX77" fmla="*/ 1374775 w 6586410"/>
              <a:gd name="connsiteY77" fmla="*/ 2729622 h 6596391"/>
              <a:gd name="connsiteX78" fmla="*/ 1953210 w 6586410"/>
              <a:gd name="connsiteY78" fmla="*/ 2940163 h 6596391"/>
              <a:gd name="connsiteX79" fmla="*/ 1376337 w 6586410"/>
              <a:gd name="connsiteY79" fmla="*/ 3150113 h 6596391"/>
              <a:gd name="connsiteX80" fmla="*/ 1377880 w 6586410"/>
              <a:gd name="connsiteY80" fmla="*/ 3150672 h 6596391"/>
              <a:gd name="connsiteX81" fmla="*/ 1377950 w 6586410"/>
              <a:gd name="connsiteY81" fmla="*/ 3150710 h 6596391"/>
              <a:gd name="connsiteX82" fmla="*/ 1378706 w 6586410"/>
              <a:gd name="connsiteY82" fmla="*/ 3151135 h 6596391"/>
              <a:gd name="connsiteX83" fmla="*/ 1377880 w 6586410"/>
              <a:gd name="connsiteY83" fmla="*/ 3150684 h 6596391"/>
              <a:gd name="connsiteX84" fmla="*/ 787736 w 6586410"/>
              <a:gd name="connsiteY84" fmla="*/ 2935877 h 6596391"/>
              <a:gd name="connsiteX85" fmla="*/ 786187 w 6586410"/>
              <a:gd name="connsiteY85" fmla="*/ 2935597 h 6596391"/>
              <a:gd name="connsiteX86" fmla="*/ 784631 w 6586410"/>
              <a:gd name="connsiteY86" fmla="*/ 2935877 h 6596391"/>
              <a:gd name="connsiteX87" fmla="*/ 194494 w 6586410"/>
              <a:gd name="connsiteY87" fmla="*/ 3150672 h 6596391"/>
              <a:gd name="connsiteX88" fmla="*/ 191497 w 6586410"/>
              <a:gd name="connsiteY88" fmla="*/ 3154945 h 6596391"/>
              <a:gd name="connsiteX89" fmla="*/ 191497 w 6586410"/>
              <a:gd name="connsiteY89" fmla="*/ 3584548 h 6596391"/>
              <a:gd name="connsiteX90" fmla="*/ 191713 w 6586410"/>
              <a:gd name="connsiteY90" fmla="*/ 3585932 h 6596391"/>
              <a:gd name="connsiteX91" fmla="*/ 194494 w 6586410"/>
              <a:gd name="connsiteY91" fmla="*/ 3588815 h 6596391"/>
              <a:gd name="connsiteX92" fmla="*/ 784631 w 6586410"/>
              <a:gd name="connsiteY92" fmla="*/ 3803629 h 6596391"/>
              <a:gd name="connsiteX93" fmla="*/ 786181 w 6586410"/>
              <a:gd name="connsiteY93" fmla="*/ 3803909 h 6596391"/>
              <a:gd name="connsiteX94" fmla="*/ 784625 w 6586410"/>
              <a:gd name="connsiteY94" fmla="*/ 3803629 h 6596391"/>
              <a:gd name="connsiteX95" fmla="*/ 772865 w 6586410"/>
              <a:gd name="connsiteY95" fmla="*/ 3799350 h 6596391"/>
              <a:gd name="connsiteX96" fmla="*/ 593128 w 6586410"/>
              <a:gd name="connsiteY96" fmla="*/ 3864767 h 6596391"/>
              <a:gd name="connsiteX97" fmla="*/ 594290 w 6586410"/>
              <a:gd name="connsiteY97" fmla="*/ 3864564 h 6596391"/>
              <a:gd name="connsiteX98" fmla="*/ 593134 w 6586410"/>
              <a:gd name="connsiteY98" fmla="*/ 3864774 h 6596391"/>
              <a:gd name="connsiteX99" fmla="*/ 2997 w 6586410"/>
              <a:gd name="connsiteY99" fmla="*/ 4079562 h 6596391"/>
              <a:gd name="connsiteX100" fmla="*/ 0 w 6586410"/>
              <a:gd name="connsiteY100" fmla="*/ 4083842 h 6596391"/>
              <a:gd name="connsiteX101" fmla="*/ 0 w 6586410"/>
              <a:gd name="connsiteY101" fmla="*/ 4513439 h 6596391"/>
              <a:gd name="connsiteX102" fmla="*/ 0 w 6586410"/>
              <a:gd name="connsiteY102" fmla="*/ 4513445 h 6596391"/>
              <a:gd name="connsiteX103" fmla="*/ 2997 w 6586410"/>
              <a:gd name="connsiteY103" fmla="*/ 4517706 h 6596391"/>
              <a:gd name="connsiteX104" fmla="*/ 593134 w 6586410"/>
              <a:gd name="connsiteY104" fmla="*/ 4732520 h 6596391"/>
              <a:gd name="connsiteX105" fmla="*/ 594684 w 6586410"/>
              <a:gd name="connsiteY105" fmla="*/ 4732800 h 6596391"/>
              <a:gd name="connsiteX106" fmla="*/ 596240 w 6586410"/>
              <a:gd name="connsiteY106" fmla="*/ 4732520 h 6596391"/>
              <a:gd name="connsiteX107" fmla="*/ 1186383 w 6586410"/>
              <a:gd name="connsiteY107" fmla="*/ 4517719 h 6596391"/>
              <a:gd name="connsiteX108" fmla="*/ 1966455 w 6586410"/>
              <a:gd name="connsiteY108" fmla="*/ 4233798 h 6596391"/>
              <a:gd name="connsiteX109" fmla="*/ 1966461 w 6586410"/>
              <a:gd name="connsiteY109" fmla="*/ 4233791 h 6596391"/>
              <a:gd name="connsiteX110" fmla="*/ 2555050 w 6586410"/>
              <a:gd name="connsiteY110" fmla="*/ 4448034 h 6596391"/>
              <a:gd name="connsiteX111" fmla="*/ 2556593 w 6586410"/>
              <a:gd name="connsiteY111" fmla="*/ 4448307 h 6596391"/>
              <a:gd name="connsiteX112" fmla="*/ 2558149 w 6586410"/>
              <a:gd name="connsiteY112" fmla="*/ 4448034 h 6596391"/>
              <a:gd name="connsiteX113" fmla="*/ 3023978 w 6586410"/>
              <a:gd name="connsiteY113" fmla="*/ 4278483 h 6596391"/>
              <a:gd name="connsiteX114" fmla="*/ 3148292 w 6586410"/>
              <a:gd name="connsiteY114" fmla="*/ 4233232 h 6596391"/>
              <a:gd name="connsiteX115" fmla="*/ 3149511 w 6586410"/>
              <a:gd name="connsiteY115" fmla="*/ 4232559 h 6596391"/>
              <a:gd name="connsiteX116" fmla="*/ 3151277 w 6586410"/>
              <a:gd name="connsiteY116" fmla="*/ 4228965 h 6596391"/>
              <a:gd name="connsiteX117" fmla="*/ 3151277 w 6586410"/>
              <a:gd name="connsiteY117" fmla="*/ 3799375 h 6596391"/>
              <a:gd name="connsiteX118" fmla="*/ 3151277 w 6586410"/>
              <a:gd name="connsiteY118" fmla="*/ 3799368 h 6596391"/>
              <a:gd name="connsiteX119" fmla="*/ 3151277 w 6586410"/>
              <a:gd name="connsiteY119" fmla="*/ 3376249 h 6596391"/>
              <a:gd name="connsiteX120" fmla="*/ 3735318 w 6586410"/>
              <a:gd name="connsiteY120" fmla="*/ 3588834 h 6596391"/>
              <a:gd name="connsiteX121" fmla="*/ 3736874 w 6586410"/>
              <a:gd name="connsiteY121" fmla="*/ 3589114 h 6596391"/>
              <a:gd name="connsiteX122" fmla="*/ 3738429 w 6586410"/>
              <a:gd name="connsiteY122" fmla="*/ 3588834 h 6596391"/>
              <a:gd name="connsiteX123" fmla="*/ 4328566 w 6586410"/>
              <a:gd name="connsiteY123" fmla="*/ 3374033 h 6596391"/>
              <a:gd name="connsiteX124" fmla="*/ 4331564 w 6586410"/>
              <a:gd name="connsiteY124" fmla="*/ 3369759 h 6596391"/>
              <a:gd name="connsiteX125" fmla="*/ 4328566 w 6586410"/>
              <a:gd name="connsiteY125" fmla="*/ 3365486 h 6596391"/>
              <a:gd name="connsiteX126" fmla="*/ 4143584 w 6586410"/>
              <a:gd name="connsiteY126" fmla="*/ 3298150 h 6596391"/>
              <a:gd name="connsiteX127" fmla="*/ 4328566 w 6586410"/>
              <a:gd name="connsiteY127" fmla="*/ 3230815 h 6596391"/>
              <a:gd name="connsiteX128" fmla="*/ 4331564 w 6586410"/>
              <a:gd name="connsiteY128" fmla="*/ 3226548 h 6596391"/>
              <a:gd name="connsiteX129" fmla="*/ 4328566 w 6586410"/>
              <a:gd name="connsiteY129" fmla="*/ 3222274 h 6596391"/>
              <a:gd name="connsiteX130" fmla="*/ 4143591 w 6586410"/>
              <a:gd name="connsiteY130" fmla="*/ 3154952 h 6596391"/>
              <a:gd name="connsiteX131" fmla="*/ 4328566 w 6586410"/>
              <a:gd name="connsiteY131" fmla="*/ 3087623 h 6596391"/>
              <a:gd name="connsiteX132" fmla="*/ 4331564 w 6586410"/>
              <a:gd name="connsiteY132" fmla="*/ 3083349 h 6596391"/>
              <a:gd name="connsiteX133" fmla="*/ 4328566 w 6586410"/>
              <a:gd name="connsiteY133" fmla="*/ 3079075 h 6596391"/>
              <a:gd name="connsiteX134" fmla="*/ 4143584 w 6586410"/>
              <a:gd name="connsiteY134" fmla="*/ 3011746 h 6596391"/>
              <a:gd name="connsiteX135" fmla="*/ 4328566 w 6586410"/>
              <a:gd name="connsiteY135" fmla="*/ 2944411 h 6596391"/>
              <a:gd name="connsiteX136" fmla="*/ 4331564 w 6586410"/>
              <a:gd name="connsiteY136" fmla="*/ 2940137 h 6596391"/>
              <a:gd name="connsiteX137" fmla="*/ 4331564 w 6586410"/>
              <a:gd name="connsiteY137" fmla="*/ 2940137 h 6596391"/>
              <a:gd name="connsiteX138" fmla="*/ 4331564 w 6586410"/>
              <a:gd name="connsiteY138" fmla="*/ 2513741 h 6596391"/>
              <a:gd name="connsiteX139" fmla="*/ 4912608 w 6586410"/>
              <a:gd name="connsiteY139" fmla="*/ 2302254 h 6596391"/>
              <a:gd name="connsiteX140" fmla="*/ 4912608 w 6586410"/>
              <a:gd name="connsiteY140" fmla="*/ 2725342 h 6596391"/>
              <a:gd name="connsiteX141" fmla="*/ 4915605 w 6586410"/>
              <a:gd name="connsiteY141" fmla="*/ 2729616 h 6596391"/>
              <a:gd name="connsiteX142" fmla="*/ 5493988 w 6586410"/>
              <a:gd name="connsiteY142" fmla="*/ 2940156 h 6596391"/>
              <a:gd name="connsiteX143" fmla="*/ 4915605 w 6586410"/>
              <a:gd name="connsiteY143" fmla="*/ 3150672 h 6596391"/>
              <a:gd name="connsiteX144" fmla="*/ 4912608 w 6586410"/>
              <a:gd name="connsiteY144" fmla="*/ 3154945 h 6596391"/>
              <a:gd name="connsiteX145" fmla="*/ 4912608 w 6586410"/>
              <a:gd name="connsiteY145" fmla="*/ 3581373 h 6596391"/>
              <a:gd name="connsiteX146" fmla="*/ 4915605 w 6586410"/>
              <a:gd name="connsiteY146" fmla="*/ 3580281 h 6596391"/>
              <a:gd name="connsiteX147" fmla="*/ 4918710 w 6586410"/>
              <a:gd name="connsiteY147" fmla="*/ 3580281 h 6596391"/>
              <a:gd name="connsiteX148" fmla="*/ 4937030 w 6586410"/>
              <a:gd name="connsiteY148" fmla="*/ 3586949 h 6596391"/>
              <a:gd name="connsiteX149" fmla="*/ 4930457 w 6586410"/>
              <a:gd name="connsiteY149" fmla="*/ 3584554 h 6596391"/>
              <a:gd name="connsiteX150" fmla="*/ 5502751 w 6586410"/>
              <a:gd name="connsiteY150" fmla="*/ 3376256 h 6596391"/>
              <a:gd name="connsiteX151" fmla="*/ 5502751 w 6586410"/>
              <a:gd name="connsiteY151" fmla="*/ 3792847 h 6596391"/>
              <a:gd name="connsiteX152" fmla="*/ 5508854 w 6586410"/>
              <a:gd name="connsiteY152" fmla="*/ 3795070 h 6596391"/>
              <a:gd name="connsiteX153" fmla="*/ 5511851 w 6586410"/>
              <a:gd name="connsiteY153" fmla="*/ 3799343 h 6596391"/>
              <a:gd name="connsiteX154" fmla="*/ 5511851 w 6586410"/>
              <a:gd name="connsiteY154" fmla="*/ 3799356 h 6596391"/>
              <a:gd name="connsiteX155" fmla="*/ 5508860 w 6586410"/>
              <a:gd name="connsiteY155" fmla="*/ 3795089 h 6596391"/>
              <a:gd name="connsiteX156" fmla="*/ 4918710 w 6586410"/>
              <a:gd name="connsiteY156" fmla="*/ 3580287 h 6596391"/>
              <a:gd name="connsiteX157" fmla="*/ 4915605 w 6586410"/>
              <a:gd name="connsiteY157" fmla="*/ 3580287 h 6596391"/>
              <a:gd name="connsiteX158" fmla="*/ 4325461 w 6586410"/>
              <a:gd name="connsiteY158" fmla="*/ 3795070 h 6596391"/>
              <a:gd name="connsiteX159" fmla="*/ 4324236 w 6586410"/>
              <a:gd name="connsiteY159" fmla="*/ 3795737 h 6596391"/>
              <a:gd name="connsiteX160" fmla="*/ 4322477 w 6586410"/>
              <a:gd name="connsiteY160" fmla="*/ 3799337 h 6596391"/>
              <a:gd name="connsiteX161" fmla="*/ 4322477 w 6586410"/>
              <a:gd name="connsiteY161" fmla="*/ 3799375 h 6596391"/>
              <a:gd name="connsiteX162" fmla="*/ 4322477 w 6586410"/>
              <a:gd name="connsiteY162" fmla="*/ 4228914 h 6596391"/>
              <a:gd name="connsiteX163" fmla="*/ 4322477 w 6586410"/>
              <a:gd name="connsiteY163" fmla="*/ 4228946 h 6596391"/>
              <a:gd name="connsiteX164" fmla="*/ 4325468 w 6586410"/>
              <a:gd name="connsiteY164" fmla="*/ 4233213 h 6596391"/>
              <a:gd name="connsiteX165" fmla="*/ 4915611 w 6586410"/>
              <a:gd name="connsiteY165" fmla="*/ 4448027 h 6596391"/>
              <a:gd name="connsiteX166" fmla="*/ 4917161 w 6586410"/>
              <a:gd name="connsiteY166" fmla="*/ 4448307 h 6596391"/>
              <a:gd name="connsiteX167" fmla="*/ 4917167 w 6586410"/>
              <a:gd name="connsiteY167" fmla="*/ 4448307 h 6596391"/>
              <a:gd name="connsiteX168" fmla="*/ 4918716 w 6586410"/>
              <a:gd name="connsiteY168" fmla="*/ 4448027 h 6596391"/>
              <a:gd name="connsiteX169" fmla="*/ 5508866 w 6586410"/>
              <a:gd name="connsiteY169" fmla="*/ 4233226 h 6596391"/>
              <a:gd name="connsiteX170" fmla="*/ 5510086 w 6586410"/>
              <a:gd name="connsiteY170" fmla="*/ 4232553 h 6596391"/>
              <a:gd name="connsiteX171" fmla="*/ 5511851 w 6586410"/>
              <a:gd name="connsiteY171" fmla="*/ 4228959 h 6596391"/>
              <a:gd name="connsiteX172" fmla="*/ 5511851 w 6586410"/>
              <a:gd name="connsiteY172" fmla="*/ 3802550 h 6596391"/>
              <a:gd name="connsiteX173" fmla="*/ 6092895 w 6586410"/>
              <a:gd name="connsiteY173" fmla="*/ 3591051 h 6596391"/>
              <a:gd name="connsiteX174" fmla="*/ 6092895 w 6586410"/>
              <a:gd name="connsiteY174" fmla="*/ 4440573 h 6596391"/>
              <a:gd name="connsiteX175" fmla="*/ 5505749 w 6586410"/>
              <a:gd name="connsiteY175" fmla="*/ 4654295 h 6596391"/>
              <a:gd name="connsiteX176" fmla="*/ 5502751 w 6586410"/>
              <a:gd name="connsiteY176" fmla="*/ 4658562 h 6596391"/>
              <a:gd name="connsiteX177" fmla="*/ 5502751 w 6586410"/>
              <a:gd name="connsiteY177" fmla="*/ 5088178 h 6596391"/>
              <a:gd name="connsiteX178" fmla="*/ 5502771 w 6586410"/>
              <a:gd name="connsiteY178" fmla="*/ 5088247 h 6596391"/>
              <a:gd name="connsiteX179" fmla="*/ 5503209 w 6586410"/>
              <a:gd name="connsiteY179" fmla="*/ 5090038 h 6596391"/>
              <a:gd name="connsiteX180" fmla="*/ 5503399 w 6586410"/>
              <a:gd name="connsiteY180" fmla="*/ 5090432 h 6596391"/>
              <a:gd name="connsiteX181" fmla="*/ 5504663 w 6586410"/>
              <a:gd name="connsiteY181" fmla="*/ 5091860 h 6596391"/>
              <a:gd name="connsiteX182" fmla="*/ 5504694 w 6586410"/>
              <a:gd name="connsiteY182" fmla="*/ 5091899 h 6596391"/>
              <a:gd name="connsiteX183" fmla="*/ 5505063 w 6586410"/>
              <a:gd name="connsiteY183" fmla="*/ 5092077 h 6596391"/>
              <a:gd name="connsiteX184" fmla="*/ 5505742 w 6586410"/>
              <a:gd name="connsiteY184" fmla="*/ 5092458 h 6596391"/>
              <a:gd name="connsiteX185" fmla="*/ 5690718 w 6586410"/>
              <a:gd name="connsiteY185" fmla="*/ 5159786 h 6596391"/>
              <a:gd name="connsiteX186" fmla="*/ 5505742 w 6586410"/>
              <a:gd name="connsiteY186" fmla="*/ 5227116 h 6596391"/>
              <a:gd name="connsiteX187" fmla="*/ 5502751 w 6586410"/>
              <a:gd name="connsiteY187" fmla="*/ 5231389 h 6596391"/>
              <a:gd name="connsiteX188" fmla="*/ 5505742 w 6586410"/>
              <a:gd name="connsiteY188" fmla="*/ 5235656 h 6596391"/>
              <a:gd name="connsiteX189" fmla="*/ 5690737 w 6586410"/>
              <a:gd name="connsiteY189" fmla="*/ 5302992 h 6596391"/>
              <a:gd name="connsiteX190" fmla="*/ 5505742 w 6586410"/>
              <a:gd name="connsiteY190" fmla="*/ 5370327 h 6596391"/>
              <a:gd name="connsiteX191" fmla="*/ 5502751 w 6586410"/>
              <a:gd name="connsiteY191" fmla="*/ 5374600 h 6596391"/>
              <a:gd name="connsiteX192" fmla="*/ 5505742 w 6586410"/>
              <a:gd name="connsiteY192" fmla="*/ 5378880 h 6596391"/>
              <a:gd name="connsiteX193" fmla="*/ 5690724 w 6586410"/>
              <a:gd name="connsiteY193" fmla="*/ 5446210 h 6596391"/>
              <a:gd name="connsiteX194" fmla="*/ 5505742 w 6586410"/>
              <a:gd name="connsiteY194" fmla="*/ 5513545 h 6596391"/>
              <a:gd name="connsiteX195" fmla="*/ 5502751 w 6586410"/>
              <a:gd name="connsiteY195" fmla="*/ 5517818 h 6596391"/>
              <a:gd name="connsiteX196" fmla="*/ 5505742 w 6586410"/>
              <a:gd name="connsiteY196" fmla="*/ 5522092 h 6596391"/>
              <a:gd name="connsiteX197" fmla="*/ 5887435 w 6586410"/>
              <a:gd name="connsiteY197" fmla="*/ 5661024 h 6596391"/>
              <a:gd name="connsiteX198" fmla="*/ 5505742 w 6586410"/>
              <a:gd name="connsiteY198" fmla="*/ 5799949 h 6596391"/>
              <a:gd name="connsiteX199" fmla="*/ 5502751 w 6586410"/>
              <a:gd name="connsiteY199" fmla="*/ 5804223 h 6596391"/>
              <a:gd name="connsiteX200" fmla="*/ 5505742 w 6586410"/>
              <a:gd name="connsiteY200" fmla="*/ 5808496 h 6596391"/>
              <a:gd name="connsiteX201" fmla="*/ 5887435 w 6586410"/>
              <a:gd name="connsiteY201" fmla="*/ 5947428 h 6596391"/>
              <a:gd name="connsiteX202" fmla="*/ 5505742 w 6586410"/>
              <a:gd name="connsiteY202" fmla="*/ 6086359 h 6596391"/>
              <a:gd name="connsiteX203" fmla="*/ 5502751 w 6586410"/>
              <a:gd name="connsiteY203" fmla="*/ 6090633 h 6596391"/>
              <a:gd name="connsiteX204" fmla="*/ 5505742 w 6586410"/>
              <a:gd name="connsiteY204" fmla="*/ 6094906 h 6596391"/>
              <a:gd name="connsiteX205" fmla="*/ 5887428 w 6586410"/>
              <a:gd name="connsiteY205" fmla="*/ 6233838 h 6596391"/>
              <a:gd name="connsiteX206" fmla="*/ 5505742 w 6586410"/>
              <a:gd name="connsiteY206" fmla="*/ 6372763 h 6596391"/>
              <a:gd name="connsiteX207" fmla="*/ 5502751 w 6586410"/>
              <a:gd name="connsiteY207" fmla="*/ 6377037 h 6596391"/>
              <a:gd name="connsiteX208" fmla="*/ 5505742 w 6586410"/>
              <a:gd name="connsiteY208" fmla="*/ 6381311 h 6596391"/>
              <a:gd name="connsiteX209" fmla="*/ 6095879 w 6586410"/>
              <a:gd name="connsiteY209" fmla="*/ 6596112 h 6596391"/>
              <a:gd name="connsiteX210" fmla="*/ 6097435 w 6586410"/>
              <a:gd name="connsiteY210" fmla="*/ 6596391 h 6596391"/>
              <a:gd name="connsiteX211" fmla="*/ 6098991 w 6586410"/>
              <a:gd name="connsiteY211" fmla="*/ 6596112 h 6596391"/>
              <a:gd name="connsiteX212" fmla="*/ 6586391 w 6586410"/>
              <a:gd name="connsiteY212" fmla="*/ 6418706 h 6596391"/>
              <a:gd name="connsiteX213" fmla="*/ 6586391 w 6586410"/>
              <a:gd name="connsiteY213" fmla="*/ 6409035 h 6596391"/>
              <a:gd name="connsiteX214" fmla="*/ 6097435 w 6586410"/>
              <a:gd name="connsiteY214" fmla="*/ 6587012 h 6596391"/>
              <a:gd name="connsiteX215" fmla="*/ 5520589 w 6586410"/>
              <a:gd name="connsiteY215" fmla="*/ 6377043 h 6596391"/>
              <a:gd name="connsiteX216" fmla="*/ 5900725 w 6586410"/>
              <a:gd name="connsiteY216" fmla="*/ 6238683 h 6596391"/>
              <a:gd name="connsiteX217" fmla="*/ 6095873 w 6586410"/>
              <a:gd name="connsiteY217" fmla="*/ 6309720 h 6596391"/>
              <a:gd name="connsiteX218" fmla="*/ 6097429 w 6586410"/>
              <a:gd name="connsiteY218" fmla="*/ 6310000 h 6596391"/>
              <a:gd name="connsiteX219" fmla="*/ 6098985 w 6586410"/>
              <a:gd name="connsiteY219" fmla="*/ 6309720 h 6596391"/>
              <a:gd name="connsiteX220" fmla="*/ 6294133 w 6586410"/>
              <a:gd name="connsiteY220" fmla="*/ 6238683 h 6596391"/>
              <a:gd name="connsiteX221" fmla="*/ 6586379 w 6586410"/>
              <a:gd name="connsiteY221" fmla="*/ 6345052 h 6596391"/>
              <a:gd name="connsiteX222" fmla="*/ 6586379 w 6586410"/>
              <a:gd name="connsiteY222" fmla="*/ 6335381 h 6596391"/>
              <a:gd name="connsiteX223" fmla="*/ 6307423 w 6586410"/>
              <a:gd name="connsiteY223" fmla="*/ 6233851 h 6596391"/>
              <a:gd name="connsiteX224" fmla="*/ 6586379 w 6586410"/>
              <a:gd name="connsiteY224" fmla="*/ 6132321 h 6596391"/>
              <a:gd name="connsiteX225" fmla="*/ 6586379 w 6586410"/>
              <a:gd name="connsiteY225" fmla="*/ 6122643 h 6596391"/>
              <a:gd name="connsiteX226" fmla="*/ 6294139 w 6586410"/>
              <a:gd name="connsiteY226" fmla="*/ 6229018 h 6596391"/>
              <a:gd name="connsiteX227" fmla="*/ 6098985 w 6586410"/>
              <a:gd name="connsiteY227" fmla="*/ 6157981 h 6596391"/>
              <a:gd name="connsiteX228" fmla="*/ 6095873 w 6586410"/>
              <a:gd name="connsiteY228" fmla="*/ 6157981 h 6596391"/>
              <a:gd name="connsiteX229" fmla="*/ 5900718 w 6586410"/>
              <a:gd name="connsiteY229" fmla="*/ 6229018 h 6596391"/>
              <a:gd name="connsiteX230" fmla="*/ 5520589 w 6586410"/>
              <a:gd name="connsiteY230" fmla="*/ 6090652 h 6596391"/>
              <a:gd name="connsiteX231" fmla="*/ 5900732 w 6586410"/>
              <a:gd name="connsiteY231" fmla="*/ 5952292 h 6596391"/>
              <a:gd name="connsiteX232" fmla="*/ 6095873 w 6586410"/>
              <a:gd name="connsiteY232" fmla="*/ 6023323 h 6596391"/>
              <a:gd name="connsiteX233" fmla="*/ 6097429 w 6586410"/>
              <a:gd name="connsiteY233" fmla="*/ 6023602 h 6596391"/>
              <a:gd name="connsiteX234" fmla="*/ 6098985 w 6586410"/>
              <a:gd name="connsiteY234" fmla="*/ 6023323 h 6596391"/>
              <a:gd name="connsiteX235" fmla="*/ 6294133 w 6586410"/>
              <a:gd name="connsiteY235" fmla="*/ 5952292 h 6596391"/>
              <a:gd name="connsiteX236" fmla="*/ 6586411 w 6586410"/>
              <a:gd name="connsiteY236" fmla="*/ 6058629 h 6596391"/>
              <a:gd name="connsiteX237" fmla="*/ 6586411 w 6586410"/>
              <a:gd name="connsiteY237" fmla="*/ 6048958 h 6596391"/>
              <a:gd name="connsiteX238" fmla="*/ 6307449 w 6586410"/>
              <a:gd name="connsiteY238" fmla="*/ 5947421 h 6596391"/>
              <a:gd name="connsiteX239" fmla="*/ 6586411 w 6586410"/>
              <a:gd name="connsiteY239" fmla="*/ 5845885 h 6596391"/>
              <a:gd name="connsiteX240" fmla="*/ 6586411 w 6586410"/>
              <a:gd name="connsiteY240" fmla="*/ 5836207 h 6596391"/>
              <a:gd name="connsiteX241" fmla="*/ 6294165 w 6586410"/>
              <a:gd name="connsiteY241" fmla="*/ 5942583 h 6596391"/>
              <a:gd name="connsiteX242" fmla="*/ 6099016 w 6586410"/>
              <a:gd name="connsiteY242" fmla="*/ 5871551 h 6596391"/>
              <a:gd name="connsiteX243" fmla="*/ 6095905 w 6586410"/>
              <a:gd name="connsiteY243" fmla="*/ 5871551 h 6596391"/>
              <a:gd name="connsiteX244" fmla="*/ 5900756 w 6586410"/>
              <a:gd name="connsiteY244" fmla="*/ 5942589 h 6596391"/>
              <a:gd name="connsiteX245" fmla="*/ 5520621 w 6586410"/>
              <a:gd name="connsiteY245" fmla="*/ 5804216 h 6596391"/>
              <a:gd name="connsiteX246" fmla="*/ 5900763 w 6586410"/>
              <a:gd name="connsiteY246" fmla="*/ 5665856 h 6596391"/>
              <a:gd name="connsiteX247" fmla="*/ 6095905 w 6586410"/>
              <a:gd name="connsiteY247" fmla="*/ 5736887 h 6596391"/>
              <a:gd name="connsiteX248" fmla="*/ 6097461 w 6586410"/>
              <a:gd name="connsiteY248" fmla="*/ 5737160 h 6596391"/>
              <a:gd name="connsiteX249" fmla="*/ 6099016 w 6586410"/>
              <a:gd name="connsiteY249" fmla="*/ 5736887 h 6596391"/>
              <a:gd name="connsiteX250" fmla="*/ 6294158 w 6586410"/>
              <a:gd name="connsiteY250" fmla="*/ 5665856 h 6596391"/>
              <a:gd name="connsiteX251" fmla="*/ 6586411 w 6586410"/>
              <a:gd name="connsiteY251" fmla="*/ 5772231 h 6596391"/>
              <a:gd name="connsiteX252" fmla="*/ 6586411 w 6586410"/>
              <a:gd name="connsiteY252" fmla="*/ 5762554 h 6596391"/>
              <a:gd name="connsiteX253" fmla="*/ 6307455 w 6586410"/>
              <a:gd name="connsiteY253" fmla="*/ 5661024 h 6596391"/>
              <a:gd name="connsiteX254" fmla="*/ 6586411 w 6586410"/>
              <a:gd name="connsiteY254" fmla="*/ 5559487 h 6596391"/>
              <a:gd name="connsiteX255" fmla="*/ 6586411 w 6586410"/>
              <a:gd name="connsiteY255" fmla="*/ 5549816 h 6596391"/>
              <a:gd name="connsiteX256" fmla="*/ 6294158 w 6586410"/>
              <a:gd name="connsiteY256" fmla="*/ 5656185 h 6596391"/>
              <a:gd name="connsiteX257" fmla="*/ 6110732 w 6586410"/>
              <a:gd name="connsiteY257" fmla="*/ 5589421 h 6596391"/>
              <a:gd name="connsiteX258" fmla="*/ 6490875 w 6586410"/>
              <a:gd name="connsiteY258" fmla="*/ 5451061 h 6596391"/>
              <a:gd name="connsiteX259" fmla="*/ 6586411 w 6586410"/>
              <a:gd name="connsiteY259" fmla="*/ 5485834 h 6596391"/>
              <a:gd name="connsiteX260" fmla="*/ 6586411 w 6586410"/>
              <a:gd name="connsiteY260" fmla="*/ 5476162 h 6596391"/>
              <a:gd name="connsiteX261" fmla="*/ 6504171 w 6586410"/>
              <a:gd name="connsiteY261" fmla="*/ 5446222 h 6596391"/>
              <a:gd name="connsiteX262" fmla="*/ 6586411 w 6586410"/>
              <a:gd name="connsiteY262" fmla="*/ 5416288 h 6596391"/>
              <a:gd name="connsiteX263" fmla="*/ 6586411 w 6586410"/>
              <a:gd name="connsiteY263" fmla="*/ 5406611 h 6596391"/>
              <a:gd name="connsiteX264" fmla="*/ 6490868 w 6586410"/>
              <a:gd name="connsiteY264" fmla="*/ 5441390 h 6596391"/>
              <a:gd name="connsiteX265" fmla="*/ 6307430 w 6586410"/>
              <a:gd name="connsiteY265" fmla="*/ 5374620 h 6596391"/>
              <a:gd name="connsiteX266" fmla="*/ 6490862 w 6586410"/>
              <a:gd name="connsiteY266" fmla="*/ 5307849 h 6596391"/>
              <a:gd name="connsiteX267" fmla="*/ 6586411 w 6586410"/>
              <a:gd name="connsiteY267" fmla="*/ 5342628 h 6596391"/>
              <a:gd name="connsiteX268" fmla="*/ 6586411 w 6586410"/>
              <a:gd name="connsiteY268" fmla="*/ 5332957 h 6596391"/>
              <a:gd name="connsiteX269" fmla="*/ 6504159 w 6586410"/>
              <a:gd name="connsiteY269" fmla="*/ 5303017 h 6596391"/>
              <a:gd name="connsiteX270" fmla="*/ 6586411 w 6586410"/>
              <a:gd name="connsiteY270" fmla="*/ 5273077 h 6596391"/>
              <a:gd name="connsiteX271" fmla="*/ 6586411 w 6586410"/>
              <a:gd name="connsiteY271" fmla="*/ 5263406 h 6596391"/>
              <a:gd name="connsiteX272" fmla="*/ 6490868 w 6586410"/>
              <a:gd name="connsiteY272" fmla="*/ 5298185 h 6596391"/>
              <a:gd name="connsiteX273" fmla="*/ 6307449 w 6586410"/>
              <a:gd name="connsiteY273" fmla="*/ 5231421 h 6596391"/>
              <a:gd name="connsiteX274" fmla="*/ 6490882 w 6586410"/>
              <a:gd name="connsiteY274" fmla="*/ 5164657 h 6596391"/>
              <a:gd name="connsiteX275" fmla="*/ 6586411 w 6586410"/>
              <a:gd name="connsiteY275" fmla="*/ 5199423 h 6596391"/>
              <a:gd name="connsiteX276" fmla="*/ 6586411 w 6586410"/>
              <a:gd name="connsiteY276" fmla="*/ 5189752 h 6596391"/>
              <a:gd name="connsiteX277" fmla="*/ 6504178 w 6586410"/>
              <a:gd name="connsiteY277" fmla="*/ 5159818 h 6596391"/>
              <a:gd name="connsiteX278" fmla="*/ 6586411 w 6586410"/>
              <a:gd name="connsiteY278" fmla="*/ 5129884 h 6596391"/>
              <a:gd name="connsiteX279" fmla="*/ 6586411 w 6586410"/>
              <a:gd name="connsiteY279" fmla="*/ 5120213 h 6596391"/>
              <a:gd name="connsiteX280" fmla="*/ 6490882 w 6586410"/>
              <a:gd name="connsiteY280" fmla="*/ 5154986 h 6596391"/>
              <a:gd name="connsiteX281" fmla="*/ 6099010 w 6586410"/>
              <a:gd name="connsiteY281" fmla="*/ 5012359 h 6596391"/>
              <a:gd name="connsiteX282" fmla="*/ 6095899 w 6586410"/>
              <a:gd name="connsiteY282" fmla="*/ 5012359 h 6596391"/>
              <a:gd name="connsiteX283" fmla="*/ 5704027 w 6586410"/>
              <a:gd name="connsiteY283" fmla="*/ 5154986 h 6596391"/>
              <a:gd name="connsiteX284" fmla="*/ 5520607 w 6586410"/>
              <a:gd name="connsiteY284" fmla="*/ 5088222 h 6596391"/>
              <a:gd name="connsiteX285" fmla="*/ 6097454 w 6586410"/>
              <a:gd name="connsiteY285" fmla="*/ 4878266 h 6596391"/>
              <a:gd name="connsiteX286" fmla="*/ 6586411 w 6586410"/>
              <a:gd name="connsiteY286" fmla="*/ 5056205 h 6596391"/>
              <a:gd name="connsiteX287" fmla="*/ 6586411 w 6586410"/>
              <a:gd name="connsiteY287" fmla="*/ 5046541 h 6596391"/>
              <a:gd name="connsiteX288" fmla="*/ 6586411 w 6586410"/>
              <a:gd name="connsiteY288" fmla="*/ 5046534 h 6596391"/>
              <a:gd name="connsiteX289" fmla="*/ 6453499 w 6586410"/>
              <a:gd name="connsiteY289" fmla="*/ 4998154 h 6596391"/>
              <a:gd name="connsiteX290" fmla="*/ 6110745 w 6586410"/>
              <a:gd name="connsiteY290" fmla="*/ 4873395 h 6596391"/>
              <a:gd name="connsiteX291" fmla="*/ 6586411 w 6586410"/>
              <a:gd name="connsiteY291" fmla="*/ 4700262 h 6596391"/>
              <a:gd name="connsiteX292" fmla="*/ 6586411 w 6586410"/>
              <a:gd name="connsiteY292" fmla="*/ 4690585 h 6596391"/>
              <a:gd name="connsiteX293" fmla="*/ 6102001 w 6586410"/>
              <a:gd name="connsiteY293" fmla="*/ 4866899 h 6596391"/>
              <a:gd name="connsiteX294" fmla="*/ 6102001 w 6586410"/>
              <a:gd name="connsiteY294" fmla="*/ 4450275 h 6596391"/>
              <a:gd name="connsiteX295" fmla="*/ 6586411 w 6586410"/>
              <a:gd name="connsiteY295" fmla="*/ 4626589 h 6596391"/>
              <a:gd name="connsiteX296" fmla="*/ 6586411 w 6586410"/>
              <a:gd name="connsiteY296" fmla="*/ 4616925 h 6596391"/>
              <a:gd name="connsiteX297" fmla="*/ 6110770 w 6586410"/>
              <a:gd name="connsiteY297" fmla="*/ 4443786 h 6596391"/>
              <a:gd name="connsiteX298" fmla="*/ 6102001 w 6586410"/>
              <a:gd name="connsiteY298" fmla="*/ 4446980 h 6596391"/>
              <a:gd name="connsiteX299" fmla="*/ 6102001 w 6586410"/>
              <a:gd name="connsiteY299" fmla="*/ 4446974 h 6596391"/>
              <a:gd name="connsiteX300" fmla="*/ 6586411 w 6586410"/>
              <a:gd name="connsiteY300" fmla="*/ 4270653 h 6596391"/>
              <a:gd name="connsiteX301" fmla="*/ 6586411 w 6586410"/>
              <a:gd name="connsiteY301" fmla="*/ 4260976 h 6596391"/>
              <a:gd name="connsiteX302" fmla="*/ 6568948 w 6586410"/>
              <a:gd name="connsiteY302" fmla="*/ 4267332 h 6596391"/>
              <a:gd name="connsiteX303" fmla="*/ 6187186 w 6586410"/>
              <a:gd name="connsiteY303" fmla="*/ 4406296 h 6596391"/>
              <a:gd name="connsiteX304" fmla="*/ 6102001 w 6586410"/>
              <a:gd name="connsiteY304" fmla="*/ 4437303 h 6596391"/>
              <a:gd name="connsiteX305" fmla="*/ 6102001 w 6586410"/>
              <a:gd name="connsiteY305" fmla="*/ 4437296 h 6596391"/>
              <a:gd name="connsiteX306" fmla="*/ 6102001 w 6586410"/>
              <a:gd name="connsiteY306" fmla="*/ 4437290 h 6596391"/>
              <a:gd name="connsiteX307" fmla="*/ 6102001 w 6586410"/>
              <a:gd name="connsiteY307" fmla="*/ 3591070 h 6596391"/>
              <a:gd name="connsiteX308" fmla="*/ 6586411 w 6586410"/>
              <a:gd name="connsiteY308" fmla="*/ 3767396 h 6596391"/>
              <a:gd name="connsiteX309" fmla="*/ 6586411 w 6586410"/>
              <a:gd name="connsiteY309" fmla="*/ 3757719 h 6596391"/>
              <a:gd name="connsiteX310" fmla="*/ 6586411 w 6586410"/>
              <a:gd name="connsiteY310" fmla="*/ 3757713 h 6596391"/>
              <a:gd name="connsiteX311" fmla="*/ 6110751 w 6586410"/>
              <a:gd name="connsiteY311" fmla="*/ 3584573 h 6596391"/>
              <a:gd name="connsiteX312" fmla="*/ 6586411 w 6586410"/>
              <a:gd name="connsiteY312" fmla="*/ 3411447 h 6596391"/>
              <a:gd name="connsiteX313" fmla="*/ 6586411 w 6586410"/>
              <a:gd name="connsiteY313" fmla="*/ 3401770 h 6596391"/>
              <a:gd name="connsiteX314" fmla="*/ 6102007 w 6586410"/>
              <a:gd name="connsiteY314" fmla="*/ 3578084 h 6596391"/>
              <a:gd name="connsiteX315" fmla="*/ 6102007 w 6586410"/>
              <a:gd name="connsiteY315" fmla="*/ 3161460 h 6596391"/>
              <a:gd name="connsiteX316" fmla="*/ 6586411 w 6586410"/>
              <a:gd name="connsiteY316" fmla="*/ 3337775 h 6596391"/>
              <a:gd name="connsiteX317" fmla="*/ 6586411 w 6586410"/>
              <a:gd name="connsiteY317" fmla="*/ 3328103 h 6596391"/>
              <a:gd name="connsiteX318" fmla="*/ 6110770 w 6586410"/>
              <a:gd name="connsiteY318" fmla="*/ 3154971 h 6596391"/>
              <a:gd name="connsiteX319" fmla="*/ 6586411 w 6586410"/>
              <a:gd name="connsiteY319" fmla="*/ 2981851 h 6596391"/>
              <a:gd name="connsiteX320" fmla="*/ 6586411 w 6586410"/>
              <a:gd name="connsiteY320" fmla="*/ 2972173 h 6596391"/>
              <a:gd name="connsiteX321" fmla="*/ 6097473 w 6586410"/>
              <a:gd name="connsiteY321" fmla="*/ 3150126 h 6596391"/>
              <a:gd name="connsiteX322" fmla="*/ 6099010 w 6586410"/>
              <a:gd name="connsiteY322" fmla="*/ 3150684 h 6596391"/>
              <a:gd name="connsiteX323" fmla="*/ 6102001 w 6586410"/>
              <a:gd name="connsiteY323" fmla="*/ 3154958 h 6596391"/>
              <a:gd name="connsiteX324" fmla="*/ 6102001 w 6586410"/>
              <a:gd name="connsiteY324" fmla="*/ 3154958 h 6596391"/>
              <a:gd name="connsiteX325" fmla="*/ 6099010 w 6586410"/>
              <a:gd name="connsiteY325" fmla="*/ 3150697 h 6596391"/>
              <a:gd name="connsiteX326" fmla="*/ 5508873 w 6586410"/>
              <a:gd name="connsiteY326" fmla="*/ 2935889 h 6596391"/>
              <a:gd name="connsiteX327" fmla="*/ 5520633 w 6586410"/>
              <a:gd name="connsiteY327" fmla="*/ 2940169 h 6596391"/>
              <a:gd name="connsiteX328" fmla="*/ 6099010 w 6586410"/>
              <a:gd name="connsiteY328" fmla="*/ 2729648 h 6596391"/>
              <a:gd name="connsiteX329" fmla="*/ 6102001 w 6586410"/>
              <a:gd name="connsiteY329" fmla="*/ 2725374 h 6596391"/>
              <a:gd name="connsiteX330" fmla="*/ 6102001 w 6586410"/>
              <a:gd name="connsiteY330" fmla="*/ 2298959 h 6596391"/>
              <a:gd name="connsiteX331" fmla="*/ 6586411 w 6586410"/>
              <a:gd name="connsiteY331" fmla="*/ 2122638 h 6596391"/>
              <a:gd name="connsiteX332" fmla="*/ 6586411 w 6586410"/>
              <a:gd name="connsiteY332" fmla="*/ 2112967 h 6596391"/>
              <a:gd name="connsiteX333" fmla="*/ 6102001 w 6586410"/>
              <a:gd name="connsiteY333" fmla="*/ 2289288 h 6596391"/>
              <a:gd name="connsiteX334" fmla="*/ 6102001 w 6586410"/>
              <a:gd name="connsiteY334" fmla="*/ 1869356 h 6596391"/>
              <a:gd name="connsiteX335" fmla="*/ 6586411 w 6586410"/>
              <a:gd name="connsiteY335" fmla="*/ 1693029 h 6596391"/>
              <a:gd name="connsiteX336" fmla="*/ 6586411 w 6586410"/>
              <a:gd name="connsiteY336" fmla="*/ 1683352 h 6596391"/>
              <a:gd name="connsiteX337" fmla="*/ 6102001 w 6586410"/>
              <a:gd name="connsiteY337" fmla="*/ 1859672 h 6596391"/>
              <a:gd name="connsiteX338" fmla="*/ 6102001 w 6586410"/>
              <a:gd name="connsiteY338" fmla="*/ 1443074 h 6596391"/>
              <a:gd name="connsiteX339" fmla="*/ 6586411 w 6586410"/>
              <a:gd name="connsiteY339" fmla="*/ 1619382 h 6596391"/>
              <a:gd name="connsiteX340" fmla="*/ 6586411 w 6586410"/>
              <a:gd name="connsiteY340" fmla="*/ 1609711 h 6596391"/>
              <a:gd name="connsiteX341" fmla="*/ 6102001 w 6586410"/>
              <a:gd name="connsiteY341" fmla="*/ 1433390 h 6596391"/>
              <a:gd name="connsiteX342" fmla="*/ 6102001 w 6586410"/>
              <a:gd name="connsiteY342" fmla="*/ 1433390 h 6596391"/>
              <a:gd name="connsiteX343" fmla="*/ 6110738 w 6586410"/>
              <a:gd name="connsiteY343" fmla="*/ 1436565 h 6596391"/>
              <a:gd name="connsiteX344" fmla="*/ 6586411 w 6586410"/>
              <a:gd name="connsiteY344" fmla="*/ 1263433 h 6596391"/>
              <a:gd name="connsiteX345" fmla="*/ 6586411 w 6586410"/>
              <a:gd name="connsiteY345" fmla="*/ 1253755 h 6596391"/>
              <a:gd name="connsiteX346" fmla="*/ 6102001 w 6586410"/>
              <a:gd name="connsiteY346" fmla="*/ 1430076 h 6596391"/>
              <a:gd name="connsiteX347" fmla="*/ 6102001 w 6586410"/>
              <a:gd name="connsiteY347" fmla="*/ 1013465 h 6596391"/>
              <a:gd name="connsiteX348" fmla="*/ 6586411 w 6586410"/>
              <a:gd name="connsiteY348" fmla="*/ 1189773 h 6596391"/>
              <a:gd name="connsiteX349" fmla="*/ 6586411 w 6586410"/>
              <a:gd name="connsiteY349" fmla="*/ 1180108 h 6596391"/>
              <a:gd name="connsiteX350" fmla="*/ 6099010 w 6586410"/>
              <a:gd name="connsiteY350" fmla="*/ 1002695 h 6596391"/>
              <a:gd name="connsiteX351" fmla="*/ 6309919 w 6586410"/>
              <a:gd name="connsiteY351" fmla="*/ 1079460 h 6596391"/>
              <a:gd name="connsiteX352" fmla="*/ 6477420 w 6586410"/>
              <a:gd name="connsiteY352" fmla="*/ 1140427 h 6596391"/>
              <a:gd name="connsiteX353" fmla="*/ 6110751 w 6586410"/>
              <a:gd name="connsiteY353" fmla="*/ 1006962 h 6596391"/>
              <a:gd name="connsiteX354" fmla="*/ 6294184 w 6586410"/>
              <a:gd name="connsiteY354" fmla="*/ 940198 h 6596391"/>
              <a:gd name="connsiteX355" fmla="*/ 6586411 w 6586410"/>
              <a:gd name="connsiteY355" fmla="*/ 1046561 h 6596391"/>
              <a:gd name="connsiteX356" fmla="*/ 6586411 w 6586410"/>
              <a:gd name="connsiteY356" fmla="*/ 1036884 h 6596391"/>
              <a:gd name="connsiteX357" fmla="*/ 6307468 w 6586410"/>
              <a:gd name="connsiteY357" fmla="*/ 935353 h 6596391"/>
              <a:gd name="connsiteX358" fmla="*/ 6490888 w 6586410"/>
              <a:gd name="connsiteY358" fmla="*/ 868596 h 6596391"/>
              <a:gd name="connsiteX359" fmla="*/ 6586411 w 6586410"/>
              <a:gd name="connsiteY359" fmla="*/ 903362 h 6596391"/>
              <a:gd name="connsiteX360" fmla="*/ 6586411 w 6586410"/>
              <a:gd name="connsiteY360" fmla="*/ 893691 h 6596391"/>
              <a:gd name="connsiteX361" fmla="*/ 6504185 w 6586410"/>
              <a:gd name="connsiteY361" fmla="*/ 863764 h 6596391"/>
              <a:gd name="connsiteX362" fmla="*/ 6586411 w 6586410"/>
              <a:gd name="connsiteY362" fmla="*/ 833836 h 6596391"/>
              <a:gd name="connsiteX363" fmla="*/ 6586411 w 6586410"/>
              <a:gd name="connsiteY363" fmla="*/ 824159 h 6596391"/>
              <a:gd name="connsiteX364" fmla="*/ 6490888 w 6586410"/>
              <a:gd name="connsiteY364" fmla="*/ 858931 h 6596391"/>
              <a:gd name="connsiteX365" fmla="*/ 6307462 w 6586410"/>
              <a:gd name="connsiteY365" fmla="*/ 792167 h 6596391"/>
              <a:gd name="connsiteX366" fmla="*/ 6490900 w 6586410"/>
              <a:gd name="connsiteY366" fmla="*/ 725403 h 6596391"/>
              <a:gd name="connsiteX367" fmla="*/ 6586411 w 6586410"/>
              <a:gd name="connsiteY367" fmla="*/ 760170 h 6596391"/>
              <a:gd name="connsiteX368" fmla="*/ 6586411 w 6586410"/>
              <a:gd name="connsiteY368" fmla="*/ 750499 h 6596391"/>
              <a:gd name="connsiteX369" fmla="*/ 6504191 w 6586410"/>
              <a:gd name="connsiteY369" fmla="*/ 720571 h 6596391"/>
              <a:gd name="connsiteX370" fmla="*/ 6586411 w 6586410"/>
              <a:gd name="connsiteY370" fmla="*/ 690631 h 6596391"/>
              <a:gd name="connsiteX371" fmla="*/ 6586411 w 6586410"/>
              <a:gd name="connsiteY371" fmla="*/ 680953 h 6596391"/>
              <a:gd name="connsiteX372" fmla="*/ 6490894 w 6586410"/>
              <a:gd name="connsiteY372" fmla="*/ 715720 h 6596391"/>
              <a:gd name="connsiteX373" fmla="*/ 6307468 w 6586410"/>
              <a:gd name="connsiteY373" fmla="*/ 648956 h 6596391"/>
              <a:gd name="connsiteX374" fmla="*/ 6586411 w 6586410"/>
              <a:gd name="connsiteY374" fmla="*/ 547426 h 6596391"/>
              <a:gd name="connsiteX375" fmla="*/ 6586411 w 6586410"/>
              <a:gd name="connsiteY375" fmla="*/ 537748 h 6596391"/>
              <a:gd name="connsiteX376" fmla="*/ 6294177 w 6586410"/>
              <a:gd name="connsiteY376" fmla="*/ 644117 h 6596391"/>
              <a:gd name="connsiteX377" fmla="*/ 6110770 w 6586410"/>
              <a:gd name="connsiteY377" fmla="*/ 577353 h 6596391"/>
              <a:gd name="connsiteX378" fmla="*/ 6586411 w 6586410"/>
              <a:gd name="connsiteY378" fmla="*/ 404233 h 6596391"/>
              <a:gd name="connsiteX379" fmla="*/ 6586411 w 6586410"/>
              <a:gd name="connsiteY379" fmla="*/ 394562 h 6596391"/>
              <a:gd name="connsiteX380" fmla="*/ 790746 w 6586410"/>
              <a:gd name="connsiteY380" fmla="*/ 369029 h 6596391"/>
              <a:gd name="connsiteX381" fmla="*/ 1363053 w 6586410"/>
              <a:gd name="connsiteY381" fmla="*/ 577353 h 6596391"/>
              <a:gd name="connsiteX382" fmla="*/ 790746 w 6586410"/>
              <a:gd name="connsiteY382" fmla="*/ 785659 h 6596391"/>
              <a:gd name="connsiteX383" fmla="*/ 790746 w 6586410"/>
              <a:gd name="connsiteY383" fmla="*/ 369029 h 6596391"/>
              <a:gd name="connsiteX384" fmla="*/ 1371791 w 6586410"/>
              <a:gd name="connsiteY384" fmla="*/ 1000466 h 6596391"/>
              <a:gd name="connsiteX385" fmla="*/ 799503 w 6586410"/>
              <a:gd name="connsiteY385" fmla="*/ 792148 h 6596391"/>
              <a:gd name="connsiteX386" fmla="*/ 1371791 w 6586410"/>
              <a:gd name="connsiteY386" fmla="*/ 583849 h 6596391"/>
              <a:gd name="connsiteX387" fmla="*/ 1371791 w 6586410"/>
              <a:gd name="connsiteY387" fmla="*/ 1000466 h 6596391"/>
              <a:gd name="connsiteX388" fmla="*/ 1371791 w 6586410"/>
              <a:gd name="connsiteY388" fmla="*/ 570851 h 6596391"/>
              <a:gd name="connsiteX389" fmla="*/ 799490 w 6586410"/>
              <a:gd name="connsiteY389" fmla="*/ 362545 h 6596391"/>
              <a:gd name="connsiteX390" fmla="*/ 982917 w 6586410"/>
              <a:gd name="connsiteY390" fmla="*/ 295788 h 6596391"/>
              <a:gd name="connsiteX391" fmla="*/ 1371791 w 6586410"/>
              <a:gd name="connsiteY391" fmla="*/ 437336 h 6596391"/>
              <a:gd name="connsiteX392" fmla="*/ 1371791 w 6586410"/>
              <a:gd name="connsiteY392" fmla="*/ 570851 h 6596391"/>
              <a:gd name="connsiteX393" fmla="*/ 1371791 w 6586410"/>
              <a:gd name="connsiteY393" fmla="*/ 427658 h 6596391"/>
              <a:gd name="connsiteX394" fmla="*/ 996207 w 6586410"/>
              <a:gd name="connsiteY394" fmla="*/ 290949 h 6596391"/>
              <a:gd name="connsiteX395" fmla="*/ 1016273 w 6586410"/>
              <a:gd name="connsiteY395" fmla="*/ 283647 h 6596391"/>
              <a:gd name="connsiteX396" fmla="*/ 1371791 w 6586410"/>
              <a:gd name="connsiteY396" fmla="*/ 154246 h 6596391"/>
              <a:gd name="connsiteX397" fmla="*/ 1371791 w 6586410"/>
              <a:gd name="connsiteY397" fmla="*/ 427658 h 6596391"/>
              <a:gd name="connsiteX398" fmla="*/ 200603 w 6586410"/>
              <a:gd name="connsiteY398" fmla="*/ 3161460 h 6596391"/>
              <a:gd name="connsiteX399" fmla="*/ 772916 w 6586410"/>
              <a:gd name="connsiteY399" fmla="*/ 3369772 h 6596391"/>
              <a:gd name="connsiteX400" fmla="*/ 200603 w 6586410"/>
              <a:gd name="connsiteY400" fmla="*/ 3578084 h 6596391"/>
              <a:gd name="connsiteX401" fmla="*/ 200603 w 6586410"/>
              <a:gd name="connsiteY401" fmla="*/ 3161460 h 6596391"/>
              <a:gd name="connsiteX402" fmla="*/ 781647 w 6586410"/>
              <a:gd name="connsiteY402" fmla="*/ 3792885 h 6596391"/>
              <a:gd name="connsiteX403" fmla="*/ 781647 w 6586410"/>
              <a:gd name="connsiteY403" fmla="*/ 3792885 h 6596391"/>
              <a:gd name="connsiteX404" fmla="*/ 418655 w 6586410"/>
              <a:gd name="connsiteY404" fmla="*/ 3660761 h 6596391"/>
              <a:gd name="connsiteX405" fmla="*/ 209353 w 6586410"/>
              <a:gd name="connsiteY405" fmla="*/ 3584573 h 6596391"/>
              <a:gd name="connsiteX406" fmla="*/ 781653 w 6586410"/>
              <a:gd name="connsiteY406" fmla="*/ 3376275 h 6596391"/>
              <a:gd name="connsiteX407" fmla="*/ 781647 w 6586410"/>
              <a:gd name="connsiteY407" fmla="*/ 3792885 h 6596391"/>
              <a:gd name="connsiteX408" fmla="*/ 781653 w 6586410"/>
              <a:gd name="connsiteY408" fmla="*/ 2946665 h 6596391"/>
              <a:gd name="connsiteX409" fmla="*/ 781653 w 6586410"/>
              <a:gd name="connsiteY409" fmla="*/ 3363276 h 6596391"/>
              <a:gd name="connsiteX410" fmla="*/ 209353 w 6586410"/>
              <a:gd name="connsiteY410" fmla="*/ 3154964 h 6596391"/>
              <a:gd name="connsiteX411" fmla="*/ 520027 w 6586410"/>
              <a:gd name="connsiteY411" fmla="*/ 3041884 h 6596391"/>
              <a:gd name="connsiteX412" fmla="*/ 781653 w 6586410"/>
              <a:gd name="connsiteY412" fmla="*/ 2946665 h 6596391"/>
              <a:gd name="connsiteX413" fmla="*/ 781653 w 6586410"/>
              <a:gd name="connsiteY413" fmla="*/ 2946665 h 6596391"/>
              <a:gd name="connsiteX414" fmla="*/ 9112 w 6586410"/>
              <a:gd name="connsiteY414" fmla="*/ 4090351 h 6596391"/>
              <a:gd name="connsiteX415" fmla="*/ 581425 w 6586410"/>
              <a:gd name="connsiteY415" fmla="*/ 4298663 h 6596391"/>
              <a:gd name="connsiteX416" fmla="*/ 9112 w 6586410"/>
              <a:gd name="connsiteY416" fmla="*/ 4506975 h 6596391"/>
              <a:gd name="connsiteX417" fmla="*/ 9112 w 6586410"/>
              <a:gd name="connsiteY417" fmla="*/ 4090351 h 6596391"/>
              <a:gd name="connsiteX418" fmla="*/ 590156 w 6586410"/>
              <a:gd name="connsiteY418" fmla="*/ 4721782 h 6596391"/>
              <a:gd name="connsiteX419" fmla="*/ 17862 w 6586410"/>
              <a:gd name="connsiteY419" fmla="*/ 4513464 h 6596391"/>
              <a:gd name="connsiteX420" fmla="*/ 590156 w 6586410"/>
              <a:gd name="connsiteY420" fmla="*/ 4305165 h 6596391"/>
              <a:gd name="connsiteX421" fmla="*/ 590156 w 6586410"/>
              <a:gd name="connsiteY421" fmla="*/ 4721782 h 6596391"/>
              <a:gd name="connsiteX422" fmla="*/ 590156 w 6586410"/>
              <a:gd name="connsiteY422" fmla="*/ 4292167 h 6596391"/>
              <a:gd name="connsiteX423" fmla="*/ 17869 w 6586410"/>
              <a:gd name="connsiteY423" fmla="*/ 4083855 h 6596391"/>
              <a:gd name="connsiteX424" fmla="*/ 590156 w 6586410"/>
              <a:gd name="connsiteY424" fmla="*/ 3875550 h 6596391"/>
              <a:gd name="connsiteX425" fmla="*/ 590156 w 6586410"/>
              <a:gd name="connsiteY425" fmla="*/ 4292167 h 6596391"/>
              <a:gd name="connsiteX426" fmla="*/ 1380877 w 6586410"/>
              <a:gd name="connsiteY426" fmla="*/ 3154964 h 6596391"/>
              <a:gd name="connsiteX427" fmla="*/ 1380877 w 6586410"/>
              <a:gd name="connsiteY427" fmla="*/ 3154964 h 6596391"/>
              <a:gd name="connsiteX428" fmla="*/ 1380662 w 6586410"/>
              <a:gd name="connsiteY428" fmla="*/ 3153593 h 6596391"/>
              <a:gd name="connsiteX429" fmla="*/ 1380877 w 6586410"/>
              <a:gd name="connsiteY429" fmla="*/ 3154964 h 6596391"/>
              <a:gd name="connsiteX430" fmla="*/ 1953178 w 6586410"/>
              <a:gd name="connsiteY430" fmla="*/ 3369772 h 6596391"/>
              <a:gd name="connsiteX431" fmla="*/ 1953178 w 6586410"/>
              <a:gd name="connsiteY431" fmla="*/ 3369772 h 6596391"/>
              <a:gd name="connsiteX432" fmla="*/ 1555776 w 6586410"/>
              <a:gd name="connsiteY432" fmla="*/ 3514419 h 6596391"/>
              <a:gd name="connsiteX433" fmla="*/ 1380877 w 6586410"/>
              <a:gd name="connsiteY433" fmla="*/ 3578077 h 6596391"/>
              <a:gd name="connsiteX434" fmla="*/ 1380877 w 6586410"/>
              <a:gd name="connsiteY434" fmla="*/ 3578071 h 6596391"/>
              <a:gd name="connsiteX435" fmla="*/ 1380877 w 6586410"/>
              <a:gd name="connsiteY435" fmla="*/ 3161467 h 6596391"/>
              <a:gd name="connsiteX436" fmla="*/ 1380877 w 6586410"/>
              <a:gd name="connsiteY436" fmla="*/ 3161467 h 6596391"/>
              <a:gd name="connsiteX437" fmla="*/ 1953178 w 6586410"/>
              <a:gd name="connsiteY437" fmla="*/ 3369772 h 6596391"/>
              <a:gd name="connsiteX438" fmla="*/ 1380877 w 6586410"/>
              <a:gd name="connsiteY438" fmla="*/ 3584573 h 6596391"/>
              <a:gd name="connsiteX439" fmla="*/ 1380877 w 6586410"/>
              <a:gd name="connsiteY439" fmla="*/ 3584535 h 6596391"/>
              <a:gd name="connsiteX440" fmla="*/ 1380877 w 6586410"/>
              <a:gd name="connsiteY440" fmla="*/ 3584573 h 6596391"/>
              <a:gd name="connsiteX441" fmla="*/ 1379544 w 6586410"/>
              <a:gd name="connsiteY441" fmla="*/ 3587723 h 6596391"/>
              <a:gd name="connsiteX442" fmla="*/ 1380877 w 6586410"/>
              <a:gd name="connsiteY442" fmla="*/ 3584573 h 6596391"/>
              <a:gd name="connsiteX443" fmla="*/ 790746 w 6586410"/>
              <a:gd name="connsiteY443" fmla="*/ 2946665 h 6596391"/>
              <a:gd name="connsiteX444" fmla="*/ 1363040 w 6586410"/>
              <a:gd name="connsiteY444" fmla="*/ 3154971 h 6596391"/>
              <a:gd name="connsiteX445" fmla="*/ 790746 w 6586410"/>
              <a:gd name="connsiteY445" fmla="*/ 3363282 h 6596391"/>
              <a:gd name="connsiteX446" fmla="*/ 790746 w 6586410"/>
              <a:gd name="connsiteY446" fmla="*/ 2946665 h 6596391"/>
              <a:gd name="connsiteX447" fmla="*/ 1371791 w 6586410"/>
              <a:gd name="connsiteY447" fmla="*/ 3161460 h 6596391"/>
              <a:gd name="connsiteX448" fmla="*/ 1371791 w 6586410"/>
              <a:gd name="connsiteY448" fmla="*/ 3578084 h 6596391"/>
              <a:gd name="connsiteX449" fmla="*/ 799478 w 6586410"/>
              <a:gd name="connsiteY449" fmla="*/ 3369772 h 6596391"/>
              <a:gd name="connsiteX450" fmla="*/ 1371791 w 6586410"/>
              <a:gd name="connsiteY450" fmla="*/ 3161460 h 6596391"/>
              <a:gd name="connsiteX451" fmla="*/ 790740 w 6586410"/>
              <a:gd name="connsiteY451" fmla="*/ 3792885 h 6596391"/>
              <a:gd name="connsiteX452" fmla="*/ 790740 w 6586410"/>
              <a:gd name="connsiteY452" fmla="*/ 3792873 h 6596391"/>
              <a:gd name="connsiteX453" fmla="*/ 790746 w 6586410"/>
              <a:gd name="connsiteY453" fmla="*/ 3376281 h 6596391"/>
              <a:gd name="connsiteX454" fmla="*/ 1363034 w 6586410"/>
              <a:gd name="connsiteY454" fmla="*/ 3584580 h 6596391"/>
              <a:gd name="connsiteX455" fmla="*/ 1363040 w 6586410"/>
              <a:gd name="connsiteY455" fmla="*/ 3584580 h 6596391"/>
              <a:gd name="connsiteX456" fmla="*/ 1201128 w 6586410"/>
              <a:gd name="connsiteY456" fmla="*/ 3643514 h 6596391"/>
              <a:gd name="connsiteX457" fmla="*/ 790740 w 6586410"/>
              <a:gd name="connsiteY457" fmla="*/ 3792885 h 6596391"/>
              <a:gd name="connsiteX458" fmla="*/ 790740 w 6586410"/>
              <a:gd name="connsiteY458" fmla="*/ 3792885 h 6596391"/>
              <a:gd name="connsiteX459" fmla="*/ 599250 w 6586410"/>
              <a:gd name="connsiteY459" fmla="*/ 4721782 h 6596391"/>
              <a:gd name="connsiteX460" fmla="*/ 599250 w 6586410"/>
              <a:gd name="connsiteY460" fmla="*/ 4305171 h 6596391"/>
              <a:gd name="connsiteX461" fmla="*/ 1171549 w 6586410"/>
              <a:gd name="connsiteY461" fmla="*/ 4513471 h 6596391"/>
              <a:gd name="connsiteX462" fmla="*/ 599250 w 6586410"/>
              <a:gd name="connsiteY462" fmla="*/ 4721782 h 6596391"/>
              <a:gd name="connsiteX463" fmla="*/ 1180300 w 6586410"/>
              <a:gd name="connsiteY463" fmla="*/ 4506975 h 6596391"/>
              <a:gd name="connsiteX464" fmla="*/ 607981 w 6586410"/>
              <a:gd name="connsiteY464" fmla="*/ 4298663 h 6596391"/>
              <a:gd name="connsiteX465" fmla="*/ 1180300 w 6586410"/>
              <a:gd name="connsiteY465" fmla="*/ 4090351 h 6596391"/>
              <a:gd name="connsiteX466" fmla="*/ 1180300 w 6586410"/>
              <a:gd name="connsiteY466" fmla="*/ 4506975 h 6596391"/>
              <a:gd name="connsiteX467" fmla="*/ 599250 w 6586410"/>
              <a:gd name="connsiteY467" fmla="*/ 4292167 h 6596391"/>
              <a:gd name="connsiteX468" fmla="*/ 599250 w 6586410"/>
              <a:gd name="connsiteY468" fmla="*/ 3875556 h 6596391"/>
              <a:gd name="connsiteX469" fmla="*/ 1171537 w 6586410"/>
              <a:gd name="connsiteY469" fmla="*/ 4083861 h 6596391"/>
              <a:gd name="connsiteX470" fmla="*/ 599250 w 6586410"/>
              <a:gd name="connsiteY470" fmla="*/ 4292167 h 6596391"/>
              <a:gd name="connsiteX471" fmla="*/ 1961928 w 6586410"/>
              <a:gd name="connsiteY471" fmla="*/ 4225784 h 6596391"/>
              <a:gd name="connsiteX472" fmla="*/ 1189393 w 6586410"/>
              <a:gd name="connsiteY472" fmla="*/ 4506981 h 6596391"/>
              <a:gd name="connsiteX473" fmla="*/ 1189393 w 6586410"/>
              <a:gd name="connsiteY473" fmla="*/ 4087049 h 6596391"/>
              <a:gd name="connsiteX474" fmla="*/ 1961928 w 6586410"/>
              <a:gd name="connsiteY474" fmla="*/ 3805865 h 6596391"/>
              <a:gd name="connsiteX475" fmla="*/ 1961928 w 6586410"/>
              <a:gd name="connsiteY475" fmla="*/ 4225784 h 6596391"/>
              <a:gd name="connsiteX476" fmla="*/ 1961928 w 6586410"/>
              <a:gd name="connsiteY476" fmla="*/ 3376275 h 6596391"/>
              <a:gd name="connsiteX477" fmla="*/ 1961928 w 6586410"/>
              <a:gd name="connsiteY477" fmla="*/ 3796200 h 6596391"/>
              <a:gd name="connsiteX478" fmla="*/ 1184853 w 6586410"/>
              <a:gd name="connsiteY478" fmla="*/ 4079023 h 6596391"/>
              <a:gd name="connsiteX479" fmla="*/ 1186390 w 6586410"/>
              <a:gd name="connsiteY479" fmla="*/ 4079582 h 6596391"/>
              <a:gd name="connsiteX480" fmla="*/ 1189393 w 6586410"/>
              <a:gd name="connsiteY480" fmla="*/ 4083855 h 6596391"/>
              <a:gd name="connsiteX481" fmla="*/ 1189393 w 6586410"/>
              <a:gd name="connsiteY481" fmla="*/ 4083861 h 6596391"/>
              <a:gd name="connsiteX482" fmla="*/ 1186396 w 6586410"/>
              <a:gd name="connsiteY482" fmla="*/ 4079594 h 6596391"/>
              <a:gd name="connsiteX483" fmla="*/ 596252 w 6586410"/>
              <a:gd name="connsiteY483" fmla="*/ 3864793 h 6596391"/>
              <a:gd name="connsiteX484" fmla="*/ 595274 w 6586410"/>
              <a:gd name="connsiteY484" fmla="*/ 3864615 h 6596391"/>
              <a:gd name="connsiteX485" fmla="*/ 596252 w 6586410"/>
              <a:gd name="connsiteY485" fmla="*/ 3864786 h 6596391"/>
              <a:gd name="connsiteX486" fmla="*/ 608000 w 6586410"/>
              <a:gd name="connsiteY486" fmla="*/ 3869066 h 6596391"/>
              <a:gd name="connsiteX487" fmla="*/ 787705 w 6586410"/>
              <a:gd name="connsiteY487" fmla="*/ 3803655 h 6596391"/>
              <a:gd name="connsiteX488" fmla="*/ 787749 w 6586410"/>
              <a:gd name="connsiteY488" fmla="*/ 3803648 h 6596391"/>
              <a:gd name="connsiteX489" fmla="*/ 1325258 w 6586410"/>
              <a:gd name="connsiteY489" fmla="*/ 3607999 h 6596391"/>
              <a:gd name="connsiteX490" fmla="*/ 1377887 w 6586410"/>
              <a:gd name="connsiteY490" fmla="*/ 3588841 h 6596391"/>
              <a:gd name="connsiteX491" fmla="*/ 1961928 w 6586410"/>
              <a:gd name="connsiteY491" fmla="*/ 3376256 h 6596391"/>
              <a:gd name="connsiteX492" fmla="*/ 1961928 w 6586410"/>
              <a:gd name="connsiteY492" fmla="*/ 3376275 h 6596391"/>
              <a:gd name="connsiteX493" fmla="*/ 1961928 w 6586410"/>
              <a:gd name="connsiteY493" fmla="*/ 3363276 h 6596391"/>
              <a:gd name="connsiteX494" fmla="*/ 1397495 w 6586410"/>
              <a:gd name="connsiteY494" fmla="*/ 3157834 h 6596391"/>
              <a:gd name="connsiteX495" fmla="*/ 1389628 w 6586410"/>
              <a:gd name="connsiteY495" fmla="*/ 3154971 h 6596391"/>
              <a:gd name="connsiteX496" fmla="*/ 1961928 w 6586410"/>
              <a:gd name="connsiteY496" fmla="*/ 2946672 h 6596391"/>
              <a:gd name="connsiteX497" fmla="*/ 1961928 w 6586410"/>
              <a:gd name="connsiteY497" fmla="*/ 3363276 h 6596391"/>
              <a:gd name="connsiteX498" fmla="*/ 1961928 w 6586410"/>
              <a:gd name="connsiteY498" fmla="*/ 2933673 h 6596391"/>
              <a:gd name="connsiteX499" fmla="*/ 1389628 w 6586410"/>
              <a:gd name="connsiteY499" fmla="*/ 2725361 h 6596391"/>
              <a:gd name="connsiteX500" fmla="*/ 1961928 w 6586410"/>
              <a:gd name="connsiteY500" fmla="*/ 2517062 h 6596391"/>
              <a:gd name="connsiteX501" fmla="*/ 1961928 w 6586410"/>
              <a:gd name="connsiteY501" fmla="*/ 2933673 h 6596391"/>
              <a:gd name="connsiteX502" fmla="*/ 1961928 w 6586410"/>
              <a:gd name="connsiteY502" fmla="*/ 365727 h 6596391"/>
              <a:gd name="connsiteX503" fmla="*/ 1763236 w 6586410"/>
              <a:gd name="connsiteY503" fmla="*/ 293407 h 6596391"/>
              <a:gd name="connsiteX504" fmla="*/ 1759718 w 6586410"/>
              <a:gd name="connsiteY504" fmla="*/ 292124 h 6596391"/>
              <a:gd name="connsiteX505" fmla="*/ 1961928 w 6586410"/>
              <a:gd name="connsiteY505" fmla="*/ 365727 h 6596391"/>
              <a:gd name="connsiteX506" fmla="*/ 1380884 w 6586410"/>
              <a:gd name="connsiteY506" fmla="*/ 154246 h 6596391"/>
              <a:gd name="connsiteX507" fmla="*/ 1680775 w 6586410"/>
              <a:gd name="connsiteY507" fmla="*/ 263390 h 6596391"/>
              <a:gd name="connsiteX508" fmla="*/ 1380884 w 6586410"/>
              <a:gd name="connsiteY508" fmla="*/ 154246 h 6596391"/>
              <a:gd name="connsiteX509" fmla="*/ 1756461 w 6586410"/>
              <a:gd name="connsiteY509" fmla="*/ 290943 h 6596391"/>
              <a:gd name="connsiteX510" fmla="*/ 1380884 w 6586410"/>
              <a:gd name="connsiteY510" fmla="*/ 427652 h 6596391"/>
              <a:gd name="connsiteX511" fmla="*/ 1380884 w 6586410"/>
              <a:gd name="connsiteY511" fmla="*/ 154246 h 6596391"/>
              <a:gd name="connsiteX512" fmla="*/ 1380884 w 6586410"/>
              <a:gd name="connsiteY512" fmla="*/ 437323 h 6596391"/>
              <a:gd name="connsiteX513" fmla="*/ 1769751 w 6586410"/>
              <a:gd name="connsiteY513" fmla="*/ 295781 h 6596391"/>
              <a:gd name="connsiteX514" fmla="*/ 1953178 w 6586410"/>
              <a:gd name="connsiteY514" fmla="*/ 362539 h 6596391"/>
              <a:gd name="connsiteX515" fmla="*/ 1380884 w 6586410"/>
              <a:gd name="connsiteY515" fmla="*/ 570844 h 6596391"/>
              <a:gd name="connsiteX516" fmla="*/ 1380884 w 6586410"/>
              <a:gd name="connsiteY516" fmla="*/ 437323 h 6596391"/>
              <a:gd name="connsiteX517" fmla="*/ 1961928 w 6586410"/>
              <a:gd name="connsiteY517" fmla="*/ 369029 h 6596391"/>
              <a:gd name="connsiteX518" fmla="*/ 1961928 w 6586410"/>
              <a:gd name="connsiteY518" fmla="*/ 785659 h 6596391"/>
              <a:gd name="connsiteX519" fmla="*/ 1389615 w 6586410"/>
              <a:gd name="connsiteY519" fmla="*/ 577353 h 6596391"/>
              <a:gd name="connsiteX520" fmla="*/ 1961928 w 6586410"/>
              <a:gd name="connsiteY520" fmla="*/ 369029 h 6596391"/>
              <a:gd name="connsiteX521" fmla="*/ 1380884 w 6586410"/>
              <a:gd name="connsiteY521" fmla="*/ 583849 h 6596391"/>
              <a:gd name="connsiteX522" fmla="*/ 1953171 w 6586410"/>
              <a:gd name="connsiteY522" fmla="*/ 792148 h 6596391"/>
              <a:gd name="connsiteX523" fmla="*/ 1380884 w 6586410"/>
              <a:gd name="connsiteY523" fmla="*/ 1000466 h 6596391"/>
              <a:gd name="connsiteX524" fmla="*/ 1380884 w 6586410"/>
              <a:gd name="connsiteY524" fmla="*/ 583849 h 6596391"/>
              <a:gd name="connsiteX525" fmla="*/ 1966468 w 6586410"/>
              <a:gd name="connsiteY525" fmla="*/ 1216919 h 6596391"/>
              <a:gd name="connsiteX526" fmla="*/ 1389628 w 6586410"/>
              <a:gd name="connsiteY526" fmla="*/ 1006956 h 6596391"/>
              <a:gd name="connsiteX527" fmla="*/ 1966475 w 6586410"/>
              <a:gd name="connsiteY527" fmla="*/ 797000 h 6596391"/>
              <a:gd name="connsiteX528" fmla="*/ 2543321 w 6586410"/>
              <a:gd name="connsiteY528" fmla="*/ 1006956 h 6596391"/>
              <a:gd name="connsiteX529" fmla="*/ 2176653 w 6586410"/>
              <a:gd name="connsiteY529" fmla="*/ 1140420 h 6596391"/>
              <a:gd name="connsiteX530" fmla="*/ 2053927 w 6586410"/>
              <a:gd name="connsiteY530" fmla="*/ 1185093 h 6596391"/>
              <a:gd name="connsiteX531" fmla="*/ 1966468 w 6586410"/>
              <a:gd name="connsiteY531" fmla="*/ 1216919 h 6596391"/>
              <a:gd name="connsiteX532" fmla="*/ 1966468 w 6586410"/>
              <a:gd name="connsiteY532" fmla="*/ 1216919 h 6596391"/>
              <a:gd name="connsiteX533" fmla="*/ 1971021 w 6586410"/>
              <a:gd name="connsiteY533" fmla="*/ 2946659 h 6596391"/>
              <a:gd name="connsiteX534" fmla="*/ 2543334 w 6586410"/>
              <a:gd name="connsiteY534" fmla="*/ 3154977 h 6596391"/>
              <a:gd name="connsiteX535" fmla="*/ 1971021 w 6586410"/>
              <a:gd name="connsiteY535" fmla="*/ 3363289 h 6596391"/>
              <a:gd name="connsiteX536" fmla="*/ 1971021 w 6586410"/>
              <a:gd name="connsiteY536" fmla="*/ 2946659 h 6596391"/>
              <a:gd name="connsiteX537" fmla="*/ 1971021 w 6586410"/>
              <a:gd name="connsiteY537" fmla="*/ 3376275 h 6596391"/>
              <a:gd name="connsiteX538" fmla="*/ 1971021 w 6586410"/>
              <a:gd name="connsiteY538" fmla="*/ 3376275 h 6596391"/>
              <a:gd name="connsiteX539" fmla="*/ 2194827 w 6586410"/>
              <a:gd name="connsiteY539" fmla="*/ 3457732 h 6596391"/>
              <a:gd name="connsiteX540" fmla="*/ 2543315 w 6586410"/>
              <a:gd name="connsiteY540" fmla="*/ 3584580 h 6596391"/>
              <a:gd name="connsiteX541" fmla="*/ 2543334 w 6586410"/>
              <a:gd name="connsiteY541" fmla="*/ 3584586 h 6596391"/>
              <a:gd name="connsiteX542" fmla="*/ 1971021 w 6586410"/>
              <a:gd name="connsiteY542" fmla="*/ 3792892 h 6596391"/>
              <a:gd name="connsiteX543" fmla="*/ 1971021 w 6586410"/>
              <a:gd name="connsiteY543" fmla="*/ 3376275 h 6596391"/>
              <a:gd name="connsiteX544" fmla="*/ 1971021 w 6586410"/>
              <a:gd name="connsiteY544" fmla="*/ 3805871 h 6596391"/>
              <a:gd name="connsiteX545" fmla="*/ 2543340 w 6586410"/>
              <a:gd name="connsiteY545" fmla="*/ 4014189 h 6596391"/>
              <a:gd name="connsiteX546" fmla="*/ 1971021 w 6586410"/>
              <a:gd name="connsiteY546" fmla="*/ 4222488 h 6596391"/>
              <a:gd name="connsiteX547" fmla="*/ 1971021 w 6586410"/>
              <a:gd name="connsiteY547" fmla="*/ 3805871 h 6596391"/>
              <a:gd name="connsiteX548" fmla="*/ 2552071 w 6586410"/>
              <a:gd name="connsiteY548" fmla="*/ 4437290 h 6596391"/>
              <a:gd name="connsiteX549" fmla="*/ 2552071 w 6586410"/>
              <a:gd name="connsiteY549" fmla="*/ 4437290 h 6596391"/>
              <a:gd name="connsiteX550" fmla="*/ 2437568 w 6586410"/>
              <a:gd name="connsiteY550" fmla="*/ 4395615 h 6596391"/>
              <a:gd name="connsiteX551" fmla="*/ 1979784 w 6586410"/>
              <a:gd name="connsiteY551" fmla="*/ 4228984 h 6596391"/>
              <a:gd name="connsiteX552" fmla="*/ 2552071 w 6586410"/>
              <a:gd name="connsiteY552" fmla="*/ 4020691 h 6596391"/>
              <a:gd name="connsiteX553" fmla="*/ 2552071 w 6586410"/>
              <a:gd name="connsiteY553" fmla="*/ 4437290 h 6596391"/>
              <a:gd name="connsiteX554" fmla="*/ 2552071 w 6586410"/>
              <a:gd name="connsiteY554" fmla="*/ 3591076 h 6596391"/>
              <a:gd name="connsiteX555" fmla="*/ 2552071 w 6586410"/>
              <a:gd name="connsiteY555" fmla="*/ 4007687 h 6596391"/>
              <a:gd name="connsiteX556" fmla="*/ 1979771 w 6586410"/>
              <a:gd name="connsiteY556" fmla="*/ 3799375 h 6596391"/>
              <a:gd name="connsiteX557" fmla="*/ 2286959 w 6586410"/>
              <a:gd name="connsiteY557" fmla="*/ 3687571 h 6596391"/>
              <a:gd name="connsiteX558" fmla="*/ 2552071 w 6586410"/>
              <a:gd name="connsiteY558" fmla="*/ 3591076 h 6596391"/>
              <a:gd name="connsiteX559" fmla="*/ 2552071 w 6586410"/>
              <a:gd name="connsiteY559" fmla="*/ 3591076 h 6596391"/>
              <a:gd name="connsiteX560" fmla="*/ 2552071 w 6586410"/>
              <a:gd name="connsiteY560" fmla="*/ 3578077 h 6596391"/>
              <a:gd name="connsiteX561" fmla="*/ 2552071 w 6586410"/>
              <a:gd name="connsiteY561" fmla="*/ 3578090 h 6596391"/>
              <a:gd name="connsiteX562" fmla="*/ 2076424 w 6586410"/>
              <a:gd name="connsiteY562" fmla="*/ 3404951 h 6596391"/>
              <a:gd name="connsiteX563" fmla="*/ 1979771 w 6586410"/>
              <a:gd name="connsiteY563" fmla="*/ 3369772 h 6596391"/>
              <a:gd name="connsiteX564" fmla="*/ 2552071 w 6586410"/>
              <a:gd name="connsiteY564" fmla="*/ 3161473 h 6596391"/>
              <a:gd name="connsiteX565" fmla="*/ 2552071 w 6586410"/>
              <a:gd name="connsiteY565" fmla="*/ 3578077 h 6596391"/>
              <a:gd name="connsiteX566" fmla="*/ 2552071 w 6586410"/>
              <a:gd name="connsiteY566" fmla="*/ 2731876 h 6596391"/>
              <a:gd name="connsiteX567" fmla="*/ 2552071 w 6586410"/>
              <a:gd name="connsiteY567" fmla="*/ 3148475 h 6596391"/>
              <a:gd name="connsiteX568" fmla="*/ 1979790 w 6586410"/>
              <a:gd name="connsiteY568" fmla="*/ 2940176 h 6596391"/>
              <a:gd name="connsiteX569" fmla="*/ 1971021 w 6586410"/>
              <a:gd name="connsiteY569" fmla="*/ 2943363 h 6596391"/>
              <a:gd name="connsiteX570" fmla="*/ 1971021 w 6586410"/>
              <a:gd name="connsiteY570" fmla="*/ 2943351 h 6596391"/>
              <a:gd name="connsiteX571" fmla="*/ 2552071 w 6586410"/>
              <a:gd name="connsiteY571" fmla="*/ 2731876 h 6596391"/>
              <a:gd name="connsiteX572" fmla="*/ 2552071 w 6586410"/>
              <a:gd name="connsiteY572" fmla="*/ 2731876 h 6596391"/>
              <a:gd name="connsiteX573" fmla="*/ 1971027 w 6586410"/>
              <a:gd name="connsiteY573" fmla="*/ 2933673 h 6596391"/>
              <a:gd name="connsiteX574" fmla="*/ 1971027 w 6586410"/>
              <a:gd name="connsiteY574" fmla="*/ 2517075 h 6596391"/>
              <a:gd name="connsiteX575" fmla="*/ 2543315 w 6586410"/>
              <a:gd name="connsiteY575" fmla="*/ 2725380 h 6596391"/>
              <a:gd name="connsiteX576" fmla="*/ 2543321 w 6586410"/>
              <a:gd name="connsiteY576" fmla="*/ 2725380 h 6596391"/>
              <a:gd name="connsiteX577" fmla="*/ 2424602 w 6586410"/>
              <a:gd name="connsiteY577" fmla="*/ 2768598 h 6596391"/>
              <a:gd name="connsiteX578" fmla="*/ 2018449 w 6586410"/>
              <a:gd name="connsiteY578" fmla="*/ 2916414 h 6596391"/>
              <a:gd name="connsiteX579" fmla="*/ 1971027 w 6586410"/>
              <a:gd name="connsiteY579" fmla="*/ 2933673 h 6596391"/>
              <a:gd name="connsiteX580" fmla="*/ 2552071 w 6586410"/>
              <a:gd name="connsiteY580" fmla="*/ 2718884 h 6596391"/>
              <a:gd name="connsiteX581" fmla="*/ 2401995 w 6586410"/>
              <a:gd name="connsiteY581" fmla="*/ 2664262 h 6596391"/>
              <a:gd name="connsiteX582" fmla="*/ 1971021 w 6586410"/>
              <a:gd name="connsiteY582" fmla="*/ 2507398 h 6596391"/>
              <a:gd name="connsiteX583" fmla="*/ 1971021 w 6586410"/>
              <a:gd name="connsiteY583" fmla="*/ 2507391 h 6596391"/>
              <a:gd name="connsiteX584" fmla="*/ 1971021 w 6586410"/>
              <a:gd name="connsiteY584" fmla="*/ 1657863 h 6596391"/>
              <a:gd name="connsiteX585" fmla="*/ 1971021 w 6586410"/>
              <a:gd name="connsiteY585" fmla="*/ 1657857 h 6596391"/>
              <a:gd name="connsiteX586" fmla="*/ 2358345 w 6586410"/>
              <a:gd name="connsiteY586" fmla="*/ 1798839 h 6596391"/>
              <a:gd name="connsiteX587" fmla="*/ 2552071 w 6586410"/>
              <a:gd name="connsiteY587" fmla="*/ 1869350 h 6596391"/>
              <a:gd name="connsiteX588" fmla="*/ 2552071 w 6586410"/>
              <a:gd name="connsiteY588" fmla="*/ 2718884 h 6596391"/>
              <a:gd name="connsiteX589" fmla="*/ 2552071 w 6586410"/>
              <a:gd name="connsiteY589" fmla="*/ 1859672 h 6596391"/>
              <a:gd name="connsiteX590" fmla="*/ 1979771 w 6586410"/>
              <a:gd name="connsiteY590" fmla="*/ 1651367 h 6596391"/>
              <a:gd name="connsiteX591" fmla="*/ 2552071 w 6586410"/>
              <a:gd name="connsiteY591" fmla="*/ 1443068 h 6596391"/>
              <a:gd name="connsiteX592" fmla="*/ 2552071 w 6586410"/>
              <a:gd name="connsiteY592" fmla="*/ 1859672 h 6596391"/>
              <a:gd name="connsiteX593" fmla="*/ 2552071 w 6586410"/>
              <a:gd name="connsiteY593" fmla="*/ 1013458 h 6596391"/>
              <a:gd name="connsiteX594" fmla="*/ 2552071 w 6586410"/>
              <a:gd name="connsiteY594" fmla="*/ 1430069 h 6596391"/>
              <a:gd name="connsiteX595" fmla="*/ 1979771 w 6586410"/>
              <a:gd name="connsiteY595" fmla="*/ 1221758 h 6596391"/>
              <a:gd name="connsiteX596" fmla="*/ 2552071 w 6586410"/>
              <a:gd name="connsiteY596" fmla="*/ 1013458 h 6596391"/>
              <a:gd name="connsiteX597" fmla="*/ 1968030 w 6586410"/>
              <a:gd name="connsiteY597" fmla="*/ 1226031 h 6596391"/>
              <a:gd name="connsiteX598" fmla="*/ 2552071 w 6586410"/>
              <a:gd name="connsiteY598" fmla="*/ 1013446 h 6596391"/>
              <a:gd name="connsiteX599" fmla="*/ 2552071 w 6586410"/>
              <a:gd name="connsiteY599" fmla="*/ 1013458 h 6596391"/>
              <a:gd name="connsiteX600" fmla="*/ 2561171 w 6586410"/>
              <a:gd name="connsiteY600" fmla="*/ 2722205 h 6596391"/>
              <a:gd name="connsiteX601" fmla="*/ 2561171 w 6586410"/>
              <a:gd name="connsiteY601" fmla="*/ 2722205 h 6596391"/>
              <a:gd name="connsiteX602" fmla="*/ 2569922 w 6586410"/>
              <a:gd name="connsiteY602" fmla="*/ 2725380 h 6596391"/>
              <a:gd name="connsiteX603" fmla="*/ 3142208 w 6586410"/>
              <a:gd name="connsiteY603" fmla="*/ 2517062 h 6596391"/>
              <a:gd name="connsiteX604" fmla="*/ 3142208 w 6586410"/>
              <a:gd name="connsiteY604" fmla="*/ 2933673 h 6596391"/>
              <a:gd name="connsiteX605" fmla="*/ 3142208 w 6586410"/>
              <a:gd name="connsiteY605" fmla="*/ 2933686 h 6596391"/>
              <a:gd name="connsiteX606" fmla="*/ 2561171 w 6586410"/>
              <a:gd name="connsiteY606" fmla="*/ 2722205 h 6596391"/>
              <a:gd name="connsiteX607" fmla="*/ 3133458 w 6586410"/>
              <a:gd name="connsiteY607" fmla="*/ 2940169 h 6596391"/>
              <a:gd name="connsiteX608" fmla="*/ 2561171 w 6586410"/>
              <a:gd name="connsiteY608" fmla="*/ 3148475 h 6596391"/>
              <a:gd name="connsiteX609" fmla="*/ 2561171 w 6586410"/>
              <a:gd name="connsiteY609" fmla="*/ 2731876 h 6596391"/>
              <a:gd name="connsiteX610" fmla="*/ 3133458 w 6586410"/>
              <a:gd name="connsiteY610" fmla="*/ 2940169 h 6596391"/>
              <a:gd name="connsiteX611" fmla="*/ 2561171 w 6586410"/>
              <a:gd name="connsiteY611" fmla="*/ 2718884 h 6596391"/>
              <a:gd name="connsiteX612" fmla="*/ 2561171 w 6586410"/>
              <a:gd name="connsiteY612" fmla="*/ 1869350 h 6596391"/>
              <a:gd name="connsiteX613" fmla="*/ 2754890 w 6586410"/>
              <a:gd name="connsiteY613" fmla="*/ 1798839 h 6596391"/>
              <a:gd name="connsiteX614" fmla="*/ 3142208 w 6586410"/>
              <a:gd name="connsiteY614" fmla="*/ 1657857 h 6596391"/>
              <a:gd name="connsiteX615" fmla="*/ 3142208 w 6586410"/>
              <a:gd name="connsiteY615" fmla="*/ 1657863 h 6596391"/>
              <a:gd name="connsiteX616" fmla="*/ 3142208 w 6586410"/>
              <a:gd name="connsiteY616" fmla="*/ 2507385 h 6596391"/>
              <a:gd name="connsiteX617" fmla="*/ 2561171 w 6586410"/>
              <a:gd name="connsiteY617" fmla="*/ 2718884 h 6596391"/>
              <a:gd name="connsiteX618" fmla="*/ 2561171 w 6586410"/>
              <a:gd name="connsiteY618" fmla="*/ 1859672 h 6596391"/>
              <a:gd name="connsiteX619" fmla="*/ 2561171 w 6586410"/>
              <a:gd name="connsiteY619" fmla="*/ 1443068 h 6596391"/>
              <a:gd name="connsiteX620" fmla="*/ 3133465 w 6586410"/>
              <a:gd name="connsiteY620" fmla="*/ 1651367 h 6596391"/>
              <a:gd name="connsiteX621" fmla="*/ 2561171 w 6586410"/>
              <a:gd name="connsiteY621" fmla="*/ 1859672 h 6596391"/>
              <a:gd name="connsiteX622" fmla="*/ 2561165 w 6586410"/>
              <a:gd name="connsiteY622" fmla="*/ 1006962 h 6596391"/>
              <a:gd name="connsiteX623" fmla="*/ 2561165 w 6586410"/>
              <a:gd name="connsiteY623" fmla="*/ 1006962 h 6596391"/>
              <a:gd name="connsiteX624" fmla="*/ 2561165 w 6586410"/>
              <a:gd name="connsiteY624" fmla="*/ 1006962 h 6596391"/>
              <a:gd name="connsiteX625" fmla="*/ 2561165 w 6586410"/>
              <a:gd name="connsiteY625" fmla="*/ 1006962 h 6596391"/>
              <a:gd name="connsiteX626" fmla="*/ 3133458 w 6586410"/>
              <a:gd name="connsiteY626" fmla="*/ 1221764 h 6596391"/>
              <a:gd name="connsiteX627" fmla="*/ 2561171 w 6586410"/>
              <a:gd name="connsiteY627" fmla="*/ 1430076 h 6596391"/>
              <a:gd name="connsiteX628" fmla="*/ 2561171 w 6586410"/>
              <a:gd name="connsiteY628" fmla="*/ 1013465 h 6596391"/>
              <a:gd name="connsiteX629" fmla="*/ 3133458 w 6586410"/>
              <a:gd name="connsiteY629" fmla="*/ 1221764 h 6596391"/>
              <a:gd name="connsiteX630" fmla="*/ 3133465 w 6586410"/>
              <a:gd name="connsiteY630" fmla="*/ 3369778 h 6596391"/>
              <a:gd name="connsiteX631" fmla="*/ 2561171 w 6586410"/>
              <a:gd name="connsiteY631" fmla="*/ 3578096 h 6596391"/>
              <a:gd name="connsiteX632" fmla="*/ 2561171 w 6586410"/>
              <a:gd name="connsiteY632" fmla="*/ 3161479 h 6596391"/>
              <a:gd name="connsiteX633" fmla="*/ 3133465 w 6586410"/>
              <a:gd name="connsiteY633" fmla="*/ 3369778 h 6596391"/>
              <a:gd name="connsiteX634" fmla="*/ 3133465 w 6586410"/>
              <a:gd name="connsiteY634" fmla="*/ 3799381 h 6596391"/>
              <a:gd name="connsiteX635" fmla="*/ 2561171 w 6586410"/>
              <a:gd name="connsiteY635" fmla="*/ 4007693 h 6596391"/>
              <a:gd name="connsiteX636" fmla="*/ 2561171 w 6586410"/>
              <a:gd name="connsiteY636" fmla="*/ 3591082 h 6596391"/>
              <a:gd name="connsiteX637" fmla="*/ 3133465 w 6586410"/>
              <a:gd name="connsiteY637" fmla="*/ 3799381 h 6596391"/>
              <a:gd name="connsiteX638" fmla="*/ 2561171 w 6586410"/>
              <a:gd name="connsiteY638" fmla="*/ 4437284 h 6596391"/>
              <a:gd name="connsiteX639" fmla="*/ 2561171 w 6586410"/>
              <a:gd name="connsiteY639" fmla="*/ 4020691 h 6596391"/>
              <a:gd name="connsiteX640" fmla="*/ 3133452 w 6586410"/>
              <a:gd name="connsiteY640" fmla="*/ 4228984 h 6596391"/>
              <a:gd name="connsiteX641" fmla="*/ 2561171 w 6586410"/>
              <a:gd name="connsiteY641" fmla="*/ 4437284 h 6596391"/>
              <a:gd name="connsiteX642" fmla="*/ 3142208 w 6586410"/>
              <a:gd name="connsiteY642" fmla="*/ 4222488 h 6596391"/>
              <a:gd name="connsiteX643" fmla="*/ 2569890 w 6586410"/>
              <a:gd name="connsiteY643" fmla="*/ 4014189 h 6596391"/>
              <a:gd name="connsiteX644" fmla="*/ 3142208 w 6586410"/>
              <a:gd name="connsiteY644" fmla="*/ 3805871 h 6596391"/>
              <a:gd name="connsiteX645" fmla="*/ 3142208 w 6586410"/>
              <a:gd name="connsiteY645" fmla="*/ 4222488 h 6596391"/>
              <a:gd name="connsiteX646" fmla="*/ 3142208 w 6586410"/>
              <a:gd name="connsiteY646" fmla="*/ 3792892 h 6596391"/>
              <a:gd name="connsiteX647" fmla="*/ 3142208 w 6586410"/>
              <a:gd name="connsiteY647" fmla="*/ 3792904 h 6596391"/>
              <a:gd name="connsiteX648" fmla="*/ 2569896 w 6586410"/>
              <a:gd name="connsiteY648" fmla="*/ 3584586 h 6596391"/>
              <a:gd name="connsiteX649" fmla="*/ 2569896 w 6586410"/>
              <a:gd name="connsiteY649" fmla="*/ 3584580 h 6596391"/>
              <a:gd name="connsiteX650" fmla="*/ 3142208 w 6586410"/>
              <a:gd name="connsiteY650" fmla="*/ 3376268 h 6596391"/>
              <a:gd name="connsiteX651" fmla="*/ 3142208 w 6586410"/>
              <a:gd name="connsiteY651" fmla="*/ 3792892 h 6596391"/>
              <a:gd name="connsiteX652" fmla="*/ 3142208 w 6586410"/>
              <a:gd name="connsiteY652" fmla="*/ 3083324 h 6596391"/>
              <a:gd name="connsiteX653" fmla="*/ 3142208 w 6586410"/>
              <a:gd name="connsiteY653" fmla="*/ 3083406 h 6596391"/>
              <a:gd name="connsiteX654" fmla="*/ 3142208 w 6586410"/>
              <a:gd name="connsiteY654" fmla="*/ 3226529 h 6596391"/>
              <a:gd name="connsiteX655" fmla="*/ 3142208 w 6586410"/>
              <a:gd name="connsiteY655" fmla="*/ 3226611 h 6596391"/>
              <a:gd name="connsiteX656" fmla="*/ 3142208 w 6586410"/>
              <a:gd name="connsiteY656" fmla="*/ 3363289 h 6596391"/>
              <a:gd name="connsiteX657" fmla="*/ 2569896 w 6586410"/>
              <a:gd name="connsiteY657" fmla="*/ 3154977 h 6596391"/>
              <a:gd name="connsiteX658" fmla="*/ 3142208 w 6586410"/>
              <a:gd name="connsiteY658" fmla="*/ 2946659 h 6596391"/>
              <a:gd name="connsiteX659" fmla="*/ 3142208 w 6586410"/>
              <a:gd name="connsiteY659" fmla="*/ 3083324 h 6596391"/>
              <a:gd name="connsiteX660" fmla="*/ 3142208 w 6586410"/>
              <a:gd name="connsiteY660" fmla="*/ 1644877 h 6596391"/>
              <a:gd name="connsiteX661" fmla="*/ 2569896 w 6586410"/>
              <a:gd name="connsiteY661" fmla="*/ 1436565 h 6596391"/>
              <a:gd name="connsiteX662" fmla="*/ 3142208 w 6586410"/>
              <a:gd name="connsiteY662" fmla="*/ 1228254 h 6596391"/>
              <a:gd name="connsiteX663" fmla="*/ 3142208 w 6586410"/>
              <a:gd name="connsiteY663" fmla="*/ 1644877 h 6596391"/>
              <a:gd name="connsiteX664" fmla="*/ 3151302 w 6586410"/>
              <a:gd name="connsiteY664" fmla="*/ 795336 h 6596391"/>
              <a:gd name="connsiteX665" fmla="*/ 3736899 w 6586410"/>
              <a:gd name="connsiteY665" fmla="*/ 582192 h 6596391"/>
              <a:gd name="connsiteX666" fmla="*/ 4322490 w 6586410"/>
              <a:gd name="connsiteY666" fmla="*/ 795336 h 6596391"/>
              <a:gd name="connsiteX667" fmla="*/ 4322490 w 6586410"/>
              <a:gd name="connsiteY667" fmla="*/ 1218570 h 6596391"/>
              <a:gd name="connsiteX668" fmla="*/ 3736899 w 6586410"/>
              <a:gd name="connsiteY668" fmla="*/ 1431727 h 6596391"/>
              <a:gd name="connsiteX669" fmla="*/ 3151302 w 6586410"/>
              <a:gd name="connsiteY669" fmla="*/ 1218570 h 6596391"/>
              <a:gd name="connsiteX670" fmla="*/ 3151302 w 6586410"/>
              <a:gd name="connsiteY670" fmla="*/ 795336 h 6596391"/>
              <a:gd name="connsiteX671" fmla="*/ 3151302 w 6586410"/>
              <a:gd name="connsiteY671" fmla="*/ 2504045 h 6596391"/>
              <a:gd name="connsiteX672" fmla="*/ 3151302 w 6586410"/>
              <a:gd name="connsiteY672" fmla="*/ 2080976 h 6596391"/>
              <a:gd name="connsiteX673" fmla="*/ 3151302 w 6586410"/>
              <a:gd name="connsiteY673" fmla="*/ 1657863 h 6596391"/>
              <a:gd name="connsiteX674" fmla="*/ 3732346 w 6586410"/>
              <a:gd name="connsiteY674" fmla="*/ 1869350 h 6596391"/>
              <a:gd name="connsiteX675" fmla="*/ 3732352 w 6586410"/>
              <a:gd name="connsiteY675" fmla="*/ 1869350 h 6596391"/>
              <a:gd name="connsiteX676" fmla="*/ 3732352 w 6586410"/>
              <a:gd name="connsiteY676" fmla="*/ 2292584 h 6596391"/>
              <a:gd name="connsiteX677" fmla="*/ 3732346 w 6586410"/>
              <a:gd name="connsiteY677" fmla="*/ 2292584 h 6596391"/>
              <a:gd name="connsiteX678" fmla="*/ 3151302 w 6586410"/>
              <a:gd name="connsiteY678" fmla="*/ 2504083 h 6596391"/>
              <a:gd name="connsiteX679" fmla="*/ 3151302 w 6586410"/>
              <a:gd name="connsiteY679" fmla="*/ 2504045 h 6596391"/>
              <a:gd name="connsiteX680" fmla="*/ 3540207 w 6586410"/>
              <a:gd name="connsiteY680" fmla="*/ 2801790 h 6596391"/>
              <a:gd name="connsiteX681" fmla="*/ 3723633 w 6586410"/>
              <a:gd name="connsiteY681" fmla="*/ 2868560 h 6596391"/>
              <a:gd name="connsiteX682" fmla="*/ 3540214 w 6586410"/>
              <a:gd name="connsiteY682" fmla="*/ 2935318 h 6596391"/>
              <a:gd name="connsiteX683" fmla="*/ 3356781 w 6586410"/>
              <a:gd name="connsiteY683" fmla="*/ 2868554 h 6596391"/>
              <a:gd name="connsiteX684" fmla="*/ 3540207 w 6586410"/>
              <a:gd name="connsiteY684" fmla="*/ 2801790 h 6596391"/>
              <a:gd name="connsiteX685" fmla="*/ 3540201 w 6586410"/>
              <a:gd name="connsiteY685" fmla="*/ 2792119 h 6596391"/>
              <a:gd name="connsiteX686" fmla="*/ 3356763 w 6586410"/>
              <a:gd name="connsiteY686" fmla="*/ 2725349 h 6596391"/>
              <a:gd name="connsiteX687" fmla="*/ 3540201 w 6586410"/>
              <a:gd name="connsiteY687" fmla="*/ 2658585 h 6596391"/>
              <a:gd name="connsiteX688" fmla="*/ 3723633 w 6586410"/>
              <a:gd name="connsiteY688" fmla="*/ 2725349 h 6596391"/>
              <a:gd name="connsiteX689" fmla="*/ 3540201 w 6586410"/>
              <a:gd name="connsiteY689" fmla="*/ 2792119 h 6596391"/>
              <a:gd name="connsiteX690" fmla="*/ 3723640 w 6586410"/>
              <a:gd name="connsiteY690" fmla="*/ 3011759 h 6596391"/>
              <a:gd name="connsiteX691" fmla="*/ 3540195 w 6586410"/>
              <a:gd name="connsiteY691" fmla="*/ 3078529 h 6596391"/>
              <a:gd name="connsiteX692" fmla="*/ 3356769 w 6586410"/>
              <a:gd name="connsiteY692" fmla="*/ 3011765 h 6596391"/>
              <a:gd name="connsiteX693" fmla="*/ 3540214 w 6586410"/>
              <a:gd name="connsiteY693" fmla="*/ 2944995 h 6596391"/>
              <a:gd name="connsiteX694" fmla="*/ 3723640 w 6586410"/>
              <a:gd name="connsiteY694" fmla="*/ 3011759 h 6596391"/>
              <a:gd name="connsiteX695" fmla="*/ 3526904 w 6586410"/>
              <a:gd name="connsiteY695" fmla="*/ 3083368 h 6596391"/>
              <a:gd name="connsiteX696" fmla="*/ 3343466 w 6586410"/>
              <a:gd name="connsiteY696" fmla="*/ 3150132 h 6596391"/>
              <a:gd name="connsiteX697" fmla="*/ 3160046 w 6586410"/>
              <a:gd name="connsiteY697" fmla="*/ 3083368 h 6596391"/>
              <a:gd name="connsiteX698" fmla="*/ 3343478 w 6586410"/>
              <a:gd name="connsiteY698" fmla="*/ 3016604 h 6596391"/>
              <a:gd name="connsiteX699" fmla="*/ 3526904 w 6586410"/>
              <a:gd name="connsiteY699" fmla="*/ 3083368 h 6596391"/>
              <a:gd name="connsiteX700" fmla="*/ 3540195 w 6586410"/>
              <a:gd name="connsiteY700" fmla="*/ 3088207 h 6596391"/>
              <a:gd name="connsiteX701" fmla="*/ 3723615 w 6586410"/>
              <a:gd name="connsiteY701" fmla="*/ 3154971 h 6596391"/>
              <a:gd name="connsiteX702" fmla="*/ 3540182 w 6586410"/>
              <a:gd name="connsiteY702" fmla="*/ 3221734 h 6596391"/>
              <a:gd name="connsiteX703" fmla="*/ 3356763 w 6586410"/>
              <a:gd name="connsiteY703" fmla="*/ 3154971 h 6596391"/>
              <a:gd name="connsiteX704" fmla="*/ 3540195 w 6586410"/>
              <a:gd name="connsiteY704" fmla="*/ 3088207 h 6596391"/>
              <a:gd name="connsiteX705" fmla="*/ 3553492 w 6586410"/>
              <a:gd name="connsiteY705" fmla="*/ 3083368 h 6596391"/>
              <a:gd name="connsiteX706" fmla="*/ 3732352 w 6586410"/>
              <a:gd name="connsiteY706" fmla="*/ 3018268 h 6596391"/>
              <a:gd name="connsiteX707" fmla="*/ 3732352 w 6586410"/>
              <a:gd name="connsiteY707" fmla="*/ 3148468 h 6596391"/>
              <a:gd name="connsiteX708" fmla="*/ 3553492 w 6586410"/>
              <a:gd name="connsiteY708" fmla="*/ 3083368 h 6596391"/>
              <a:gd name="connsiteX709" fmla="*/ 3553511 w 6586410"/>
              <a:gd name="connsiteY709" fmla="*/ 2940156 h 6596391"/>
              <a:gd name="connsiteX710" fmla="*/ 3732352 w 6586410"/>
              <a:gd name="connsiteY710" fmla="*/ 2875063 h 6596391"/>
              <a:gd name="connsiteX711" fmla="*/ 3732352 w 6586410"/>
              <a:gd name="connsiteY711" fmla="*/ 3005250 h 6596391"/>
              <a:gd name="connsiteX712" fmla="*/ 3553511 w 6586410"/>
              <a:gd name="connsiteY712" fmla="*/ 2940156 h 6596391"/>
              <a:gd name="connsiteX713" fmla="*/ 3553492 w 6586410"/>
              <a:gd name="connsiteY713" fmla="*/ 2796958 h 6596391"/>
              <a:gd name="connsiteX714" fmla="*/ 3732352 w 6586410"/>
              <a:gd name="connsiteY714" fmla="*/ 2731864 h 6596391"/>
              <a:gd name="connsiteX715" fmla="*/ 3732352 w 6586410"/>
              <a:gd name="connsiteY715" fmla="*/ 2862064 h 6596391"/>
              <a:gd name="connsiteX716" fmla="*/ 3553492 w 6586410"/>
              <a:gd name="connsiteY716" fmla="*/ 2796958 h 6596391"/>
              <a:gd name="connsiteX717" fmla="*/ 3553492 w 6586410"/>
              <a:gd name="connsiteY717" fmla="*/ 2653746 h 6596391"/>
              <a:gd name="connsiteX718" fmla="*/ 3732352 w 6586410"/>
              <a:gd name="connsiteY718" fmla="*/ 2588652 h 6596391"/>
              <a:gd name="connsiteX719" fmla="*/ 3732352 w 6586410"/>
              <a:gd name="connsiteY719" fmla="*/ 2718853 h 6596391"/>
              <a:gd name="connsiteX720" fmla="*/ 3553492 w 6586410"/>
              <a:gd name="connsiteY720" fmla="*/ 2653746 h 6596391"/>
              <a:gd name="connsiteX721" fmla="*/ 3540195 w 6586410"/>
              <a:gd name="connsiteY721" fmla="*/ 2648907 h 6596391"/>
              <a:gd name="connsiteX722" fmla="*/ 3356769 w 6586410"/>
              <a:gd name="connsiteY722" fmla="*/ 2582144 h 6596391"/>
              <a:gd name="connsiteX723" fmla="*/ 3732346 w 6586410"/>
              <a:gd name="connsiteY723" fmla="*/ 2445447 h 6596391"/>
              <a:gd name="connsiteX724" fmla="*/ 3732346 w 6586410"/>
              <a:gd name="connsiteY724" fmla="*/ 2578975 h 6596391"/>
              <a:gd name="connsiteX725" fmla="*/ 3540195 w 6586410"/>
              <a:gd name="connsiteY725" fmla="*/ 2648907 h 6596391"/>
              <a:gd name="connsiteX726" fmla="*/ 3343484 w 6586410"/>
              <a:gd name="connsiteY726" fmla="*/ 2577305 h 6596391"/>
              <a:gd name="connsiteX727" fmla="*/ 3160096 w 6586410"/>
              <a:gd name="connsiteY727" fmla="*/ 2510554 h 6596391"/>
              <a:gd name="connsiteX728" fmla="*/ 3732352 w 6586410"/>
              <a:gd name="connsiteY728" fmla="*/ 2302261 h 6596391"/>
              <a:gd name="connsiteX729" fmla="*/ 3732352 w 6586410"/>
              <a:gd name="connsiteY729" fmla="*/ 2435763 h 6596391"/>
              <a:gd name="connsiteX730" fmla="*/ 3343484 w 6586410"/>
              <a:gd name="connsiteY730" fmla="*/ 2577305 h 6596391"/>
              <a:gd name="connsiteX731" fmla="*/ 3526904 w 6586410"/>
              <a:gd name="connsiteY731" fmla="*/ 2653746 h 6596391"/>
              <a:gd name="connsiteX732" fmla="*/ 3343466 w 6586410"/>
              <a:gd name="connsiteY732" fmla="*/ 2720510 h 6596391"/>
              <a:gd name="connsiteX733" fmla="*/ 3160046 w 6586410"/>
              <a:gd name="connsiteY733" fmla="*/ 2653746 h 6596391"/>
              <a:gd name="connsiteX734" fmla="*/ 3343478 w 6586410"/>
              <a:gd name="connsiteY734" fmla="*/ 2586982 h 6596391"/>
              <a:gd name="connsiteX735" fmla="*/ 3526904 w 6586410"/>
              <a:gd name="connsiteY735" fmla="*/ 2653746 h 6596391"/>
              <a:gd name="connsiteX736" fmla="*/ 3343478 w 6586410"/>
              <a:gd name="connsiteY736" fmla="*/ 2730187 h 6596391"/>
              <a:gd name="connsiteX737" fmla="*/ 3526917 w 6586410"/>
              <a:gd name="connsiteY737" fmla="*/ 2796958 h 6596391"/>
              <a:gd name="connsiteX738" fmla="*/ 3343491 w 6586410"/>
              <a:gd name="connsiteY738" fmla="*/ 2863715 h 6596391"/>
              <a:gd name="connsiteX739" fmla="*/ 3160052 w 6586410"/>
              <a:gd name="connsiteY739" fmla="*/ 2796945 h 6596391"/>
              <a:gd name="connsiteX740" fmla="*/ 3343478 w 6586410"/>
              <a:gd name="connsiteY740" fmla="*/ 2730187 h 6596391"/>
              <a:gd name="connsiteX741" fmla="*/ 3343498 w 6586410"/>
              <a:gd name="connsiteY741" fmla="*/ 2873393 h 6596391"/>
              <a:gd name="connsiteX742" fmla="*/ 3526924 w 6586410"/>
              <a:gd name="connsiteY742" fmla="*/ 2940156 h 6596391"/>
              <a:gd name="connsiteX743" fmla="*/ 3343478 w 6586410"/>
              <a:gd name="connsiteY743" fmla="*/ 3006927 h 6596391"/>
              <a:gd name="connsiteX744" fmla="*/ 3160052 w 6586410"/>
              <a:gd name="connsiteY744" fmla="*/ 2940163 h 6596391"/>
              <a:gd name="connsiteX745" fmla="*/ 3343498 w 6586410"/>
              <a:gd name="connsiteY745" fmla="*/ 2873393 h 6596391"/>
              <a:gd name="connsiteX746" fmla="*/ 3330188 w 6586410"/>
              <a:gd name="connsiteY746" fmla="*/ 3011765 h 6596391"/>
              <a:gd name="connsiteX747" fmla="*/ 3151302 w 6586410"/>
              <a:gd name="connsiteY747" fmla="*/ 3076872 h 6596391"/>
              <a:gd name="connsiteX748" fmla="*/ 3151302 w 6586410"/>
              <a:gd name="connsiteY748" fmla="*/ 2946653 h 6596391"/>
              <a:gd name="connsiteX749" fmla="*/ 3330188 w 6586410"/>
              <a:gd name="connsiteY749" fmla="*/ 3011765 h 6596391"/>
              <a:gd name="connsiteX750" fmla="*/ 3330181 w 6586410"/>
              <a:gd name="connsiteY750" fmla="*/ 3154971 h 6596391"/>
              <a:gd name="connsiteX751" fmla="*/ 3151302 w 6586410"/>
              <a:gd name="connsiteY751" fmla="*/ 3220077 h 6596391"/>
              <a:gd name="connsiteX752" fmla="*/ 3151302 w 6586410"/>
              <a:gd name="connsiteY752" fmla="*/ 3089864 h 6596391"/>
              <a:gd name="connsiteX753" fmla="*/ 3330181 w 6586410"/>
              <a:gd name="connsiteY753" fmla="*/ 3154971 h 6596391"/>
              <a:gd name="connsiteX754" fmla="*/ 3343478 w 6586410"/>
              <a:gd name="connsiteY754" fmla="*/ 3159803 h 6596391"/>
              <a:gd name="connsiteX755" fmla="*/ 3526898 w 6586410"/>
              <a:gd name="connsiteY755" fmla="*/ 3226567 h 6596391"/>
              <a:gd name="connsiteX756" fmla="*/ 3343478 w 6586410"/>
              <a:gd name="connsiteY756" fmla="*/ 3293325 h 6596391"/>
              <a:gd name="connsiteX757" fmla="*/ 3160052 w 6586410"/>
              <a:gd name="connsiteY757" fmla="*/ 3226560 h 6596391"/>
              <a:gd name="connsiteX758" fmla="*/ 3343478 w 6586410"/>
              <a:gd name="connsiteY758" fmla="*/ 3159803 h 6596391"/>
              <a:gd name="connsiteX759" fmla="*/ 3540189 w 6586410"/>
              <a:gd name="connsiteY759" fmla="*/ 3231412 h 6596391"/>
              <a:gd name="connsiteX760" fmla="*/ 3735336 w 6586410"/>
              <a:gd name="connsiteY760" fmla="*/ 3302443 h 6596391"/>
              <a:gd name="connsiteX761" fmla="*/ 3736892 w 6586410"/>
              <a:gd name="connsiteY761" fmla="*/ 3302722 h 6596391"/>
              <a:gd name="connsiteX762" fmla="*/ 3738448 w 6586410"/>
              <a:gd name="connsiteY762" fmla="*/ 3302443 h 6596391"/>
              <a:gd name="connsiteX763" fmla="*/ 3933596 w 6586410"/>
              <a:gd name="connsiteY763" fmla="*/ 3231412 h 6596391"/>
              <a:gd name="connsiteX764" fmla="*/ 4117016 w 6586410"/>
              <a:gd name="connsiteY764" fmla="*/ 3298170 h 6596391"/>
              <a:gd name="connsiteX765" fmla="*/ 3736892 w 6586410"/>
              <a:gd name="connsiteY765" fmla="*/ 3436530 h 6596391"/>
              <a:gd name="connsiteX766" fmla="*/ 3356769 w 6586410"/>
              <a:gd name="connsiteY766" fmla="*/ 3298170 h 6596391"/>
              <a:gd name="connsiteX767" fmla="*/ 3540189 w 6586410"/>
              <a:gd name="connsiteY767" fmla="*/ 3231412 h 6596391"/>
              <a:gd name="connsiteX768" fmla="*/ 3750183 w 6586410"/>
              <a:gd name="connsiteY768" fmla="*/ 3154971 h 6596391"/>
              <a:gd name="connsiteX769" fmla="*/ 3933603 w 6586410"/>
              <a:gd name="connsiteY769" fmla="*/ 3088207 h 6596391"/>
              <a:gd name="connsiteX770" fmla="*/ 4117035 w 6586410"/>
              <a:gd name="connsiteY770" fmla="*/ 3154971 h 6596391"/>
              <a:gd name="connsiteX771" fmla="*/ 3933616 w 6586410"/>
              <a:gd name="connsiteY771" fmla="*/ 3221734 h 6596391"/>
              <a:gd name="connsiteX772" fmla="*/ 3750183 w 6586410"/>
              <a:gd name="connsiteY772" fmla="*/ 3154971 h 6596391"/>
              <a:gd name="connsiteX773" fmla="*/ 3750157 w 6586410"/>
              <a:gd name="connsiteY773" fmla="*/ 3011759 h 6596391"/>
              <a:gd name="connsiteX774" fmla="*/ 3933584 w 6586410"/>
              <a:gd name="connsiteY774" fmla="*/ 2944995 h 6596391"/>
              <a:gd name="connsiteX775" fmla="*/ 4117029 w 6586410"/>
              <a:gd name="connsiteY775" fmla="*/ 3011765 h 6596391"/>
              <a:gd name="connsiteX776" fmla="*/ 3933603 w 6586410"/>
              <a:gd name="connsiteY776" fmla="*/ 3078529 h 6596391"/>
              <a:gd name="connsiteX777" fmla="*/ 3750157 w 6586410"/>
              <a:gd name="connsiteY777" fmla="*/ 3011759 h 6596391"/>
              <a:gd name="connsiteX778" fmla="*/ 3750164 w 6586410"/>
              <a:gd name="connsiteY778" fmla="*/ 2868560 h 6596391"/>
              <a:gd name="connsiteX779" fmla="*/ 3933590 w 6586410"/>
              <a:gd name="connsiteY779" fmla="*/ 2801790 h 6596391"/>
              <a:gd name="connsiteX780" fmla="*/ 4117016 w 6586410"/>
              <a:gd name="connsiteY780" fmla="*/ 2868554 h 6596391"/>
              <a:gd name="connsiteX781" fmla="*/ 3933584 w 6586410"/>
              <a:gd name="connsiteY781" fmla="*/ 2935318 h 6596391"/>
              <a:gd name="connsiteX782" fmla="*/ 3750164 w 6586410"/>
              <a:gd name="connsiteY782" fmla="*/ 2868560 h 6596391"/>
              <a:gd name="connsiteX783" fmla="*/ 3750164 w 6586410"/>
              <a:gd name="connsiteY783" fmla="*/ 2725349 h 6596391"/>
              <a:gd name="connsiteX784" fmla="*/ 3933596 w 6586410"/>
              <a:gd name="connsiteY784" fmla="*/ 2658585 h 6596391"/>
              <a:gd name="connsiteX785" fmla="*/ 4117035 w 6586410"/>
              <a:gd name="connsiteY785" fmla="*/ 2725349 h 6596391"/>
              <a:gd name="connsiteX786" fmla="*/ 3933596 w 6586410"/>
              <a:gd name="connsiteY786" fmla="*/ 2792119 h 6596391"/>
              <a:gd name="connsiteX787" fmla="*/ 3750164 w 6586410"/>
              <a:gd name="connsiteY787" fmla="*/ 2725349 h 6596391"/>
              <a:gd name="connsiteX788" fmla="*/ 3946881 w 6586410"/>
              <a:gd name="connsiteY788" fmla="*/ 2796958 h 6596391"/>
              <a:gd name="connsiteX789" fmla="*/ 4130319 w 6586410"/>
              <a:gd name="connsiteY789" fmla="*/ 2730187 h 6596391"/>
              <a:gd name="connsiteX790" fmla="*/ 4313745 w 6586410"/>
              <a:gd name="connsiteY790" fmla="*/ 2796945 h 6596391"/>
              <a:gd name="connsiteX791" fmla="*/ 4130307 w 6586410"/>
              <a:gd name="connsiteY791" fmla="*/ 2863715 h 6596391"/>
              <a:gd name="connsiteX792" fmla="*/ 3946881 w 6586410"/>
              <a:gd name="connsiteY792" fmla="*/ 2796958 h 6596391"/>
              <a:gd name="connsiteX793" fmla="*/ 3946887 w 6586410"/>
              <a:gd name="connsiteY793" fmla="*/ 2653746 h 6596391"/>
              <a:gd name="connsiteX794" fmla="*/ 4130313 w 6586410"/>
              <a:gd name="connsiteY794" fmla="*/ 2586982 h 6596391"/>
              <a:gd name="connsiteX795" fmla="*/ 4313745 w 6586410"/>
              <a:gd name="connsiteY795" fmla="*/ 2653746 h 6596391"/>
              <a:gd name="connsiteX796" fmla="*/ 4130326 w 6586410"/>
              <a:gd name="connsiteY796" fmla="*/ 2720510 h 6596391"/>
              <a:gd name="connsiteX797" fmla="*/ 3946887 w 6586410"/>
              <a:gd name="connsiteY797" fmla="*/ 2653746 h 6596391"/>
              <a:gd name="connsiteX798" fmla="*/ 3933596 w 6586410"/>
              <a:gd name="connsiteY798" fmla="*/ 2648907 h 6596391"/>
              <a:gd name="connsiteX799" fmla="*/ 3741439 w 6586410"/>
              <a:gd name="connsiteY799" fmla="*/ 2578969 h 6596391"/>
              <a:gd name="connsiteX800" fmla="*/ 3741439 w 6586410"/>
              <a:gd name="connsiteY800" fmla="*/ 2445441 h 6596391"/>
              <a:gd name="connsiteX801" fmla="*/ 4117016 w 6586410"/>
              <a:gd name="connsiteY801" fmla="*/ 2582137 h 6596391"/>
              <a:gd name="connsiteX802" fmla="*/ 3933596 w 6586410"/>
              <a:gd name="connsiteY802" fmla="*/ 2648907 h 6596391"/>
              <a:gd name="connsiteX803" fmla="*/ 3920306 w 6586410"/>
              <a:gd name="connsiteY803" fmla="*/ 2653746 h 6596391"/>
              <a:gd name="connsiteX804" fmla="*/ 3741445 w 6586410"/>
              <a:gd name="connsiteY804" fmla="*/ 2718846 h 6596391"/>
              <a:gd name="connsiteX805" fmla="*/ 3741445 w 6586410"/>
              <a:gd name="connsiteY805" fmla="*/ 2588646 h 6596391"/>
              <a:gd name="connsiteX806" fmla="*/ 3920306 w 6586410"/>
              <a:gd name="connsiteY806" fmla="*/ 2653746 h 6596391"/>
              <a:gd name="connsiteX807" fmla="*/ 3920306 w 6586410"/>
              <a:gd name="connsiteY807" fmla="*/ 2796958 h 6596391"/>
              <a:gd name="connsiteX808" fmla="*/ 3741445 w 6586410"/>
              <a:gd name="connsiteY808" fmla="*/ 2862058 h 6596391"/>
              <a:gd name="connsiteX809" fmla="*/ 3741445 w 6586410"/>
              <a:gd name="connsiteY809" fmla="*/ 2731857 h 6596391"/>
              <a:gd name="connsiteX810" fmla="*/ 3920306 w 6586410"/>
              <a:gd name="connsiteY810" fmla="*/ 2796958 h 6596391"/>
              <a:gd name="connsiteX811" fmla="*/ 3920286 w 6586410"/>
              <a:gd name="connsiteY811" fmla="*/ 2940156 h 6596391"/>
              <a:gd name="connsiteX812" fmla="*/ 3741445 w 6586410"/>
              <a:gd name="connsiteY812" fmla="*/ 3005250 h 6596391"/>
              <a:gd name="connsiteX813" fmla="*/ 3741445 w 6586410"/>
              <a:gd name="connsiteY813" fmla="*/ 2875063 h 6596391"/>
              <a:gd name="connsiteX814" fmla="*/ 3920286 w 6586410"/>
              <a:gd name="connsiteY814" fmla="*/ 2940156 h 6596391"/>
              <a:gd name="connsiteX815" fmla="*/ 3920306 w 6586410"/>
              <a:gd name="connsiteY815" fmla="*/ 3083368 h 6596391"/>
              <a:gd name="connsiteX816" fmla="*/ 3741445 w 6586410"/>
              <a:gd name="connsiteY816" fmla="*/ 3148468 h 6596391"/>
              <a:gd name="connsiteX817" fmla="*/ 3741445 w 6586410"/>
              <a:gd name="connsiteY817" fmla="*/ 3018268 h 6596391"/>
              <a:gd name="connsiteX818" fmla="*/ 3920306 w 6586410"/>
              <a:gd name="connsiteY818" fmla="*/ 3083368 h 6596391"/>
              <a:gd name="connsiteX819" fmla="*/ 3920318 w 6586410"/>
              <a:gd name="connsiteY819" fmla="*/ 3226573 h 6596391"/>
              <a:gd name="connsiteX820" fmla="*/ 3736899 w 6586410"/>
              <a:gd name="connsiteY820" fmla="*/ 3293337 h 6596391"/>
              <a:gd name="connsiteX821" fmla="*/ 3553479 w 6586410"/>
              <a:gd name="connsiteY821" fmla="*/ 3226573 h 6596391"/>
              <a:gd name="connsiteX822" fmla="*/ 3736899 w 6586410"/>
              <a:gd name="connsiteY822" fmla="*/ 3159809 h 6596391"/>
              <a:gd name="connsiteX823" fmla="*/ 3920318 w 6586410"/>
              <a:gd name="connsiteY823" fmla="*/ 3226573 h 6596391"/>
              <a:gd name="connsiteX824" fmla="*/ 3151302 w 6586410"/>
              <a:gd name="connsiteY824" fmla="*/ 2517030 h 6596391"/>
              <a:gd name="connsiteX825" fmla="*/ 3330188 w 6586410"/>
              <a:gd name="connsiteY825" fmla="*/ 2582144 h 6596391"/>
              <a:gd name="connsiteX826" fmla="*/ 3151302 w 6586410"/>
              <a:gd name="connsiteY826" fmla="*/ 2647250 h 6596391"/>
              <a:gd name="connsiteX827" fmla="*/ 3151302 w 6586410"/>
              <a:gd name="connsiteY827" fmla="*/ 2517030 h 6596391"/>
              <a:gd name="connsiteX828" fmla="*/ 3151302 w 6586410"/>
              <a:gd name="connsiteY828" fmla="*/ 2660236 h 6596391"/>
              <a:gd name="connsiteX829" fmla="*/ 3330181 w 6586410"/>
              <a:gd name="connsiteY829" fmla="*/ 2725342 h 6596391"/>
              <a:gd name="connsiteX830" fmla="*/ 3151302 w 6586410"/>
              <a:gd name="connsiteY830" fmla="*/ 2790442 h 6596391"/>
              <a:gd name="connsiteX831" fmla="*/ 3151302 w 6586410"/>
              <a:gd name="connsiteY831" fmla="*/ 2660236 h 6596391"/>
              <a:gd name="connsiteX832" fmla="*/ 3151302 w 6586410"/>
              <a:gd name="connsiteY832" fmla="*/ 2803435 h 6596391"/>
              <a:gd name="connsiteX833" fmla="*/ 3330207 w 6586410"/>
              <a:gd name="connsiteY833" fmla="*/ 2868554 h 6596391"/>
              <a:gd name="connsiteX834" fmla="*/ 3151302 w 6586410"/>
              <a:gd name="connsiteY834" fmla="*/ 2933667 h 6596391"/>
              <a:gd name="connsiteX835" fmla="*/ 3151302 w 6586410"/>
              <a:gd name="connsiteY835" fmla="*/ 2803435 h 6596391"/>
              <a:gd name="connsiteX836" fmla="*/ 3151295 w 6586410"/>
              <a:gd name="connsiteY836" fmla="*/ 2940156 h 6596391"/>
              <a:gd name="connsiteX837" fmla="*/ 3151295 w 6586410"/>
              <a:gd name="connsiteY837" fmla="*/ 2940156 h 6596391"/>
              <a:gd name="connsiteX838" fmla="*/ 3151302 w 6586410"/>
              <a:gd name="connsiteY838" fmla="*/ 2940163 h 6596391"/>
              <a:gd name="connsiteX839" fmla="*/ 3151302 w 6586410"/>
              <a:gd name="connsiteY839" fmla="*/ 2940176 h 6596391"/>
              <a:gd name="connsiteX840" fmla="*/ 3151295 w 6586410"/>
              <a:gd name="connsiteY840" fmla="*/ 2940156 h 6596391"/>
              <a:gd name="connsiteX841" fmla="*/ 3151302 w 6586410"/>
              <a:gd name="connsiteY841" fmla="*/ 3233050 h 6596391"/>
              <a:gd name="connsiteX842" fmla="*/ 3330188 w 6586410"/>
              <a:gd name="connsiteY842" fmla="*/ 3298163 h 6596391"/>
              <a:gd name="connsiteX843" fmla="*/ 3151302 w 6586410"/>
              <a:gd name="connsiteY843" fmla="*/ 3363276 h 6596391"/>
              <a:gd name="connsiteX844" fmla="*/ 3151302 w 6586410"/>
              <a:gd name="connsiteY844" fmla="*/ 3233050 h 6596391"/>
              <a:gd name="connsiteX845" fmla="*/ 4313745 w 6586410"/>
              <a:gd name="connsiteY845" fmla="*/ 3369772 h 6596391"/>
              <a:gd name="connsiteX846" fmla="*/ 3736899 w 6586410"/>
              <a:gd name="connsiteY846" fmla="*/ 3579735 h 6596391"/>
              <a:gd name="connsiteX847" fmla="*/ 3160052 w 6586410"/>
              <a:gd name="connsiteY847" fmla="*/ 3369772 h 6596391"/>
              <a:gd name="connsiteX848" fmla="*/ 3343484 w 6586410"/>
              <a:gd name="connsiteY848" fmla="*/ 3303008 h 6596391"/>
              <a:gd name="connsiteX849" fmla="*/ 3735343 w 6586410"/>
              <a:gd name="connsiteY849" fmla="*/ 3445642 h 6596391"/>
              <a:gd name="connsiteX850" fmla="*/ 3736899 w 6586410"/>
              <a:gd name="connsiteY850" fmla="*/ 3445915 h 6596391"/>
              <a:gd name="connsiteX851" fmla="*/ 3738455 w 6586410"/>
              <a:gd name="connsiteY851" fmla="*/ 3445642 h 6596391"/>
              <a:gd name="connsiteX852" fmla="*/ 4130313 w 6586410"/>
              <a:gd name="connsiteY852" fmla="*/ 3303008 h 6596391"/>
              <a:gd name="connsiteX853" fmla="*/ 4313745 w 6586410"/>
              <a:gd name="connsiteY853" fmla="*/ 3369772 h 6596391"/>
              <a:gd name="connsiteX854" fmla="*/ 4313745 w 6586410"/>
              <a:gd name="connsiteY854" fmla="*/ 3226567 h 6596391"/>
              <a:gd name="connsiteX855" fmla="*/ 4130319 w 6586410"/>
              <a:gd name="connsiteY855" fmla="*/ 3293331 h 6596391"/>
              <a:gd name="connsiteX856" fmla="*/ 3946900 w 6586410"/>
              <a:gd name="connsiteY856" fmla="*/ 3226573 h 6596391"/>
              <a:gd name="connsiteX857" fmla="*/ 4130319 w 6586410"/>
              <a:gd name="connsiteY857" fmla="*/ 3159809 h 6596391"/>
              <a:gd name="connsiteX858" fmla="*/ 4313745 w 6586410"/>
              <a:gd name="connsiteY858" fmla="*/ 3226567 h 6596391"/>
              <a:gd name="connsiteX859" fmla="*/ 4313745 w 6586410"/>
              <a:gd name="connsiteY859" fmla="*/ 3083368 h 6596391"/>
              <a:gd name="connsiteX860" fmla="*/ 4130326 w 6586410"/>
              <a:gd name="connsiteY860" fmla="*/ 3150132 h 6596391"/>
              <a:gd name="connsiteX861" fmla="*/ 3946887 w 6586410"/>
              <a:gd name="connsiteY861" fmla="*/ 3083368 h 6596391"/>
              <a:gd name="connsiteX862" fmla="*/ 4130313 w 6586410"/>
              <a:gd name="connsiteY862" fmla="*/ 3016604 h 6596391"/>
              <a:gd name="connsiteX863" fmla="*/ 4313745 w 6586410"/>
              <a:gd name="connsiteY863" fmla="*/ 3083368 h 6596391"/>
              <a:gd name="connsiteX864" fmla="*/ 4130319 w 6586410"/>
              <a:gd name="connsiteY864" fmla="*/ 3006927 h 6596391"/>
              <a:gd name="connsiteX865" fmla="*/ 3946874 w 6586410"/>
              <a:gd name="connsiteY865" fmla="*/ 2940156 h 6596391"/>
              <a:gd name="connsiteX866" fmla="*/ 4130301 w 6586410"/>
              <a:gd name="connsiteY866" fmla="*/ 2873393 h 6596391"/>
              <a:gd name="connsiteX867" fmla="*/ 4313745 w 6586410"/>
              <a:gd name="connsiteY867" fmla="*/ 2940163 h 6596391"/>
              <a:gd name="connsiteX868" fmla="*/ 4130319 w 6586410"/>
              <a:gd name="connsiteY868" fmla="*/ 3006927 h 6596391"/>
              <a:gd name="connsiteX869" fmla="*/ 4322490 w 6586410"/>
              <a:gd name="connsiteY869" fmla="*/ 2933667 h 6596391"/>
              <a:gd name="connsiteX870" fmla="*/ 4143591 w 6586410"/>
              <a:gd name="connsiteY870" fmla="*/ 2868554 h 6596391"/>
              <a:gd name="connsiteX871" fmla="*/ 4322490 w 6586410"/>
              <a:gd name="connsiteY871" fmla="*/ 2803435 h 6596391"/>
              <a:gd name="connsiteX872" fmla="*/ 4322490 w 6586410"/>
              <a:gd name="connsiteY872" fmla="*/ 2933667 h 6596391"/>
              <a:gd name="connsiteX873" fmla="*/ 4322490 w 6586410"/>
              <a:gd name="connsiteY873" fmla="*/ 2790449 h 6596391"/>
              <a:gd name="connsiteX874" fmla="*/ 4143616 w 6586410"/>
              <a:gd name="connsiteY874" fmla="*/ 2725349 h 6596391"/>
              <a:gd name="connsiteX875" fmla="*/ 4322490 w 6586410"/>
              <a:gd name="connsiteY875" fmla="*/ 2660242 h 6596391"/>
              <a:gd name="connsiteX876" fmla="*/ 4322490 w 6586410"/>
              <a:gd name="connsiteY876" fmla="*/ 2790449 h 6596391"/>
              <a:gd name="connsiteX877" fmla="*/ 4322490 w 6586410"/>
              <a:gd name="connsiteY877" fmla="*/ 2647250 h 6596391"/>
              <a:gd name="connsiteX878" fmla="*/ 4143610 w 6586410"/>
              <a:gd name="connsiteY878" fmla="*/ 2582144 h 6596391"/>
              <a:gd name="connsiteX879" fmla="*/ 4322490 w 6586410"/>
              <a:gd name="connsiteY879" fmla="*/ 2517030 h 6596391"/>
              <a:gd name="connsiteX880" fmla="*/ 4322490 w 6586410"/>
              <a:gd name="connsiteY880" fmla="*/ 2647250 h 6596391"/>
              <a:gd name="connsiteX881" fmla="*/ 4322490 w 6586410"/>
              <a:gd name="connsiteY881" fmla="*/ 2513767 h 6596391"/>
              <a:gd name="connsiteX882" fmla="*/ 4313688 w 6586410"/>
              <a:gd name="connsiteY882" fmla="*/ 2510566 h 6596391"/>
              <a:gd name="connsiteX883" fmla="*/ 4130313 w 6586410"/>
              <a:gd name="connsiteY883" fmla="*/ 2577311 h 6596391"/>
              <a:gd name="connsiteX884" fmla="*/ 3741445 w 6586410"/>
              <a:gd name="connsiteY884" fmla="*/ 2435770 h 6596391"/>
              <a:gd name="connsiteX885" fmla="*/ 3741445 w 6586410"/>
              <a:gd name="connsiteY885" fmla="*/ 2302280 h 6596391"/>
              <a:gd name="connsiteX886" fmla="*/ 3741445 w 6586410"/>
              <a:gd name="connsiteY886" fmla="*/ 2302267 h 6596391"/>
              <a:gd name="connsiteX887" fmla="*/ 4322490 w 6586410"/>
              <a:gd name="connsiteY887" fmla="*/ 2513767 h 6596391"/>
              <a:gd name="connsiteX888" fmla="*/ 4322490 w 6586410"/>
              <a:gd name="connsiteY888" fmla="*/ 2513767 h 6596391"/>
              <a:gd name="connsiteX889" fmla="*/ 4322490 w 6586410"/>
              <a:gd name="connsiteY889" fmla="*/ 2504045 h 6596391"/>
              <a:gd name="connsiteX890" fmla="*/ 4322490 w 6586410"/>
              <a:gd name="connsiteY890" fmla="*/ 2504089 h 6596391"/>
              <a:gd name="connsiteX891" fmla="*/ 4138346 w 6586410"/>
              <a:gd name="connsiteY891" fmla="*/ 2437059 h 6596391"/>
              <a:gd name="connsiteX892" fmla="*/ 3750196 w 6586410"/>
              <a:gd name="connsiteY892" fmla="*/ 2295771 h 6596391"/>
              <a:gd name="connsiteX893" fmla="*/ 3750240 w 6586410"/>
              <a:gd name="connsiteY893" fmla="*/ 2295759 h 6596391"/>
              <a:gd name="connsiteX894" fmla="*/ 4322490 w 6586410"/>
              <a:gd name="connsiteY894" fmla="*/ 2087478 h 6596391"/>
              <a:gd name="connsiteX895" fmla="*/ 4322490 w 6586410"/>
              <a:gd name="connsiteY895" fmla="*/ 2504045 h 6596391"/>
              <a:gd name="connsiteX896" fmla="*/ 3741445 w 6586410"/>
              <a:gd name="connsiteY896" fmla="*/ 2289281 h 6596391"/>
              <a:gd name="connsiteX897" fmla="*/ 3741445 w 6586410"/>
              <a:gd name="connsiteY897" fmla="*/ 1872658 h 6596391"/>
              <a:gd name="connsiteX898" fmla="*/ 4313745 w 6586410"/>
              <a:gd name="connsiteY898" fmla="*/ 2080976 h 6596391"/>
              <a:gd name="connsiteX899" fmla="*/ 3741445 w 6586410"/>
              <a:gd name="connsiteY899" fmla="*/ 2289281 h 6596391"/>
              <a:gd name="connsiteX900" fmla="*/ 4322496 w 6586410"/>
              <a:gd name="connsiteY900" fmla="*/ 1657876 h 6596391"/>
              <a:gd name="connsiteX901" fmla="*/ 4322496 w 6586410"/>
              <a:gd name="connsiteY901" fmla="*/ 2074480 h 6596391"/>
              <a:gd name="connsiteX902" fmla="*/ 3750196 w 6586410"/>
              <a:gd name="connsiteY902" fmla="*/ 1866175 h 6596391"/>
              <a:gd name="connsiteX903" fmla="*/ 4011314 w 6586410"/>
              <a:gd name="connsiteY903" fmla="*/ 1771134 h 6596391"/>
              <a:gd name="connsiteX904" fmla="*/ 4322496 w 6586410"/>
              <a:gd name="connsiteY904" fmla="*/ 1657876 h 6596391"/>
              <a:gd name="connsiteX905" fmla="*/ 4322496 w 6586410"/>
              <a:gd name="connsiteY905" fmla="*/ 1657876 h 6596391"/>
              <a:gd name="connsiteX906" fmla="*/ 4322496 w 6586410"/>
              <a:gd name="connsiteY906" fmla="*/ 1648192 h 6596391"/>
              <a:gd name="connsiteX907" fmla="*/ 4322496 w 6586410"/>
              <a:gd name="connsiteY907" fmla="*/ 1648192 h 6596391"/>
              <a:gd name="connsiteX908" fmla="*/ 3815632 w 6586410"/>
              <a:gd name="connsiteY908" fmla="*/ 1832672 h 6596391"/>
              <a:gd name="connsiteX909" fmla="*/ 3736905 w 6586410"/>
              <a:gd name="connsiteY909" fmla="*/ 1861330 h 6596391"/>
              <a:gd name="connsiteX910" fmla="*/ 3151308 w 6586410"/>
              <a:gd name="connsiteY910" fmla="*/ 1648192 h 6596391"/>
              <a:gd name="connsiteX911" fmla="*/ 3151308 w 6586410"/>
              <a:gd name="connsiteY911" fmla="*/ 1228241 h 6596391"/>
              <a:gd name="connsiteX912" fmla="*/ 3735350 w 6586410"/>
              <a:gd name="connsiteY912" fmla="*/ 1440833 h 6596391"/>
              <a:gd name="connsiteX913" fmla="*/ 3736905 w 6586410"/>
              <a:gd name="connsiteY913" fmla="*/ 1441112 h 6596391"/>
              <a:gd name="connsiteX914" fmla="*/ 3738461 w 6586410"/>
              <a:gd name="connsiteY914" fmla="*/ 1440833 h 6596391"/>
              <a:gd name="connsiteX915" fmla="*/ 4322502 w 6586410"/>
              <a:gd name="connsiteY915" fmla="*/ 1228254 h 6596391"/>
              <a:gd name="connsiteX916" fmla="*/ 4322502 w 6586410"/>
              <a:gd name="connsiteY916" fmla="*/ 1648192 h 6596391"/>
              <a:gd name="connsiteX917" fmla="*/ 4331583 w 6586410"/>
              <a:gd name="connsiteY917" fmla="*/ 1657876 h 6596391"/>
              <a:gd name="connsiteX918" fmla="*/ 4903883 w 6586410"/>
              <a:gd name="connsiteY918" fmla="*/ 1866175 h 6596391"/>
              <a:gd name="connsiteX919" fmla="*/ 4331583 w 6586410"/>
              <a:gd name="connsiteY919" fmla="*/ 2074480 h 6596391"/>
              <a:gd name="connsiteX920" fmla="*/ 4331583 w 6586410"/>
              <a:gd name="connsiteY920" fmla="*/ 1657876 h 6596391"/>
              <a:gd name="connsiteX921" fmla="*/ 4903877 w 6586410"/>
              <a:gd name="connsiteY921" fmla="*/ 2295771 h 6596391"/>
              <a:gd name="connsiteX922" fmla="*/ 4331583 w 6586410"/>
              <a:gd name="connsiteY922" fmla="*/ 2504089 h 6596391"/>
              <a:gd name="connsiteX923" fmla="*/ 4331583 w 6586410"/>
              <a:gd name="connsiteY923" fmla="*/ 2087472 h 6596391"/>
              <a:gd name="connsiteX924" fmla="*/ 4331583 w 6586410"/>
              <a:gd name="connsiteY924" fmla="*/ 2087440 h 6596391"/>
              <a:gd name="connsiteX925" fmla="*/ 4903889 w 6586410"/>
              <a:gd name="connsiteY925" fmla="*/ 2295765 h 6596391"/>
              <a:gd name="connsiteX926" fmla="*/ 4903877 w 6586410"/>
              <a:gd name="connsiteY926" fmla="*/ 2295771 h 6596391"/>
              <a:gd name="connsiteX927" fmla="*/ 4912627 w 6586410"/>
              <a:gd name="connsiteY927" fmla="*/ 2289269 h 6596391"/>
              <a:gd name="connsiteX928" fmla="*/ 4340345 w 6586410"/>
              <a:gd name="connsiteY928" fmla="*/ 2080963 h 6596391"/>
              <a:gd name="connsiteX929" fmla="*/ 4912627 w 6586410"/>
              <a:gd name="connsiteY929" fmla="*/ 1872652 h 6596391"/>
              <a:gd name="connsiteX930" fmla="*/ 4912627 w 6586410"/>
              <a:gd name="connsiteY930" fmla="*/ 2289269 h 6596391"/>
              <a:gd name="connsiteX931" fmla="*/ 4912633 w 6586410"/>
              <a:gd name="connsiteY931" fmla="*/ 1859678 h 6596391"/>
              <a:gd name="connsiteX932" fmla="*/ 4783062 w 6586410"/>
              <a:gd name="connsiteY932" fmla="*/ 1812517 h 6596391"/>
              <a:gd name="connsiteX933" fmla="*/ 4331583 w 6586410"/>
              <a:gd name="connsiteY933" fmla="*/ 1648185 h 6596391"/>
              <a:gd name="connsiteX934" fmla="*/ 4331583 w 6586410"/>
              <a:gd name="connsiteY934" fmla="*/ 1648179 h 6596391"/>
              <a:gd name="connsiteX935" fmla="*/ 4331583 w 6586410"/>
              <a:gd name="connsiteY935" fmla="*/ 1224958 h 6596391"/>
              <a:gd name="connsiteX936" fmla="*/ 4912633 w 6586410"/>
              <a:gd name="connsiteY936" fmla="*/ 1013465 h 6596391"/>
              <a:gd name="connsiteX937" fmla="*/ 4912633 w 6586410"/>
              <a:gd name="connsiteY937" fmla="*/ 1859678 h 6596391"/>
              <a:gd name="connsiteX938" fmla="*/ 4331583 w 6586410"/>
              <a:gd name="connsiteY938" fmla="*/ 3805852 h 6596391"/>
              <a:gd name="connsiteX939" fmla="*/ 4903902 w 6586410"/>
              <a:gd name="connsiteY939" fmla="*/ 4014176 h 6596391"/>
              <a:gd name="connsiteX940" fmla="*/ 4331583 w 6586410"/>
              <a:gd name="connsiteY940" fmla="*/ 4222488 h 6596391"/>
              <a:gd name="connsiteX941" fmla="*/ 4331583 w 6586410"/>
              <a:gd name="connsiteY941" fmla="*/ 3805852 h 6596391"/>
              <a:gd name="connsiteX942" fmla="*/ 4912633 w 6586410"/>
              <a:gd name="connsiteY942" fmla="*/ 4437284 h 6596391"/>
              <a:gd name="connsiteX943" fmla="*/ 4912633 w 6586410"/>
              <a:gd name="connsiteY943" fmla="*/ 4437284 h 6596391"/>
              <a:gd name="connsiteX944" fmla="*/ 4730985 w 6586410"/>
              <a:gd name="connsiteY944" fmla="*/ 4371167 h 6596391"/>
              <a:gd name="connsiteX945" fmla="*/ 4340333 w 6586410"/>
              <a:gd name="connsiteY945" fmla="*/ 4228971 h 6596391"/>
              <a:gd name="connsiteX946" fmla="*/ 4912633 w 6586410"/>
              <a:gd name="connsiteY946" fmla="*/ 4020666 h 6596391"/>
              <a:gd name="connsiteX947" fmla="*/ 4912633 w 6586410"/>
              <a:gd name="connsiteY947" fmla="*/ 4437284 h 6596391"/>
              <a:gd name="connsiteX948" fmla="*/ 4912633 w 6586410"/>
              <a:gd name="connsiteY948" fmla="*/ 3591070 h 6596391"/>
              <a:gd name="connsiteX949" fmla="*/ 4912633 w 6586410"/>
              <a:gd name="connsiteY949" fmla="*/ 4007668 h 6596391"/>
              <a:gd name="connsiteX950" fmla="*/ 4340333 w 6586410"/>
              <a:gd name="connsiteY950" fmla="*/ 3799356 h 6596391"/>
              <a:gd name="connsiteX951" fmla="*/ 4552499 w 6586410"/>
              <a:gd name="connsiteY951" fmla="*/ 3722134 h 6596391"/>
              <a:gd name="connsiteX952" fmla="*/ 4912633 w 6586410"/>
              <a:gd name="connsiteY952" fmla="*/ 3591051 h 6596391"/>
              <a:gd name="connsiteX953" fmla="*/ 4912633 w 6586410"/>
              <a:gd name="connsiteY953" fmla="*/ 3591070 h 6596391"/>
              <a:gd name="connsiteX954" fmla="*/ 4921726 w 6586410"/>
              <a:gd name="connsiteY954" fmla="*/ 3591070 h 6596391"/>
              <a:gd name="connsiteX955" fmla="*/ 4921726 w 6586410"/>
              <a:gd name="connsiteY955" fmla="*/ 3591070 h 6596391"/>
              <a:gd name="connsiteX956" fmla="*/ 5257997 w 6586410"/>
              <a:gd name="connsiteY956" fmla="*/ 3713453 h 6596391"/>
              <a:gd name="connsiteX957" fmla="*/ 5494020 w 6586410"/>
              <a:gd name="connsiteY957" fmla="*/ 3799356 h 6596391"/>
              <a:gd name="connsiteX958" fmla="*/ 5494008 w 6586410"/>
              <a:gd name="connsiteY958" fmla="*/ 3799362 h 6596391"/>
              <a:gd name="connsiteX959" fmla="*/ 4921726 w 6586410"/>
              <a:gd name="connsiteY959" fmla="*/ 4007668 h 6596391"/>
              <a:gd name="connsiteX960" fmla="*/ 4921726 w 6586410"/>
              <a:gd name="connsiteY960" fmla="*/ 3591070 h 6596391"/>
              <a:gd name="connsiteX961" fmla="*/ 4921726 w 6586410"/>
              <a:gd name="connsiteY961" fmla="*/ 4437284 h 6596391"/>
              <a:gd name="connsiteX962" fmla="*/ 4921726 w 6586410"/>
              <a:gd name="connsiteY962" fmla="*/ 4020672 h 6596391"/>
              <a:gd name="connsiteX963" fmla="*/ 5494026 w 6586410"/>
              <a:gd name="connsiteY963" fmla="*/ 4228978 h 6596391"/>
              <a:gd name="connsiteX964" fmla="*/ 4921726 w 6586410"/>
              <a:gd name="connsiteY964" fmla="*/ 4437284 h 6596391"/>
              <a:gd name="connsiteX965" fmla="*/ 5502777 w 6586410"/>
              <a:gd name="connsiteY965" fmla="*/ 4222482 h 6596391"/>
              <a:gd name="connsiteX966" fmla="*/ 4930451 w 6586410"/>
              <a:gd name="connsiteY966" fmla="*/ 4014170 h 6596391"/>
              <a:gd name="connsiteX967" fmla="*/ 5502777 w 6586410"/>
              <a:gd name="connsiteY967" fmla="*/ 3805846 h 6596391"/>
              <a:gd name="connsiteX968" fmla="*/ 5502777 w 6586410"/>
              <a:gd name="connsiteY968" fmla="*/ 4222482 h 6596391"/>
              <a:gd name="connsiteX969" fmla="*/ 6097454 w 6586410"/>
              <a:gd name="connsiteY969" fmla="*/ 6167068 h 6596391"/>
              <a:gd name="connsiteX970" fmla="*/ 6280868 w 6586410"/>
              <a:gd name="connsiteY970" fmla="*/ 6233825 h 6596391"/>
              <a:gd name="connsiteX971" fmla="*/ 6097454 w 6586410"/>
              <a:gd name="connsiteY971" fmla="*/ 6300589 h 6596391"/>
              <a:gd name="connsiteX972" fmla="*/ 5914041 w 6586410"/>
              <a:gd name="connsiteY972" fmla="*/ 6233825 h 6596391"/>
              <a:gd name="connsiteX973" fmla="*/ 6097454 w 6586410"/>
              <a:gd name="connsiteY973" fmla="*/ 6167068 h 6596391"/>
              <a:gd name="connsiteX974" fmla="*/ 6097454 w 6586410"/>
              <a:gd name="connsiteY974" fmla="*/ 5880664 h 6596391"/>
              <a:gd name="connsiteX975" fmla="*/ 6280874 w 6586410"/>
              <a:gd name="connsiteY975" fmla="*/ 5947428 h 6596391"/>
              <a:gd name="connsiteX976" fmla="*/ 6097454 w 6586410"/>
              <a:gd name="connsiteY976" fmla="*/ 6014192 h 6596391"/>
              <a:gd name="connsiteX977" fmla="*/ 5914035 w 6586410"/>
              <a:gd name="connsiteY977" fmla="*/ 5947428 h 6596391"/>
              <a:gd name="connsiteX978" fmla="*/ 6097454 w 6586410"/>
              <a:gd name="connsiteY978" fmla="*/ 5880664 h 6596391"/>
              <a:gd name="connsiteX979" fmla="*/ 5520607 w 6586410"/>
              <a:gd name="connsiteY979" fmla="*/ 5374600 h 6596391"/>
              <a:gd name="connsiteX980" fmla="*/ 5704053 w 6586410"/>
              <a:gd name="connsiteY980" fmla="*/ 5307830 h 6596391"/>
              <a:gd name="connsiteX981" fmla="*/ 5887479 w 6586410"/>
              <a:gd name="connsiteY981" fmla="*/ 5374600 h 6596391"/>
              <a:gd name="connsiteX982" fmla="*/ 5704040 w 6586410"/>
              <a:gd name="connsiteY982" fmla="*/ 5441371 h 6596391"/>
              <a:gd name="connsiteX983" fmla="*/ 5520607 w 6586410"/>
              <a:gd name="connsiteY983" fmla="*/ 5374600 h 6596391"/>
              <a:gd name="connsiteX984" fmla="*/ 5914047 w 6586410"/>
              <a:gd name="connsiteY984" fmla="*/ 5231408 h 6596391"/>
              <a:gd name="connsiteX985" fmla="*/ 6097454 w 6586410"/>
              <a:gd name="connsiteY985" fmla="*/ 5164650 h 6596391"/>
              <a:gd name="connsiteX986" fmla="*/ 6280861 w 6586410"/>
              <a:gd name="connsiteY986" fmla="*/ 5231408 h 6596391"/>
              <a:gd name="connsiteX987" fmla="*/ 6097454 w 6586410"/>
              <a:gd name="connsiteY987" fmla="*/ 5298166 h 6596391"/>
              <a:gd name="connsiteX988" fmla="*/ 5914047 w 6586410"/>
              <a:gd name="connsiteY988" fmla="*/ 5231408 h 6596391"/>
              <a:gd name="connsiteX989" fmla="*/ 6280849 w 6586410"/>
              <a:gd name="connsiteY989" fmla="*/ 5374600 h 6596391"/>
              <a:gd name="connsiteX990" fmla="*/ 6097454 w 6586410"/>
              <a:gd name="connsiteY990" fmla="*/ 5441358 h 6596391"/>
              <a:gd name="connsiteX991" fmla="*/ 5914060 w 6586410"/>
              <a:gd name="connsiteY991" fmla="*/ 5374600 h 6596391"/>
              <a:gd name="connsiteX992" fmla="*/ 6097454 w 6586410"/>
              <a:gd name="connsiteY992" fmla="*/ 5307849 h 6596391"/>
              <a:gd name="connsiteX993" fmla="*/ 6280849 w 6586410"/>
              <a:gd name="connsiteY993" fmla="*/ 5374600 h 6596391"/>
              <a:gd name="connsiteX994" fmla="*/ 6084183 w 6586410"/>
              <a:gd name="connsiteY994" fmla="*/ 5303011 h 6596391"/>
              <a:gd name="connsiteX995" fmla="*/ 5900770 w 6586410"/>
              <a:gd name="connsiteY995" fmla="*/ 5369768 h 6596391"/>
              <a:gd name="connsiteX996" fmla="*/ 5717337 w 6586410"/>
              <a:gd name="connsiteY996" fmla="*/ 5302998 h 6596391"/>
              <a:gd name="connsiteX997" fmla="*/ 5900756 w 6586410"/>
              <a:gd name="connsiteY997" fmla="*/ 5236240 h 6596391"/>
              <a:gd name="connsiteX998" fmla="*/ 6084183 w 6586410"/>
              <a:gd name="connsiteY998" fmla="*/ 5303011 h 6596391"/>
              <a:gd name="connsiteX999" fmla="*/ 5520607 w 6586410"/>
              <a:gd name="connsiteY999" fmla="*/ 5517812 h 6596391"/>
              <a:gd name="connsiteX1000" fmla="*/ 5704033 w 6586410"/>
              <a:gd name="connsiteY1000" fmla="*/ 5451048 h 6596391"/>
              <a:gd name="connsiteX1001" fmla="*/ 6084176 w 6586410"/>
              <a:gd name="connsiteY1001" fmla="*/ 5589408 h 6596391"/>
              <a:gd name="connsiteX1002" fmla="*/ 5900750 w 6586410"/>
              <a:gd name="connsiteY1002" fmla="*/ 5656172 h 6596391"/>
              <a:gd name="connsiteX1003" fmla="*/ 5520607 w 6586410"/>
              <a:gd name="connsiteY1003" fmla="*/ 5517812 h 6596391"/>
              <a:gd name="connsiteX1004" fmla="*/ 6280855 w 6586410"/>
              <a:gd name="connsiteY1004" fmla="*/ 5661017 h 6596391"/>
              <a:gd name="connsiteX1005" fmla="*/ 6097454 w 6586410"/>
              <a:gd name="connsiteY1005" fmla="*/ 5727768 h 6596391"/>
              <a:gd name="connsiteX1006" fmla="*/ 5914053 w 6586410"/>
              <a:gd name="connsiteY1006" fmla="*/ 5661017 h 6596391"/>
              <a:gd name="connsiteX1007" fmla="*/ 6097454 w 6586410"/>
              <a:gd name="connsiteY1007" fmla="*/ 5594260 h 6596391"/>
              <a:gd name="connsiteX1008" fmla="*/ 6280855 w 6586410"/>
              <a:gd name="connsiteY1008" fmla="*/ 5661017 h 6596391"/>
              <a:gd name="connsiteX1009" fmla="*/ 6477578 w 6586410"/>
              <a:gd name="connsiteY1009" fmla="*/ 5446210 h 6596391"/>
              <a:gd name="connsiteX1010" fmla="*/ 6097454 w 6586410"/>
              <a:gd name="connsiteY1010" fmla="*/ 5584576 h 6596391"/>
              <a:gd name="connsiteX1011" fmla="*/ 5717330 w 6586410"/>
              <a:gd name="connsiteY1011" fmla="*/ 5446210 h 6596391"/>
              <a:gd name="connsiteX1012" fmla="*/ 5900776 w 6586410"/>
              <a:gd name="connsiteY1012" fmla="*/ 5379439 h 6596391"/>
              <a:gd name="connsiteX1013" fmla="*/ 6095905 w 6586410"/>
              <a:gd name="connsiteY1013" fmla="*/ 5450471 h 6596391"/>
              <a:gd name="connsiteX1014" fmla="*/ 6097461 w 6586410"/>
              <a:gd name="connsiteY1014" fmla="*/ 5450743 h 6596391"/>
              <a:gd name="connsiteX1015" fmla="*/ 6099016 w 6586410"/>
              <a:gd name="connsiteY1015" fmla="*/ 5450471 h 6596391"/>
              <a:gd name="connsiteX1016" fmla="*/ 6294146 w 6586410"/>
              <a:gd name="connsiteY1016" fmla="*/ 5379439 h 6596391"/>
              <a:gd name="connsiteX1017" fmla="*/ 6477578 w 6586410"/>
              <a:gd name="connsiteY1017" fmla="*/ 5446210 h 6596391"/>
              <a:gd name="connsiteX1018" fmla="*/ 6477565 w 6586410"/>
              <a:gd name="connsiteY1018" fmla="*/ 5302998 h 6596391"/>
              <a:gd name="connsiteX1019" fmla="*/ 6294139 w 6586410"/>
              <a:gd name="connsiteY1019" fmla="*/ 5369768 h 6596391"/>
              <a:gd name="connsiteX1020" fmla="*/ 6110720 w 6586410"/>
              <a:gd name="connsiteY1020" fmla="*/ 5303011 h 6596391"/>
              <a:gd name="connsiteX1021" fmla="*/ 6294146 w 6586410"/>
              <a:gd name="connsiteY1021" fmla="*/ 5236240 h 6596391"/>
              <a:gd name="connsiteX1022" fmla="*/ 6477565 w 6586410"/>
              <a:gd name="connsiteY1022" fmla="*/ 5302998 h 6596391"/>
              <a:gd name="connsiteX1023" fmla="*/ 6097454 w 6586410"/>
              <a:gd name="connsiteY1023" fmla="*/ 5021439 h 6596391"/>
              <a:gd name="connsiteX1024" fmla="*/ 6477585 w 6586410"/>
              <a:gd name="connsiteY1024" fmla="*/ 5159793 h 6596391"/>
              <a:gd name="connsiteX1025" fmla="*/ 6294158 w 6586410"/>
              <a:gd name="connsiteY1025" fmla="*/ 5226563 h 6596391"/>
              <a:gd name="connsiteX1026" fmla="*/ 6099010 w 6586410"/>
              <a:gd name="connsiteY1026" fmla="*/ 5155532 h 6596391"/>
              <a:gd name="connsiteX1027" fmla="*/ 6095899 w 6586410"/>
              <a:gd name="connsiteY1027" fmla="*/ 5155532 h 6596391"/>
              <a:gd name="connsiteX1028" fmla="*/ 5900756 w 6586410"/>
              <a:gd name="connsiteY1028" fmla="*/ 5226563 h 6596391"/>
              <a:gd name="connsiteX1029" fmla="*/ 5717324 w 6586410"/>
              <a:gd name="connsiteY1029" fmla="*/ 5159793 h 6596391"/>
              <a:gd name="connsiteX1030" fmla="*/ 6097454 w 6586410"/>
              <a:gd name="connsiteY1030" fmla="*/ 5021439 h 6596391"/>
              <a:gd name="connsiteX1031" fmla="*/ 5887459 w 6586410"/>
              <a:gd name="connsiteY1031" fmla="*/ 5231402 h 6596391"/>
              <a:gd name="connsiteX1032" fmla="*/ 5704047 w 6586410"/>
              <a:gd name="connsiteY1032" fmla="*/ 5298166 h 6596391"/>
              <a:gd name="connsiteX1033" fmla="*/ 5520607 w 6586410"/>
              <a:gd name="connsiteY1033" fmla="*/ 5231396 h 6596391"/>
              <a:gd name="connsiteX1034" fmla="*/ 5704027 w 6586410"/>
              <a:gd name="connsiteY1034" fmla="*/ 5164638 h 6596391"/>
              <a:gd name="connsiteX1035" fmla="*/ 5887459 w 6586410"/>
              <a:gd name="connsiteY1035" fmla="*/ 5231402 h 6596391"/>
              <a:gd name="connsiteX1036" fmla="*/ 6092907 w 6586410"/>
              <a:gd name="connsiteY1036" fmla="*/ 4870201 h 6596391"/>
              <a:gd name="connsiteX1037" fmla="*/ 5697753 w 6586410"/>
              <a:gd name="connsiteY1037" fmla="*/ 5014035 h 6596391"/>
              <a:gd name="connsiteX1038" fmla="*/ 5511864 w 6586410"/>
              <a:gd name="connsiteY1038" fmla="*/ 5081700 h 6596391"/>
              <a:gd name="connsiteX1039" fmla="*/ 5511864 w 6586410"/>
              <a:gd name="connsiteY1039" fmla="*/ 5081694 h 6596391"/>
              <a:gd name="connsiteX1040" fmla="*/ 5511864 w 6586410"/>
              <a:gd name="connsiteY1040" fmla="*/ 4661762 h 6596391"/>
              <a:gd name="connsiteX1041" fmla="*/ 6092907 w 6586410"/>
              <a:gd name="connsiteY1041" fmla="*/ 4450263 h 6596391"/>
              <a:gd name="connsiteX1042" fmla="*/ 6092907 w 6586410"/>
              <a:gd name="connsiteY1042" fmla="*/ 4870201 h 6596391"/>
              <a:gd name="connsiteX1043" fmla="*/ 6097467 w 6586410"/>
              <a:gd name="connsiteY1043" fmla="*/ 4878221 h 6596391"/>
              <a:gd name="connsiteX1044" fmla="*/ 6390977 w 6586410"/>
              <a:gd name="connsiteY1044" fmla="*/ 4985060 h 6596391"/>
              <a:gd name="connsiteX1045" fmla="*/ 6097467 w 6586410"/>
              <a:gd name="connsiteY1045" fmla="*/ 4878221 h 6596391"/>
              <a:gd name="connsiteX1046" fmla="*/ 6097467 w 6586410"/>
              <a:gd name="connsiteY1046" fmla="*/ 4878221 h 6596391"/>
              <a:gd name="connsiteX1047" fmla="*/ 6092907 w 6586410"/>
              <a:gd name="connsiteY1047" fmla="*/ 3578077 h 6596391"/>
              <a:gd name="connsiteX1048" fmla="*/ 5520595 w 6586410"/>
              <a:gd name="connsiteY1048" fmla="*/ 3369766 h 6596391"/>
              <a:gd name="connsiteX1049" fmla="*/ 6092907 w 6586410"/>
              <a:gd name="connsiteY1049" fmla="*/ 3161454 h 6596391"/>
              <a:gd name="connsiteX1050" fmla="*/ 6092907 w 6586410"/>
              <a:gd name="connsiteY1050" fmla="*/ 3578077 h 6596391"/>
              <a:gd name="connsiteX1051" fmla="*/ 5511864 w 6586410"/>
              <a:gd name="connsiteY1051" fmla="*/ 2946665 h 6596391"/>
              <a:gd name="connsiteX1052" fmla="*/ 6084158 w 6586410"/>
              <a:gd name="connsiteY1052" fmla="*/ 3154971 h 6596391"/>
              <a:gd name="connsiteX1053" fmla="*/ 5511864 w 6586410"/>
              <a:gd name="connsiteY1053" fmla="*/ 3363282 h 6596391"/>
              <a:gd name="connsiteX1054" fmla="*/ 5511864 w 6586410"/>
              <a:gd name="connsiteY1054" fmla="*/ 2946665 h 6596391"/>
              <a:gd name="connsiteX1055" fmla="*/ 5511864 w 6586410"/>
              <a:gd name="connsiteY1055" fmla="*/ 3792885 h 6596391"/>
              <a:gd name="connsiteX1056" fmla="*/ 5511864 w 6586410"/>
              <a:gd name="connsiteY1056" fmla="*/ 3376281 h 6596391"/>
              <a:gd name="connsiteX1057" fmla="*/ 6084158 w 6586410"/>
              <a:gd name="connsiteY1057" fmla="*/ 3584580 h 6596391"/>
              <a:gd name="connsiteX1058" fmla="*/ 5837174 w 6586410"/>
              <a:gd name="connsiteY1058" fmla="*/ 3674477 h 6596391"/>
              <a:gd name="connsiteX1059" fmla="*/ 5511864 w 6586410"/>
              <a:gd name="connsiteY1059" fmla="*/ 3792885 h 6596391"/>
              <a:gd name="connsiteX1060" fmla="*/ 5511864 w 6586410"/>
              <a:gd name="connsiteY1060" fmla="*/ 3792885 h 6596391"/>
              <a:gd name="connsiteX1061" fmla="*/ 4921726 w 6586410"/>
              <a:gd name="connsiteY1061" fmla="*/ 1013458 h 6596391"/>
              <a:gd name="connsiteX1062" fmla="*/ 5502771 w 6586410"/>
              <a:gd name="connsiteY1062" fmla="*/ 1224945 h 6596391"/>
              <a:gd name="connsiteX1063" fmla="*/ 5502777 w 6586410"/>
              <a:gd name="connsiteY1063" fmla="*/ 1224945 h 6596391"/>
              <a:gd name="connsiteX1064" fmla="*/ 5502777 w 6586410"/>
              <a:gd name="connsiteY1064" fmla="*/ 1648179 h 6596391"/>
              <a:gd name="connsiteX1065" fmla="*/ 5502771 w 6586410"/>
              <a:gd name="connsiteY1065" fmla="*/ 1648179 h 6596391"/>
              <a:gd name="connsiteX1066" fmla="*/ 4921726 w 6586410"/>
              <a:gd name="connsiteY1066" fmla="*/ 1859666 h 6596391"/>
              <a:gd name="connsiteX1067" fmla="*/ 4921726 w 6586410"/>
              <a:gd name="connsiteY1067" fmla="*/ 1013458 h 6596391"/>
              <a:gd name="connsiteX1068" fmla="*/ 4921726 w 6586410"/>
              <a:gd name="connsiteY1068" fmla="*/ 1869350 h 6596391"/>
              <a:gd name="connsiteX1069" fmla="*/ 5502771 w 6586410"/>
              <a:gd name="connsiteY1069" fmla="*/ 1657869 h 6596391"/>
              <a:gd name="connsiteX1070" fmla="*/ 5502777 w 6586410"/>
              <a:gd name="connsiteY1070" fmla="*/ 1657869 h 6596391"/>
              <a:gd name="connsiteX1071" fmla="*/ 5502777 w 6586410"/>
              <a:gd name="connsiteY1071" fmla="*/ 2077782 h 6596391"/>
              <a:gd name="connsiteX1072" fmla="*/ 5502771 w 6586410"/>
              <a:gd name="connsiteY1072" fmla="*/ 2077782 h 6596391"/>
              <a:gd name="connsiteX1073" fmla="*/ 4921726 w 6586410"/>
              <a:gd name="connsiteY1073" fmla="*/ 2289275 h 6596391"/>
              <a:gd name="connsiteX1074" fmla="*/ 4921726 w 6586410"/>
              <a:gd name="connsiteY1074" fmla="*/ 1869350 h 6596391"/>
              <a:gd name="connsiteX1075" fmla="*/ 4921720 w 6586410"/>
              <a:gd name="connsiteY1075" fmla="*/ 3578077 h 6596391"/>
              <a:gd name="connsiteX1076" fmla="*/ 4921720 w 6586410"/>
              <a:gd name="connsiteY1076" fmla="*/ 3161454 h 6596391"/>
              <a:gd name="connsiteX1077" fmla="*/ 5494046 w 6586410"/>
              <a:gd name="connsiteY1077" fmla="*/ 3369766 h 6596391"/>
              <a:gd name="connsiteX1078" fmla="*/ 4921720 w 6586410"/>
              <a:gd name="connsiteY1078" fmla="*/ 3578077 h 6596391"/>
              <a:gd name="connsiteX1079" fmla="*/ 5502771 w 6586410"/>
              <a:gd name="connsiteY1079" fmla="*/ 3363276 h 6596391"/>
              <a:gd name="connsiteX1080" fmla="*/ 4930477 w 6586410"/>
              <a:gd name="connsiteY1080" fmla="*/ 3154964 h 6596391"/>
              <a:gd name="connsiteX1081" fmla="*/ 5502771 w 6586410"/>
              <a:gd name="connsiteY1081" fmla="*/ 2946665 h 6596391"/>
              <a:gd name="connsiteX1082" fmla="*/ 5502771 w 6586410"/>
              <a:gd name="connsiteY1082" fmla="*/ 3363276 h 6596391"/>
              <a:gd name="connsiteX1083" fmla="*/ 6092907 w 6586410"/>
              <a:gd name="connsiteY1083" fmla="*/ 2722193 h 6596391"/>
              <a:gd name="connsiteX1084" fmla="*/ 5507317 w 6586410"/>
              <a:gd name="connsiteY1084" fmla="*/ 2935350 h 6596391"/>
              <a:gd name="connsiteX1085" fmla="*/ 4921714 w 6586410"/>
              <a:gd name="connsiteY1085" fmla="*/ 2722193 h 6596391"/>
              <a:gd name="connsiteX1086" fmla="*/ 4921714 w 6586410"/>
              <a:gd name="connsiteY1086" fmla="*/ 2298959 h 6596391"/>
              <a:gd name="connsiteX1087" fmla="*/ 5507317 w 6586410"/>
              <a:gd name="connsiteY1087" fmla="*/ 2085815 h 6596391"/>
              <a:gd name="connsiteX1088" fmla="*/ 6052884 w 6586410"/>
              <a:gd name="connsiteY1088" fmla="*/ 2284386 h 6596391"/>
              <a:gd name="connsiteX1089" fmla="*/ 6092907 w 6586410"/>
              <a:gd name="connsiteY1089" fmla="*/ 2298953 h 6596391"/>
              <a:gd name="connsiteX1090" fmla="*/ 6092907 w 6586410"/>
              <a:gd name="connsiteY1090" fmla="*/ 2722193 h 6596391"/>
              <a:gd name="connsiteX1091" fmla="*/ 6092907 w 6586410"/>
              <a:gd name="connsiteY1091" fmla="*/ 1869350 h 6596391"/>
              <a:gd name="connsiteX1092" fmla="*/ 6092907 w 6586410"/>
              <a:gd name="connsiteY1092" fmla="*/ 2289281 h 6596391"/>
              <a:gd name="connsiteX1093" fmla="*/ 6092907 w 6586410"/>
              <a:gd name="connsiteY1093" fmla="*/ 2289288 h 6596391"/>
              <a:gd name="connsiteX1094" fmla="*/ 5511864 w 6586410"/>
              <a:gd name="connsiteY1094" fmla="*/ 2077788 h 6596391"/>
              <a:gd name="connsiteX1095" fmla="*/ 5511864 w 6586410"/>
              <a:gd name="connsiteY1095" fmla="*/ 2077788 h 6596391"/>
              <a:gd name="connsiteX1096" fmla="*/ 5511864 w 6586410"/>
              <a:gd name="connsiteY1096" fmla="*/ 1657863 h 6596391"/>
              <a:gd name="connsiteX1097" fmla="*/ 5511864 w 6586410"/>
              <a:gd name="connsiteY1097" fmla="*/ 1657844 h 6596391"/>
              <a:gd name="connsiteX1098" fmla="*/ 6092907 w 6586410"/>
              <a:gd name="connsiteY1098" fmla="*/ 1869350 h 6596391"/>
              <a:gd name="connsiteX1099" fmla="*/ 6092907 w 6586410"/>
              <a:gd name="connsiteY1099" fmla="*/ 1869350 h 6596391"/>
              <a:gd name="connsiteX1100" fmla="*/ 6092907 w 6586410"/>
              <a:gd name="connsiteY1100" fmla="*/ 1859672 h 6596391"/>
              <a:gd name="connsiteX1101" fmla="*/ 5520633 w 6586410"/>
              <a:gd name="connsiteY1101" fmla="*/ 1651367 h 6596391"/>
              <a:gd name="connsiteX1102" fmla="*/ 6092907 w 6586410"/>
              <a:gd name="connsiteY1102" fmla="*/ 1443068 h 6596391"/>
              <a:gd name="connsiteX1103" fmla="*/ 6092907 w 6586410"/>
              <a:gd name="connsiteY1103" fmla="*/ 1859672 h 6596391"/>
              <a:gd name="connsiteX1104" fmla="*/ 6092907 w 6586410"/>
              <a:gd name="connsiteY1104" fmla="*/ 1433397 h 6596391"/>
              <a:gd name="connsiteX1105" fmla="*/ 5511864 w 6586410"/>
              <a:gd name="connsiteY1105" fmla="*/ 1644877 h 6596391"/>
              <a:gd name="connsiteX1106" fmla="*/ 5511864 w 6586410"/>
              <a:gd name="connsiteY1106" fmla="*/ 1228254 h 6596391"/>
              <a:gd name="connsiteX1107" fmla="*/ 6084170 w 6586410"/>
              <a:gd name="connsiteY1107" fmla="*/ 1436565 h 6596391"/>
              <a:gd name="connsiteX1108" fmla="*/ 6092907 w 6586410"/>
              <a:gd name="connsiteY1108" fmla="*/ 1433397 h 6596391"/>
              <a:gd name="connsiteX1109" fmla="*/ 6092907 w 6586410"/>
              <a:gd name="connsiteY1109" fmla="*/ 1433397 h 6596391"/>
              <a:gd name="connsiteX1110" fmla="*/ 6092907 w 6586410"/>
              <a:gd name="connsiteY1110" fmla="*/ 1430076 h 6596391"/>
              <a:gd name="connsiteX1111" fmla="*/ 5520614 w 6586410"/>
              <a:gd name="connsiteY1111" fmla="*/ 1221764 h 6596391"/>
              <a:gd name="connsiteX1112" fmla="*/ 6092907 w 6586410"/>
              <a:gd name="connsiteY1112" fmla="*/ 1013458 h 6596391"/>
              <a:gd name="connsiteX1113" fmla="*/ 6092907 w 6586410"/>
              <a:gd name="connsiteY1113" fmla="*/ 1430076 h 6596391"/>
              <a:gd name="connsiteX1114" fmla="*/ 6102007 w 6586410"/>
              <a:gd name="connsiteY1114" fmla="*/ 727042 h 6596391"/>
              <a:gd name="connsiteX1115" fmla="*/ 6280880 w 6586410"/>
              <a:gd name="connsiteY1115" fmla="*/ 792148 h 6596391"/>
              <a:gd name="connsiteX1116" fmla="*/ 6102007 w 6586410"/>
              <a:gd name="connsiteY1116" fmla="*/ 857248 h 6596391"/>
              <a:gd name="connsiteX1117" fmla="*/ 6102007 w 6586410"/>
              <a:gd name="connsiteY1117" fmla="*/ 727042 h 6596391"/>
              <a:gd name="connsiteX1118" fmla="*/ 6102007 w 6586410"/>
              <a:gd name="connsiteY1118" fmla="*/ 1000466 h 6596391"/>
              <a:gd name="connsiteX1119" fmla="*/ 6102007 w 6586410"/>
              <a:gd name="connsiteY1119" fmla="*/ 870241 h 6596391"/>
              <a:gd name="connsiteX1120" fmla="*/ 6280893 w 6586410"/>
              <a:gd name="connsiteY1120" fmla="*/ 935353 h 6596391"/>
              <a:gd name="connsiteX1121" fmla="*/ 6102007 w 6586410"/>
              <a:gd name="connsiteY1121" fmla="*/ 1000466 h 6596391"/>
              <a:gd name="connsiteX1122" fmla="*/ 6477591 w 6586410"/>
              <a:gd name="connsiteY1122" fmla="*/ 863757 h 6596391"/>
              <a:gd name="connsiteX1123" fmla="*/ 6294171 w 6586410"/>
              <a:gd name="connsiteY1123" fmla="*/ 930521 h 6596391"/>
              <a:gd name="connsiteX1124" fmla="*/ 6110745 w 6586410"/>
              <a:gd name="connsiteY1124" fmla="*/ 863757 h 6596391"/>
              <a:gd name="connsiteX1125" fmla="*/ 6294171 w 6586410"/>
              <a:gd name="connsiteY1125" fmla="*/ 797000 h 6596391"/>
              <a:gd name="connsiteX1126" fmla="*/ 6477591 w 6586410"/>
              <a:gd name="connsiteY1126" fmla="*/ 863757 h 6596391"/>
              <a:gd name="connsiteX1127" fmla="*/ 6294177 w 6586410"/>
              <a:gd name="connsiteY1127" fmla="*/ 653788 h 6596391"/>
              <a:gd name="connsiteX1128" fmla="*/ 6477603 w 6586410"/>
              <a:gd name="connsiteY1128" fmla="*/ 720552 h 6596391"/>
              <a:gd name="connsiteX1129" fmla="*/ 6294165 w 6586410"/>
              <a:gd name="connsiteY1129" fmla="*/ 787316 h 6596391"/>
              <a:gd name="connsiteX1130" fmla="*/ 6110745 w 6586410"/>
              <a:gd name="connsiteY1130" fmla="*/ 720552 h 6596391"/>
              <a:gd name="connsiteX1131" fmla="*/ 6294177 w 6586410"/>
              <a:gd name="connsiteY1131" fmla="*/ 653788 h 6596391"/>
              <a:gd name="connsiteX1132" fmla="*/ 6280887 w 6586410"/>
              <a:gd name="connsiteY1132" fmla="*/ 648949 h 6596391"/>
              <a:gd name="connsiteX1133" fmla="*/ 6102007 w 6586410"/>
              <a:gd name="connsiteY1133" fmla="*/ 714056 h 6596391"/>
              <a:gd name="connsiteX1134" fmla="*/ 6102007 w 6586410"/>
              <a:gd name="connsiteY1134" fmla="*/ 583836 h 6596391"/>
              <a:gd name="connsiteX1135" fmla="*/ 6280887 w 6586410"/>
              <a:gd name="connsiteY1135" fmla="*/ 648949 h 659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Lst>
            <a:rect l="l" t="t" r="r" b="b"/>
            <a:pathLst>
              <a:path w="6586410" h="6596391">
                <a:moveTo>
                  <a:pt x="6586411" y="394562"/>
                </a:moveTo>
                <a:lnTo>
                  <a:pt x="6095905" y="573086"/>
                </a:lnTo>
                <a:cubicBezTo>
                  <a:pt x="6094108" y="573734"/>
                  <a:pt x="6092907" y="575442"/>
                  <a:pt x="6092907" y="577353"/>
                </a:cubicBezTo>
                <a:lnTo>
                  <a:pt x="6092907" y="577353"/>
                </a:lnTo>
                <a:lnTo>
                  <a:pt x="6092907" y="1003781"/>
                </a:lnTo>
                <a:lnTo>
                  <a:pt x="6095899" y="1002695"/>
                </a:lnTo>
                <a:cubicBezTo>
                  <a:pt x="6096400" y="1002505"/>
                  <a:pt x="6096927" y="1002416"/>
                  <a:pt x="6097454" y="1002416"/>
                </a:cubicBezTo>
                <a:cubicBezTo>
                  <a:pt x="6096927" y="1002416"/>
                  <a:pt x="6096406" y="1002511"/>
                  <a:pt x="6095905" y="1002695"/>
                </a:cubicBezTo>
                <a:lnTo>
                  <a:pt x="5507311" y="1216931"/>
                </a:lnTo>
                <a:lnTo>
                  <a:pt x="5507298" y="1216931"/>
                </a:lnTo>
                <a:lnTo>
                  <a:pt x="4918729" y="1002695"/>
                </a:lnTo>
                <a:cubicBezTo>
                  <a:pt x="4917726" y="1002321"/>
                  <a:pt x="4916627" y="1002321"/>
                  <a:pt x="4915624" y="1002695"/>
                </a:cubicBezTo>
                <a:lnTo>
                  <a:pt x="4331583" y="1215274"/>
                </a:lnTo>
                <a:lnTo>
                  <a:pt x="4331583" y="792161"/>
                </a:lnTo>
                <a:cubicBezTo>
                  <a:pt x="4331583" y="790256"/>
                  <a:pt x="4330389" y="788541"/>
                  <a:pt x="4328586" y="787894"/>
                </a:cubicBezTo>
                <a:lnTo>
                  <a:pt x="3738448" y="573086"/>
                </a:lnTo>
                <a:cubicBezTo>
                  <a:pt x="3737445" y="572711"/>
                  <a:pt x="3736340" y="572711"/>
                  <a:pt x="3735336" y="573086"/>
                </a:cubicBezTo>
                <a:lnTo>
                  <a:pt x="3145200" y="787881"/>
                </a:lnTo>
                <a:cubicBezTo>
                  <a:pt x="3143396" y="788529"/>
                  <a:pt x="3142196" y="790243"/>
                  <a:pt x="3142196" y="792155"/>
                </a:cubicBezTo>
                <a:lnTo>
                  <a:pt x="3142196" y="1215268"/>
                </a:lnTo>
                <a:lnTo>
                  <a:pt x="3148298" y="1217490"/>
                </a:lnTo>
                <a:cubicBezTo>
                  <a:pt x="3150102" y="1218138"/>
                  <a:pt x="3151295" y="1219853"/>
                  <a:pt x="3151295" y="1221764"/>
                </a:cubicBezTo>
                <a:lnTo>
                  <a:pt x="3151295" y="1221764"/>
                </a:lnTo>
                <a:cubicBezTo>
                  <a:pt x="3151289" y="1219853"/>
                  <a:pt x="3150102" y="1218144"/>
                  <a:pt x="3148298" y="1217497"/>
                </a:cubicBezTo>
                <a:lnTo>
                  <a:pt x="2558231" y="1002721"/>
                </a:lnTo>
                <a:cubicBezTo>
                  <a:pt x="2558225" y="1002721"/>
                  <a:pt x="2558218" y="1002714"/>
                  <a:pt x="2558211" y="1002714"/>
                </a:cubicBezTo>
                <a:cubicBezTo>
                  <a:pt x="2558193" y="1002708"/>
                  <a:pt x="2558180" y="1002695"/>
                  <a:pt x="2558161" y="1002689"/>
                </a:cubicBezTo>
                <a:lnTo>
                  <a:pt x="1971008" y="788980"/>
                </a:lnTo>
                <a:lnTo>
                  <a:pt x="1971008" y="362583"/>
                </a:lnTo>
                <a:lnTo>
                  <a:pt x="1971008" y="362545"/>
                </a:lnTo>
                <a:cubicBezTo>
                  <a:pt x="1971008" y="360640"/>
                  <a:pt x="1969815" y="358926"/>
                  <a:pt x="1968017" y="358278"/>
                </a:cubicBezTo>
                <a:lnTo>
                  <a:pt x="1558233" y="209123"/>
                </a:lnTo>
                <a:lnTo>
                  <a:pt x="1377880" y="143477"/>
                </a:lnTo>
                <a:cubicBezTo>
                  <a:pt x="1377499" y="143337"/>
                  <a:pt x="1377099" y="143299"/>
                  <a:pt x="1376699" y="143267"/>
                </a:cubicBezTo>
                <a:cubicBezTo>
                  <a:pt x="1376305" y="143229"/>
                  <a:pt x="1375918" y="143267"/>
                  <a:pt x="1375518" y="143343"/>
                </a:cubicBezTo>
                <a:cubicBezTo>
                  <a:pt x="1375270" y="143388"/>
                  <a:pt x="1375010" y="143388"/>
                  <a:pt x="1374769" y="143477"/>
                </a:cubicBezTo>
                <a:lnTo>
                  <a:pt x="982891" y="286104"/>
                </a:lnTo>
                <a:lnTo>
                  <a:pt x="799471" y="219340"/>
                </a:lnTo>
                <a:lnTo>
                  <a:pt x="1376318" y="9384"/>
                </a:lnTo>
                <a:lnTo>
                  <a:pt x="1953165" y="219340"/>
                </a:lnTo>
                <a:lnTo>
                  <a:pt x="1769739" y="286104"/>
                </a:lnTo>
                <a:lnTo>
                  <a:pt x="1783035" y="290943"/>
                </a:lnTo>
                <a:lnTo>
                  <a:pt x="1968011" y="223614"/>
                </a:lnTo>
                <a:cubicBezTo>
                  <a:pt x="1969815" y="222966"/>
                  <a:pt x="1971015" y="221251"/>
                  <a:pt x="1971015" y="219340"/>
                </a:cubicBezTo>
                <a:cubicBezTo>
                  <a:pt x="1971015" y="217429"/>
                  <a:pt x="1969821" y="215721"/>
                  <a:pt x="1968011" y="215067"/>
                </a:cubicBezTo>
                <a:lnTo>
                  <a:pt x="1377874" y="271"/>
                </a:lnTo>
                <a:cubicBezTo>
                  <a:pt x="1376870" y="-90"/>
                  <a:pt x="1375766" y="-90"/>
                  <a:pt x="1374762" y="271"/>
                </a:cubicBezTo>
                <a:lnTo>
                  <a:pt x="784625" y="215067"/>
                </a:lnTo>
                <a:cubicBezTo>
                  <a:pt x="782822" y="215721"/>
                  <a:pt x="781628" y="217429"/>
                  <a:pt x="781628" y="219340"/>
                </a:cubicBezTo>
                <a:cubicBezTo>
                  <a:pt x="781628" y="221251"/>
                  <a:pt x="782822" y="222966"/>
                  <a:pt x="784625" y="223614"/>
                </a:cubicBezTo>
                <a:lnTo>
                  <a:pt x="969601" y="290943"/>
                </a:lnTo>
                <a:lnTo>
                  <a:pt x="784625" y="358265"/>
                </a:lnTo>
                <a:cubicBezTo>
                  <a:pt x="784218" y="358411"/>
                  <a:pt x="783850" y="358627"/>
                  <a:pt x="783514" y="358875"/>
                </a:cubicBezTo>
                <a:cubicBezTo>
                  <a:pt x="782523" y="359593"/>
                  <a:pt x="781895" y="360691"/>
                  <a:pt x="781723" y="361917"/>
                </a:cubicBezTo>
                <a:cubicBezTo>
                  <a:pt x="781698" y="362126"/>
                  <a:pt x="781628" y="362317"/>
                  <a:pt x="781628" y="362533"/>
                </a:cubicBezTo>
                <a:lnTo>
                  <a:pt x="781628" y="792136"/>
                </a:lnTo>
                <a:cubicBezTo>
                  <a:pt x="781628" y="792707"/>
                  <a:pt x="781761" y="793240"/>
                  <a:pt x="781964" y="793755"/>
                </a:cubicBezTo>
                <a:cubicBezTo>
                  <a:pt x="782428" y="794955"/>
                  <a:pt x="783368" y="795946"/>
                  <a:pt x="784625" y="796403"/>
                </a:cubicBezTo>
                <a:lnTo>
                  <a:pt x="1374749" y="1011211"/>
                </a:lnTo>
                <a:cubicBezTo>
                  <a:pt x="1374756" y="1011211"/>
                  <a:pt x="1374756" y="1011211"/>
                  <a:pt x="1374762" y="1011217"/>
                </a:cubicBezTo>
                <a:cubicBezTo>
                  <a:pt x="1374769" y="1011217"/>
                  <a:pt x="1374769" y="1011217"/>
                  <a:pt x="1374769" y="1011217"/>
                </a:cubicBezTo>
                <a:lnTo>
                  <a:pt x="1964887" y="1226012"/>
                </a:lnTo>
                <a:cubicBezTo>
                  <a:pt x="1964893" y="1226012"/>
                  <a:pt x="1964900" y="1226018"/>
                  <a:pt x="1964906" y="1226018"/>
                </a:cubicBezTo>
                <a:lnTo>
                  <a:pt x="2543321" y="1436553"/>
                </a:lnTo>
                <a:lnTo>
                  <a:pt x="1964906" y="1647080"/>
                </a:lnTo>
                <a:cubicBezTo>
                  <a:pt x="1964830" y="1647106"/>
                  <a:pt x="1964772" y="1647163"/>
                  <a:pt x="1964703" y="1647195"/>
                </a:cubicBezTo>
                <a:cubicBezTo>
                  <a:pt x="1964550" y="1647258"/>
                  <a:pt x="1964410" y="1647354"/>
                  <a:pt x="1964271" y="1647436"/>
                </a:cubicBezTo>
                <a:cubicBezTo>
                  <a:pt x="1963947" y="1647614"/>
                  <a:pt x="1963642" y="1647830"/>
                  <a:pt x="1963369" y="1648090"/>
                </a:cubicBezTo>
                <a:cubicBezTo>
                  <a:pt x="1963236" y="1648217"/>
                  <a:pt x="1963115" y="1648338"/>
                  <a:pt x="1963001" y="1648477"/>
                </a:cubicBezTo>
                <a:cubicBezTo>
                  <a:pt x="1962728" y="1648801"/>
                  <a:pt x="1962512" y="1649163"/>
                  <a:pt x="1962341" y="1649563"/>
                </a:cubicBezTo>
                <a:cubicBezTo>
                  <a:pt x="1962296" y="1649652"/>
                  <a:pt x="1962220" y="1649709"/>
                  <a:pt x="1962194" y="1649805"/>
                </a:cubicBezTo>
                <a:cubicBezTo>
                  <a:pt x="1962188" y="1649830"/>
                  <a:pt x="1962188" y="1649855"/>
                  <a:pt x="1962182" y="1649887"/>
                </a:cubicBezTo>
                <a:cubicBezTo>
                  <a:pt x="1962017" y="1650370"/>
                  <a:pt x="1961966" y="1650859"/>
                  <a:pt x="1961966" y="1651341"/>
                </a:cubicBezTo>
                <a:lnTo>
                  <a:pt x="1961921" y="1651341"/>
                </a:lnTo>
                <a:lnTo>
                  <a:pt x="1961921" y="2507385"/>
                </a:lnTo>
                <a:lnTo>
                  <a:pt x="1374775" y="2721075"/>
                </a:lnTo>
                <a:cubicBezTo>
                  <a:pt x="1372978" y="2721723"/>
                  <a:pt x="1371778" y="2723437"/>
                  <a:pt x="1371778" y="2725349"/>
                </a:cubicBezTo>
                <a:cubicBezTo>
                  <a:pt x="1371778" y="2727260"/>
                  <a:pt x="1372971" y="2728975"/>
                  <a:pt x="1374775" y="2729622"/>
                </a:cubicBezTo>
                <a:lnTo>
                  <a:pt x="1953210" y="2940163"/>
                </a:lnTo>
                <a:lnTo>
                  <a:pt x="1376337" y="3150113"/>
                </a:lnTo>
                <a:lnTo>
                  <a:pt x="1377880" y="3150672"/>
                </a:lnTo>
                <a:cubicBezTo>
                  <a:pt x="1377905" y="3150678"/>
                  <a:pt x="1377924" y="3150697"/>
                  <a:pt x="1377950" y="3150710"/>
                </a:cubicBezTo>
                <a:cubicBezTo>
                  <a:pt x="1378229" y="3150818"/>
                  <a:pt x="1378458" y="3150983"/>
                  <a:pt x="1378706" y="3151135"/>
                </a:cubicBezTo>
                <a:cubicBezTo>
                  <a:pt x="1378439" y="3150970"/>
                  <a:pt x="1378185" y="3150792"/>
                  <a:pt x="1377880" y="3150684"/>
                </a:cubicBezTo>
                <a:lnTo>
                  <a:pt x="787736" y="2935877"/>
                </a:lnTo>
                <a:cubicBezTo>
                  <a:pt x="787235" y="2935686"/>
                  <a:pt x="786708" y="2935597"/>
                  <a:pt x="786187" y="2935597"/>
                </a:cubicBezTo>
                <a:cubicBezTo>
                  <a:pt x="785660" y="2935597"/>
                  <a:pt x="785133" y="2935693"/>
                  <a:pt x="784631" y="2935877"/>
                </a:cubicBezTo>
                <a:lnTo>
                  <a:pt x="194494" y="3150672"/>
                </a:lnTo>
                <a:cubicBezTo>
                  <a:pt x="192691" y="3151319"/>
                  <a:pt x="191497" y="3153034"/>
                  <a:pt x="191497" y="3154945"/>
                </a:cubicBezTo>
                <a:lnTo>
                  <a:pt x="191497" y="3584548"/>
                </a:lnTo>
                <a:cubicBezTo>
                  <a:pt x="191497" y="3585024"/>
                  <a:pt x="191573" y="3585488"/>
                  <a:pt x="191713" y="3585932"/>
                </a:cubicBezTo>
                <a:cubicBezTo>
                  <a:pt x="192132" y="3587247"/>
                  <a:pt x="193141" y="3588326"/>
                  <a:pt x="194494" y="3588815"/>
                </a:cubicBezTo>
                <a:lnTo>
                  <a:pt x="784631" y="3803629"/>
                </a:lnTo>
                <a:cubicBezTo>
                  <a:pt x="785133" y="3803820"/>
                  <a:pt x="785654" y="3803909"/>
                  <a:pt x="786181" y="3803909"/>
                </a:cubicBezTo>
                <a:cubicBezTo>
                  <a:pt x="785654" y="3803909"/>
                  <a:pt x="785127" y="3803820"/>
                  <a:pt x="784625" y="3803629"/>
                </a:cubicBezTo>
                <a:lnTo>
                  <a:pt x="772865" y="3799350"/>
                </a:lnTo>
                <a:lnTo>
                  <a:pt x="593128" y="3864767"/>
                </a:lnTo>
                <a:cubicBezTo>
                  <a:pt x="593503" y="3864634"/>
                  <a:pt x="593896" y="3864602"/>
                  <a:pt x="594290" y="3864564"/>
                </a:cubicBezTo>
                <a:cubicBezTo>
                  <a:pt x="593896" y="3864602"/>
                  <a:pt x="593509" y="3864634"/>
                  <a:pt x="593134" y="3864774"/>
                </a:cubicBezTo>
                <a:lnTo>
                  <a:pt x="2997" y="4079562"/>
                </a:lnTo>
                <a:cubicBezTo>
                  <a:pt x="1194" y="4080216"/>
                  <a:pt x="6" y="4081925"/>
                  <a:pt x="0" y="4083842"/>
                </a:cubicBezTo>
                <a:lnTo>
                  <a:pt x="0" y="4513439"/>
                </a:lnTo>
                <a:cubicBezTo>
                  <a:pt x="0" y="4513439"/>
                  <a:pt x="0" y="4513439"/>
                  <a:pt x="0" y="4513445"/>
                </a:cubicBezTo>
                <a:cubicBezTo>
                  <a:pt x="0" y="4515344"/>
                  <a:pt x="1194" y="4517052"/>
                  <a:pt x="2997" y="4517706"/>
                </a:cubicBezTo>
                <a:lnTo>
                  <a:pt x="593134" y="4732520"/>
                </a:lnTo>
                <a:cubicBezTo>
                  <a:pt x="593636" y="4732711"/>
                  <a:pt x="594157" y="4732800"/>
                  <a:pt x="594684" y="4732800"/>
                </a:cubicBezTo>
                <a:cubicBezTo>
                  <a:pt x="595211" y="4732800"/>
                  <a:pt x="595738" y="4732711"/>
                  <a:pt x="596240" y="4732520"/>
                </a:cubicBezTo>
                <a:lnTo>
                  <a:pt x="1186383" y="4517719"/>
                </a:lnTo>
                <a:lnTo>
                  <a:pt x="1966455" y="4233798"/>
                </a:lnTo>
                <a:lnTo>
                  <a:pt x="1966461" y="4233791"/>
                </a:lnTo>
                <a:lnTo>
                  <a:pt x="2555050" y="4448034"/>
                </a:lnTo>
                <a:cubicBezTo>
                  <a:pt x="2555545" y="4448218"/>
                  <a:pt x="2556066" y="4448307"/>
                  <a:pt x="2556593" y="4448307"/>
                </a:cubicBezTo>
                <a:cubicBezTo>
                  <a:pt x="2557126" y="4448307"/>
                  <a:pt x="2557646" y="4448218"/>
                  <a:pt x="2558149" y="4448034"/>
                </a:cubicBezTo>
                <a:lnTo>
                  <a:pt x="3023978" y="4278483"/>
                </a:lnTo>
                <a:lnTo>
                  <a:pt x="3148292" y="4233232"/>
                </a:lnTo>
                <a:cubicBezTo>
                  <a:pt x="3148737" y="4233074"/>
                  <a:pt x="3149155" y="4232839"/>
                  <a:pt x="3149511" y="4232559"/>
                </a:cubicBezTo>
                <a:cubicBezTo>
                  <a:pt x="3150603" y="4231715"/>
                  <a:pt x="3151277" y="4230394"/>
                  <a:pt x="3151277" y="4228965"/>
                </a:cubicBezTo>
                <a:lnTo>
                  <a:pt x="3151277" y="3799375"/>
                </a:lnTo>
                <a:cubicBezTo>
                  <a:pt x="3151277" y="3799368"/>
                  <a:pt x="3151277" y="3799368"/>
                  <a:pt x="3151277" y="3799368"/>
                </a:cubicBezTo>
                <a:lnTo>
                  <a:pt x="3151277" y="3376249"/>
                </a:lnTo>
                <a:lnTo>
                  <a:pt x="3735318" y="3588834"/>
                </a:lnTo>
                <a:cubicBezTo>
                  <a:pt x="3735819" y="3589019"/>
                  <a:pt x="3736346" y="3589114"/>
                  <a:pt x="3736874" y="3589114"/>
                </a:cubicBezTo>
                <a:cubicBezTo>
                  <a:pt x="3737401" y="3589114"/>
                  <a:pt x="3737928" y="3589019"/>
                  <a:pt x="3738429" y="3588834"/>
                </a:cubicBezTo>
                <a:lnTo>
                  <a:pt x="4328566" y="3374033"/>
                </a:lnTo>
                <a:cubicBezTo>
                  <a:pt x="4330364" y="3373379"/>
                  <a:pt x="4331564" y="3371671"/>
                  <a:pt x="4331564" y="3369759"/>
                </a:cubicBezTo>
                <a:cubicBezTo>
                  <a:pt x="4331564" y="3367842"/>
                  <a:pt x="4330370" y="3366140"/>
                  <a:pt x="4328566" y="3365486"/>
                </a:cubicBezTo>
                <a:lnTo>
                  <a:pt x="4143584" y="3298150"/>
                </a:lnTo>
                <a:lnTo>
                  <a:pt x="4328566" y="3230815"/>
                </a:lnTo>
                <a:cubicBezTo>
                  <a:pt x="4330364" y="3230167"/>
                  <a:pt x="4331564" y="3228453"/>
                  <a:pt x="4331564" y="3226548"/>
                </a:cubicBezTo>
                <a:cubicBezTo>
                  <a:pt x="4331564" y="3224637"/>
                  <a:pt x="4330370" y="3222922"/>
                  <a:pt x="4328566" y="3222274"/>
                </a:cubicBezTo>
                <a:lnTo>
                  <a:pt x="4143591" y="3154952"/>
                </a:lnTo>
                <a:lnTo>
                  <a:pt x="4328566" y="3087623"/>
                </a:lnTo>
                <a:cubicBezTo>
                  <a:pt x="4330364" y="3086975"/>
                  <a:pt x="4331564" y="3085260"/>
                  <a:pt x="4331564" y="3083349"/>
                </a:cubicBezTo>
                <a:cubicBezTo>
                  <a:pt x="4331564" y="3081438"/>
                  <a:pt x="4330370" y="3079723"/>
                  <a:pt x="4328566" y="3079075"/>
                </a:cubicBezTo>
                <a:lnTo>
                  <a:pt x="4143584" y="3011746"/>
                </a:lnTo>
                <a:lnTo>
                  <a:pt x="4328566" y="2944411"/>
                </a:lnTo>
                <a:cubicBezTo>
                  <a:pt x="4330364" y="2943763"/>
                  <a:pt x="4331564" y="2942049"/>
                  <a:pt x="4331564" y="2940137"/>
                </a:cubicBezTo>
                <a:lnTo>
                  <a:pt x="4331564" y="2940137"/>
                </a:lnTo>
                <a:lnTo>
                  <a:pt x="4331564" y="2513741"/>
                </a:lnTo>
                <a:lnTo>
                  <a:pt x="4912608" y="2302254"/>
                </a:lnTo>
                <a:lnTo>
                  <a:pt x="4912608" y="2725342"/>
                </a:lnTo>
                <a:cubicBezTo>
                  <a:pt x="4912608" y="2727254"/>
                  <a:pt x="4913808" y="2728968"/>
                  <a:pt x="4915605" y="2729616"/>
                </a:cubicBezTo>
                <a:lnTo>
                  <a:pt x="5493988" y="2940156"/>
                </a:lnTo>
                <a:lnTo>
                  <a:pt x="4915605" y="3150672"/>
                </a:lnTo>
                <a:cubicBezTo>
                  <a:pt x="4913814" y="3151319"/>
                  <a:pt x="4912608" y="3153034"/>
                  <a:pt x="4912608" y="3154945"/>
                </a:cubicBezTo>
                <a:lnTo>
                  <a:pt x="4912608" y="3581373"/>
                </a:lnTo>
                <a:lnTo>
                  <a:pt x="4915605" y="3580281"/>
                </a:lnTo>
                <a:cubicBezTo>
                  <a:pt x="4916602" y="3579913"/>
                  <a:pt x="4917713" y="3579913"/>
                  <a:pt x="4918710" y="3580281"/>
                </a:cubicBezTo>
                <a:lnTo>
                  <a:pt x="4937030" y="3586949"/>
                </a:lnTo>
                <a:lnTo>
                  <a:pt x="4930457" y="3584554"/>
                </a:lnTo>
                <a:lnTo>
                  <a:pt x="5502751" y="3376256"/>
                </a:lnTo>
                <a:lnTo>
                  <a:pt x="5502751" y="3792847"/>
                </a:lnTo>
                <a:lnTo>
                  <a:pt x="5508854" y="3795070"/>
                </a:lnTo>
                <a:cubicBezTo>
                  <a:pt x="5510657" y="3795724"/>
                  <a:pt x="5511851" y="3797432"/>
                  <a:pt x="5511851" y="3799343"/>
                </a:cubicBezTo>
                <a:lnTo>
                  <a:pt x="5511851" y="3799356"/>
                </a:lnTo>
                <a:cubicBezTo>
                  <a:pt x="5511844" y="3797445"/>
                  <a:pt x="5510657" y="3795737"/>
                  <a:pt x="5508860" y="3795089"/>
                </a:cubicBezTo>
                <a:lnTo>
                  <a:pt x="4918710" y="3580287"/>
                </a:lnTo>
                <a:cubicBezTo>
                  <a:pt x="4917707" y="3579913"/>
                  <a:pt x="4916608" y="3579913"/>
                  <a:pt x="4915605" y="3580287"/>
                </a:cubicBezTo>
                <a:lnTo>
                  <a:pt x="4325461" y="3795070"/>
                </a:lnTo>
                <a:cubicBezTo>
                  <a:pt x="4325011" y="3795228"/>
                  <a:pt x="4324598" y="3795463"/>
                  <a:pt x="4324236" y="3795737"/>
                </a:cubicBezTo>
                <a:cubicBezTo>
                  <a:pt x="4323143" y="3796587"/>
                  <a:pt x="4322477" y="3797908"/>
                  <a:pt x="4322477" y="3799337"/>
                </a:cubicBezTo>
                <a:lnTo>
                  <a:pt x="4322477" y="3799375"/>
                </a:lnTo>
                <a:lnTo>
                  <a:pt x="4322477" y="4228914"/>
                </a:lnTo>
                <a:lnTo>
                  <a:pt x="4322477" y="4228946"/>
                </a:lnTo>
                <a:cubicBezTo>
                  <a:pt x="4322477" y="4230851"/>
                  <a:pt x="4323670" y="4232559"/>
                  <a:pt x="4325468" y="4233213"/>
                </a:cubicBezTo>
                <a:lnTo>
                  <a:pt x="4915611" y="4448027"/>
                </a:lnTo>
                <a:cubicBezTo>
                  <a:pt x="4916113" y="4448212"/>
                  <a:pt x="4916633" y="4448307"/>
                  <a:pt x="4917161" y="4448307"/>
                </a:cubicBezTo>
                <a:cubicBezTo>
                  <a:pt x="4917161" y="4448307"/>
                  <a:pt x="4917161" y="4448307"/>
                  <a:pt x="4917167" y="4448307"/>
                </a:cubicBezTo>
                <a:cubicBezTo>
                  <a:pt x="4917694" y="4448307"/>
                  <a:pt x="4918215" y="4448212"/>
                  <a:pt x="4918716" y="4448027"/>
                </a:cubicBezTo>
                <a:lnTo>
                  <a:pt x="5508866" y="4233226"/>
                </a:lnTo>
                <a:cubicBezTo>
                  <a:pt x="5509311" y="4233067"/>
                  <a:pt x="5509730" y="4232832"/>
                  <a:pt x="5510086" y="4232553"/>
                </a:cubicBezTo>
                <a:cubicBezTo>
                  <a:pt x="5511178" y="4231709"/>
                  <a:pt x="5511851" y="4230388"/>
                  <a:pt x="5511851" y="4228959"/>
                </a:cubicBezTo>
                <a:lnTo>
                  <a:pt x="5511851" y="3802550"/>
                </a:lnTo>
                <a:lnTo>
                  <a:pt x="6092895" y="3591051"/>
                </a:lnTo>
                <a:lnTo>
                  <a:pt x="6092895" y="4440573"/>
                </a:lnTo>
                <a:lnTo>
                  <a:pt x="5505749" y="4654295"/>
                </a:lnTo>
                <a:cubicBezTo>
                  <a:pt x="5503952" y="4654949"/>
                  <a:pt x="5502751" y="4656657"/>
                  <a:pt x="5502751" y="4658562"/>
                </a:cubicBezTo>
                <a:lnTo>
                  <a:pt x="5502751" y="5088178"/>
                </a:lnTo>
                <a:cubicBezTo>
                  <a:pt x="5502751" y="5088203"/>
                  <a:pt x="5502771" y="5088222"/>
                  <a:pt x="5502771" y="5088247"/>
                </a:cubicBezTo>
                <a:cubicBezTo>
                  <a:pt x="5502777" y="5088882"/>
                  <a:pt x="5502948" y="5089479"/>
                  <a:pt x="5503209" y="5090038"/>
                </a:cubicBezTo>
                <a:cubicBezTo>
                  <a:pt x="5503272" y="5090171"/>
                  <a:pt x="5503329" y="5090298"/>
                  <a:pt x="5503399" y="5090432"/>
                </a:cubicBezTo>
                <a:cubicBezTo>
                  <a:pt x="5503716" y="5090984"/>
                  <a:pt x="5504129" y="5091486"/>
                  <a:pt x="5504663" y="5091860"/>
                </a:cubicBezTo>
                <a:cubicBezTo>
                  <a:pt x="5504675" y="5091873"/>
                  <a:pt x="5504682" y="5091892"/>
                  <a:pt x="5504694" y="5091899"/>
                </a:cubicBezTo>
                <a:cubicBezTo>
                  <a:pt x="5504808" y="5091981"/>
                  <a:pt x="5504942" y="5092013"/>
                  <a:pt x="5505063" y="5092077"/>
                </a:cubicBezTo>
                <a:cubicBezTo>
                  <a:pt x="5505285" y="5092210"/>
                  <a:pt x="5505488" y="5092362"/>
                  <a:pt x="5505742" y="5092458"/>
                </a:cubicBezTo>
                <a:lnTo>
                  <a:pt x="5690718" y="5159786"/>
                </a:lnTo>
                <a:lnTo>
                  <a:pt x="5505742" y="5227116"/>
                </a:lnTo>
                <a:cubicBezTo>
                  <a:pt x="5503945" y="5227763"/>
                  <a:pt x="5502751" y="5229478"/>
                  <a:pt x="5502751" y="5231389"/>
                </a:cubicBezTo>
                <a:cubicBezTo>
                  <a:pt x="5502751" y="5233294"/>
                  <a:pt x="5503945" y="5235009"/>
                  <a:pt x="5505742" y="5235656"/>
                </a:cubicBezTo>
                <a:lnTo>
                  <a:pt x="5690737" y="5302992"/>
                </a:lnTo>
                <a:lnTo>
                  <a:pt x="5505742" y="5370327"/>
                </a:lnTo>
                <a:cubicBezTo>
                  <a:pt x="5503945" y="5370987"/>
                  <a:pt x="5502751" y="5372689"/>
                  <a:pt x="5502751" y="5374600"/>
                </a:cubicBezTo>
                <a:cubicBezTo>
                  <a:pt x="5502751" y="5376518"/>
                  <a:pt x="5503945" y="5378227"/>
                  <a:pt x="5505742" y="5378880"/>
                </a:cubicBezTo>
                <a:lnTo>
                  <a:pt x="5690724" y="5446210"/>
                </a:lnTo>
                <a:lnTo>
                  <a:pt x="5505742" y="5513545"/>
                </a:lnTo>
                <a:cubicBezTo>
                  <a:pt x="5503945" y="5514199"/>
                  <a:pt x="5502751" y="5515907"/>
                  <a:pt x="5502751" y="5517818"/>
                </a:cubicBezTo>
                <a:cubicBezTo>
                  <a:pt x="5502751" y="5519730"/>
                  <a:pt x="5503945" y="5521444"/>
                  <a:pt x="5505742" y="5522092"/>
                </a:cubicBezTo>
                <a:lnTo>
                  <a:pt x="5887435" y="5661024"/>
                </a:lnTo>
                <a:lnTo>
                  <a:pt x="5505742" y="5799949"/>
                </a:lnTo>
                <a:cubicBezTo>
                  <a:pt x="5503945" y="5800609"/>
                  <a:pt x="5502751" y="5802311"/>
                  <a:pt x="5502751" y="5804223"/>
                </a:cubicBezTo>
                <a:cubicBezTo>
                  <a:pt x="5502751" y="5806140"/>
                  <a:pt x="5503945" y="5807848"/>
                  <a:pt x="5505742" y="5808496"/>
                </a:cubicBezTo>
                <a:lnTo>
                  <a:pt x="5887435" y="5947428"/>
                </a:lnTo>
                <a:lnTo>
                  <a:pt x="5505742" y="6086359"/>
                </a:lnTo>
                <a:cubicBezTo>
                  <a:pt x="5503945" y="6087007"/>
                  <a:pt x="5502751" y="6088722"/>
                  <a:pt x="5502751" y="6090633"/>
                </a:cubicBezTo>
                <a:cubicBezTo>
                  <a:pt x="5502751" y="6092544"/>
                  <a:pt x="5503945" y="6094259"/>
                  <a:pt x="5505742" y="6094906"/>
                </a:cubicBezTo>
                <a:lnTo>
                  <a:pt x="5887428" y="6233838"/>
                </a:lnTo>
                <a:lnTo>
                  <a:pt x="5505742" y="6372763"/>
                </a:lnTo>
                <a:cubicBezTo>
                  <a:pt x="5503945" y="6373424"/>
                  <a:pt x="5502751" y="6375126"/>
                  <a:pt x="5502751" y="6377037"/>
                </a:cubicBezTo>
                <a:cubicBezTo>
                  <a:pt x="5502751" y="6378955"/>
                  <a:pt x="5503945" y="6380663"/>
                  <a:pt x="5505742" y="6381311"/>
                </a:cubicBezTo>
                <a:lnTo>
                  <a:pt x="6095879" y="6596112"/>
                </a:lnTo>
                <a:cubicBezTo>
                  <a:pt x="6096381" y="6596302"/>
                  <a:pt x="6096908" y="6596391"/>
                  <a:pt x="6097435" y="6596391"/>
                </a:cubicBezTo>
                <a:cubicBezTo>
                  <a:pt x="6097962" y="6596391"/>
                  <a:pt x="6098489" y="6596302"/>
                  <a:pt x="6098991" y="6596112"/>
                </a:cubicBezTo>
                <a:lnTo>
                  <a:pt x="6586391" y="6418706"/>
                </a:lnTo>
                <a:lnTo>
                  <a:pt x="6586391" y="6409035"/>
                </a:lnTo>
                <a:lnTo>
                  <a:pt x="6097435" y="6587012"/>
                </a:lnTo>
                <a:lnTo>
                  <a:pt x="5520589" y="6377043"/>
                </a:lnTo>
                <a:lnTo>
                  <a:pt x="5900725" y="6238683"/>
                </a:lnTo>
                <a:lnTo>
                  <a:pt x="6095873" y="6309720"/>
                </a:lnTo>
                <a:cubicBezTo>
                  <a:pt x="6096375" y="6309911"/>
                  <a:pt x="6096902" y="6310000"/>
                  <a:pt x="6097429" y="6310000"/>
                </a:cubicBezTo>
                <a:cubicBezTo>
                  <a:pt x="6097956" y="6310000"/>
                  <a:pt x="6098483" y="6309911"/>
                  <a:pt x="6098985" y="6309720"/>
                </a:cubicBezTo>
                <a:lnTo>
                  <a:pt x="6294133" y="6238683"/>
                </a:lnTo>
                <a:lnTo>
                  <a:pt x="6586379" y="6345052"/>
                </a:lnTo>
                <a:lnTo>
                  <a:pt x="6586379" y="6335381"/>
                </a:lnTo>
                <a:lnTo>
                  <a:pt x="6307423" y="6233851"/>
                </a:lnTo>
                <a:lnTo>
                  <a:pt x="6586379" y="6132321"/>
                </a:lnTo>
                <a:lnTo>
                  <a:pt x="6586379" y="6122643"/>
                </a:lnTo>
                <a:lnTo>
                  <a:pt x="6294139" y="6229018"/>
                </a:lnTo>
                <a:lnTo>
                  <a:pt x="6098985" y="6157981"/>
                </a:lnTo>
                <a:cubicBezTo>
                  <a:pt x="6097982" y="6157613"/>
                  <a:pt x="6096876" y="6157613"/>
                  <a:pt x="6095873" y="6157981"/>
                </a:cubicBezTo>
                <a:lnTo>
                  <a:pt x="5900718" y="6229018"/>
                </a:lnTo>
                <a:lnTo>
                  <a:pt x="5520589" y="6090652"/>
                </a:lnTo>
                <a:lnTo>
                  <a:pt x="5900732" y="5952292"/>
                </a:lnTo>
                <a:lnTo>
                  <a:pt x="6095873" y="6023323"/>
                </a:lnTo>
                <a:cubicBezTo>
                  <a:pt x="6096375" y="6023513"/>
                  <a:pt x="6096902" y="6023602"/>
                  <a:pt x="6097429" y="6023602"/>
                </a:cubicBezTo>
                <a:cubicBezTo>
                  <a:pt x="6097956" y="6023602"/>
                  <a:pt x="6098483" y="6023513"/>
                  <a:pt x="6098985" y="6023323"/>
                </a:cubicBezTo>
                <a:lnTo>
                  <a:pt x="6294133" y="5952292"/>
                </a:lnTo>
                <a:lnTo>
                  <a:pt x="6586411" y="6058629"/>
                </a:lnTo>
                <a:lnTo>
                  <a:pt x="6586411" y="6048958"/>
                </a:lnTo>
                <a:lnTo>
                  <a:pt x="6307449" y="5947421"/>
                </a:lnTo>
                <a:lnTo>
                  <a:pt x="6586411" y="5845885"/>
                </a:lnTo>
                <a:lnTo>
                  <a:pt x="6586411" y="5836207"/>
                </a:lnTo>
                <a:lnTo>
                  <a:pt x="6294165" y="5942583"/>
                </a:lnTo>
                <a:lnTo>
                  <a:pt x="6099016" y="5871551"/>
                </a:lnTo>
                <a:cubicBezTo>
                  <a:pt x="6098013" y="5871177"/>
                  <a:pt x="6096908" y="5871177"/>
                  <a:pt x="6095905" y="5871551"/>
                </a:cubicBezTo>
                <a:lnTo>
                  <a:pt x="5900756" y="5942589"/>
                </a:lnTo>
                <a:lnTo>
                  <a:pt x="5520621" y="5804216"/>
                </a:lnTo>
                <a:lnTo>
                  <a:pt x="5900763" y="5665856"/>
                </a:lnTo>
                <a:lnTo>
                  <a:pt x="6095905" y="5736887"/>
                </a:lnTo>
                <a:cubicBezTo>
                  <a:pt x="6096406" y="5737071"/>
                  <a:pt x="6096934" y="5737160"/>
                  <a:pt x="6097461" y="5737160"/>
                </a:cubicBezTo>
                <a:cubicBezTo>
                  <a:pt x="6097988" y="5737160"/>
                  <a:pt x="6098515" y="5737071"/>
                  <a:pt x="6099016" y="5736887"/>
                </a:cubicBezTo>
                <a:lnTo>
                  <a:pt x="6294158" y="5665856"/>
                </a:lnTo>
                <a:lnTo>
                  <a:pt x="6586411" y="5772231"/>
                </a:lnTo>
                <a:lnTo>
                  <a:pt x="6586411" y="5762554"/>
                </a:lnTo>
                <a:lnTo>
                  <a:pt x="6307455" y="5661024"/>
                </a:lnTo>
                <a:lnTo>
                  <a:pt x="6586411" y="5559487"/>
                </a:lnTo>
                <a:lnTo>
                  <a:pt x="6586411" y="5549816"/>
                </a:lnTo>
                <a:lnTo>
                  <a:pt x="6294158" y="5656185"/>
                </a:lnTo>
                <a:lnTo>
                  <a:pt x="6110732" y="5589421"/>
                </a:lnTo>
                <a:lnTo>
                  <a:pt x="6490875" y="5451061"/>
                </a:lnTo>
                <a:lnTo>
                  <a:pt x="6586411" y="5485834"/>
                </a:lnTo>
                <a:lnTo>
                  <a:pt x="6586411" y="5476162"/>
                </a:lnTo>
                <a:lnTo>
                  <a:pt x="6504171" y="5446222"/>
                </a:lnTo>
                <a:lnTo>
                  <a:pt x="6586411" y="5416288"/>
                </a:lnTo>
                <a:lnTo>
                  <a:pt x="6586411" y="5406611"/>
                </a:lnTo>
                <a:lnTo>
                  <a:pt x="6490868" y="5441390"/>
                </a:lnTo>
                <a:lnTo>
                  <a:pt x="6307430" y="5374620"/>
                </a:lnTo>
                <a:lnTo>
                  <a:pt x="6490862" y="5307849"/>
                </a:lnTo>
                <a:lnTo>
                  <a:pt x="6586411" y="5342628"/>
                </a:lnTo>
                <a:lnTo>
                  <a:pt x="6586411" y="5332957"/>
                </a:lnTo>
                <a:lnTo>
                  <a:pt x="6504159" y="5303017"/>
                </a:lnTo>
                <a:lnTo>
                  <a:pt x="6586411" y="5273077"/>
                </a:lnTo>
                <a:lnTo>
                  <a:pt x="6586411" y="5263406"/>
                </a:lnTo>
                <a:lnTo>
                  <a:pt x="6490868" y="5298185"/>
                </a:lnTo>
                <a:lnTo>
                  <a:pt x="6307449" y="5231421"/>
                </a:lnTo>
                <a:lnTo>
                  <a:pt x="6490882" y="5164657"/>
                </a:lnTo>
                <a:lnTo>
                  <a:pt x="6586411" y="5199423"/>
                </a:lnTo>
                <a:lnTo>
                  <a:pt x="6586411" y="5189752"/>
                </a:lnTo>
                <a:lnTo>
                  <a:pt x="6504178" y="5159818"/>
                </a:lnTo>
                <a:lnTo>
                  <a:pt x="6586411" y="5129884"/>
                </a:lnTo>
                <a:lnTo>
                  <a:pt x="6586411" y="5120213"/>
                </a:lnTo>
                <a:lnTo>
                  <a:pt x="6490882" y="5154986"/>
                </a:lnTo>
                <a:lnTo>
                  <a:pt x="6099010" y="5012359"/>
                </a:lnTo>
                <a:cubicBezTo>
                  <a:pt x="6098007" y="5011990"/>
                  <a:pt x="6096902" y="5011990"/>
                  <a:pt x="6095899" y="5012359"/>
                </a:cubicBezTo>
                <a:lnTo>
                  <a:pt x="5704027" y="5154986"/>
                </a:lnTo>
                <a:lnTo>
                  <a:pt x="5520607" y="5088222"/>
                </a:lnTo>
                <a:lnTo>
                  <a:pt x="6097454" y="4878266"/>
                </a:lnTo>
                <a:lnTo>
                  <a:pt x="6586411" y="5056205"/>
                </a:lnTo>
                <a:lnTo>
                  <a:pt x="6586411" y="5046541"/>
                </a:lnTo>
                <a:lnTo>
                  <a:pt x="6586411" y="5046534"/>
                </a:lnTo>
                <a:lnTo>
                  <a:pt x="6453499" y="4998154"/>
                </a:lnTo>
                <a:lnTo>
                  <a:pt x="6110745" y="4873395"/>
                </a:lnTo>
                <a:lnTo>
                  <a:pt x="6586411" y="4700262"/>
                </a:lnTo>
                <a:lnTo>
                  <a:pt x="6586411" y="4690585"/>
                </a:lnTo>
                <a:lnTo>
                  <a:pt x="6102001" y="4866899"/>
                </a:lnTo>
                <a:lnTo>
                  <a:pt x="6102001" y="4450275"/>
                </a:lnTo>
                <a:lnTo>
                  <a:pt x="6586411" y="4626589"/>
                </a:lnTo>
                <a:lnTo>
                  <a:pt x="6586411" y="4616925"/>
                </a:lnTo>
                <a:lnTo>
                  <a:pt x="6110770" y="4443786"/>
                </a:lnTo>
                <a:lnTo>
                  <a:pt x="6102001" y="4446980"/>
                </a:lnTo>
                <a:lnTo>
                  <a:pt x="6102001" y="4446974"/>
                </a:lnTo>
                <a:lnTo>
                  <a:pt x="6586411" y="4270653"/>
                </a:lnTo>
                <a:lnTo>
                  <a:pt x="6586411" y="4260976"/>
                </a:lnTo>
                <a:lnTo>
                  <a:pt x="6568948" y="4267332"/>
                </a:lnTo>
                <a:lnTo>
                  <a:pt x="6187186" y="4406296"/>
                </a:lnTo>
                <a:lnTo>
                  <a:pt x="6102001" y="4437303"/>
                </a:lnTo>
                <a:lnTo>
                  <a:pt x="6102001" y="4437296"/>
                </a:lnTo>
                <a:lnTo>
                  <a:pt x="6102001" y="4437290"/>
                </a:lnTo>
                <a:lnTo>
                  <a:pt x="6102001" y="3591070"/>
                </a:lnTo>
                <a:lnTo>
                  <a:pt x="6586411" y="3767396"/>
                </a:lnTo>
                <a:lnTo>
                  <a:pt x="6586411" y="3757719"/>
                </a:lnTo>
                <a:lnTo>
                  <a:pt x="6586411" y="3757713"/>
                </a:lnTo>
                <a:lnTo>
                  <a:pt x="6110751" y="3584573"/>
                </a:lnTo>
                <a:lnTo>
                  <a:pt x="6586411" y="3411447"/>
                </a:lnTo>
                <a:lnTo>
                  <a:pt x="6586411" y="3401770"/>
                </a:lnTo>
                <a:lnTo>
                  <a:pt x="6102007" y="3578084"/>
                </a:lnTo>
                <a:lnTo>
                  <a:pt x="6102007" y="3161460"/>
                </a:lnTo>
                <a:lnTo>
                  <a:pt x="6586411" y="3337775"/>
                </a:lnTo>
                <a:lnTo>
                  <a:pt x="6586411" y="3328103"/>
                </a:lnTo>
                <a:lnTo>
                  <a:pt x="6110770" y="3154971"/>
                </a:lnTo>
                <a:lnTo>
                  <a:pt x="6586411" y="2981851"/>
                </a:lnTo>
                <a:lnTo>
                  <a:pt x="6586411" y="2972173"/>
                </a:lnTo>
                <a:lnTo>
                  <a:pt x="6097473" y="3150126"/>
                </a:lnTo>
                <a:lnTo>
                  <a:pt x="6099010" y="3150684"/>
                </a:lnTo>
                <a:cubicBezTo>
                  <a:pt x="6100807" y="3151338"/>
                  <a:pt x="6102001" y="3153047"/>
                  <a:pt x="6102001" y="3154958"/>
                </a:cubicBezTo>
                <a:lnTo>
                  <a:pt x="6102001" y="3154958"/>
                </a:lnTo>
                <a:cubicBezTo>
                  <a:pt x="6102001" y="3153053"/>
                  <a:pt x="6100807" y="3151345"/>
                  <a:pt x="6099010" y="3150697"/>
                </a:cubicBezTo>
                <a:lnTo>
                  <a:pt x="5508873" y="2935889"/>
                </a:lnTo>
                <a:lnTo>
                  <a:pt x="5520633" y="2940169"/>
                </a:lnTo>
                <a:lnTo>
                  <a:pt x="6099010" y="2729648"/>
                </a:lnTo>
                <a:cubicBezTo>
                  <a:pt x="6100807" y="2729000"/>
                  <a:pt x="6102001" y="2727285"/>
                  <a:pt x="6102001" y="2725374"/>
                </a:cubicBezTo>
                <a:lnTo>
                  <a:pt x="6102001" y="2298959"/>
                </a:lnTo>
                <a:lnTo>
                  <a:pt x="6586411" y="2122638"/>
                </a:lnTo>
                <a:lnTo>
                  <a:pt x="6586411" y="2112967"/>
                </a:lnTo>
                <a:lnTo>
                  <a:pt x="6102001" y="2289288"/>
                </a:lnTo>
                <a:lnTo>
                  <a:pt x="6102001" y="1869356"/>
                </a:lnTo>
                <a:lnTo>
                  <a:pt x="6586411" y="1693029"/>
                </a:lnTo>
                <a:lnTo>
                  <a:pt x="6586411" y="1683352"/>
                </a:lnTo>
                <a:lnTo>
                  <a:pt x="6102001" y="1859672"/>
                </a:lnTo>
                <a:lnTo>
                  <a:pt x="6102001" y="1443074"/>
                </a:lnTo>
                <a:lnTo>
                  <a:pt x="6586411" y="1619382"/>
                </a:lnTo>
                <a:lnTo>
                  <a:pt x="6586411" y="1609711"/>
                </a:lnTo>
                <a:lnTo>
                  <a:pt x="6102001" y="1433390"/>
                </a:lnTo>
                <a:lnTo>
                  <a:pt x="6102001" y="1433390"/>
                </a:lnTo>
                <a:lnTo>
                  <a:pt x="6110738" y="1436565"/>
                </a:lnTo>
                <a:lnTo>
                  <a:pt x="6586411" y="1263433"/>
                </a:lnTo>
                <a:lnTo>
                  <a:pt x="6586411" y="1253755"/>
                </a:lnTo>
                <a:lnTo>
                  <a:pt x="6102001" y="1430076"/>
                </a:lnTo>
                <a:lnTo>
                  <a:pt x="6102001" y="1013465"/>
                </a:lnTo>
                <a:lnTo>
                  <a:pt x="6586411" y="1189773"/>
                </a:lnTo>
                <a:lnTo>
                  <a:pt x="6586411" y="1180108"/>
                </a:lnTo>
                <a:lnTo>
                  <a:pt x="6099010" y="1002695"/>
                </a:lnTo>
                <a:lnTo>
                  <a:pt x="6309919" y="1079460"/>
                </a:lnTo>
                <a:lnTo>
                  <a:pt x="6477420" y="1140427"/>
                </a:lnTo>
                <a:lnTo>
                  <a:pt x="6110751" y="1006962"/>
                </a:lnTo>
                <a:lnTo>
                  <a:pt x="6294184" y="940198"/>
                </a:lnTo>
                <a:lnTo>
                  <a:pt x="6586411" y="1046561"/>
                </a:lnTo>
                <a:lnTo>
                  <a:pt x="6586411" y="1036884"/>
                </a:lnTo>
                <a:lnTo>
                  <a:pt x="6307468" y="935353"/>
                </a:lnTo>
                <a:lnTo>
                  <a:pt x="6490888" y="868596"/>
                </a:lnTo>
                <a:lnTo>
                  <a:pt x="6586411" y="903362"/>
                </a:lnTo>
                <a:lnTo>
                  <a:pt x="6586411" y="893691"/>
                </a:lnTo>
                <a:lnTo>
                  <a:pt x="6504185" y="863764"/>
                </a:lnTo>
                <a:lnTo>
                  <a:pt x="6586411" y="833836"/>
                </a:lnTo>
                <a:lnTo>
                  <a:pt x="6586411" y="824159"/>
                </a:lnTo>
                <a:lnTo>
                  <a:pt x="6490888" y="858931"/>
                </a:lnTo>
                <a:lnTo>
                  <a:pt x="6307462" y="792167"/>
                </a:lnTo>
                <a:lnTo>
                  <a:pt x="6490900" y="725403"/>
                </a:lnTo>
                <a:lnTo>
                  <a:pt x="6586411" y="760170"/>
                </a:lnTo>
                <a:lnTo>
                  <a:pt x="6586411" y="750499"/>
                </a:lnTo>
                <a:lnTo>
                  <a:pt x="6504191" y="720571"/>
                </a:lnTo>
                <a:lnTo>
                  <a:pt x="6586411" y="690631"/>
                </a:lnTo>
                <a:lnTo>
                  <a:pt x="6586411" y="680953"/>
                </a:lnTo>
                <a:lnTo>
                  <a:pt x="6490894" y="715720"/>
                </a:lnTo>
                <a:lnTo>
                  <a:pt x="6307468" y="648956"/>
                </a:lnTo>
                <a:lnTo>
                  <a:pt x="6586411" y="547426"/>
                </a:lnTo>
                <a:lnTo>
                  <a:pt x="6586411" y="537748"/>
                </a:lnTo>
                <a:lnTo>
                  <a:pt x="6294177" y="644117"/>
                </a:lnTo>
                <a:lnTo>
                  <a:pt x="6110770" y="577353"/>
                </a:lnTo>
                <a:lnTo>
                  <a:pt x="6586411" y="404233"/>
                </a:lnTo>
                <a:lnTo>
                  <a:pt x="6586411" y="394562"/>
                </a:lnTo>
                <a:close/>
                <a:moveTo>
                  <a:pt x="790746" y="369029"/>
                </a:moveTo>
                <a:lnTo>
                  <a:pt x="1363053" y="577353"/>
                </a:lnTo>
                <a:lnTo>
                  <a:pt x="790746" y="785659"/>
                </a:lnTo>
                <a:lnTo>
                  <a:pt x="790746" y="369029"/>
                </a:lnTo>
                <a:close/>
                <a:moveTo>
                  <a:pt x="1371791" y="1000466"/>
                </a:moveTo>
                <a:lnTo>
                  <a:pt x="799503" y="792148"/>
                </a:lnTo>
                <a:lnTo>
                  <a:pt x="1371791" y="583849"/>
                </a:lnTo>
                <a:lnTo>
                  <a:pt x="1371791" y="1000466"/>
                </a:lnTo>
                <a:close/>
                <a:moveTo>
                  <a:pt x="1371791" y="570851"/>
                </a:moveTo>
                <a:lnTo>
                  <a:pt x="799490" y="362545"/>
                </a:lnTo>
                <a:lnTo>
                  <a:pt x="982917" y="295788"/>
                </a:lnTo>
                <a:lnTo>
                  <a:pt x="1371791" y="437336"/>
                </a:lnTo>
                <a:lnTo>
                  <a:pt x="1371791" y="570851"/>
                </a:lnTo>
                <a:close/>
                <a:moveTo>
                  <a:pt x="1371791" y="427658"/>
                </a:moveTo>
                <a:lnTo>
                  <a:pt x="996207" y="290949"/>
                </a:lnTo>
                <a:lnTo>
                  <a:pt x="1016273" y="283647"/>
                </a:lnTo>
                <a:lnTo>
                  <a:pt x="1371791" y="154246"/>
                </a:lnTo>
                <a:lnTo>
                  <a:pt x="1371791" y="427658"/>
                </a:lnTo>
                <a:close/>
                <a:moveTo>
                  <a:pt x="200603" y="3161460"/>
                </a:moveTo>
                <a:lnTo>
                  <a:pt x="772916" y="3369772"/>
                </a:lnTo>
                <a:lnTo>
                  <a:pt x="200603" y="3578084"/>
                </a:lnTo>
                <a:lnTo>
                  <a:pt x="200603" y="3161460"/>
                </a:lnTo>
                <a:close/>
                <a:moveTo>
                  <a:pt x="781647" y="3792885"/>
                </a:moveTo>
                <a:lnTo>
                  <a:pt x="781647" y="3792885"/>
                </a:lnTo>
                <a:lnTo>
                  <a:pt x="418655" y="3660761"/>
                </a:lnTo>
                <a:lnTo>
                  <a:pt x="209353" y="3584573"/>
                </a:lnTo>
                <a:lnTo>
                  <a:pt x="781653" y="3376275"/>
                </a:lnTo>
                <a:lnTo>
                  <a:pt x="781647" y="3792885"/>
                </a:lnTo>
                <a:close/>
                <a:moveTo>
                  <a:pt x="781653" y="2946665"/>
                </a:moveTo>
                <a:lnTo>
                  <a:pt x="781653" y="3363276"/>
                </a:lnTo>
                <a:lnTo>
                  <a:pt x="209353" y="3154964"/>
                </a:lnTo>
                <a:lnTo>
                  <a:pt x="520027" y="3041884"/>
                </a:lnTo>
                <a:lnTo>
                  <a:pt x="781653" y="2946665"/>
                </a:lnTo>
                <a:lnTo>
                  <a:pt x="781653" y="2946665"/>
                </a:lnTo>
                <a:close/>
                <a:moveTo>
                  <a:pt x="9112" y="4090351"/>
                </a:moveTo>
                <a:lnTo>
                  <a:pt x="581425" y="4298663"/>
                </a:lnTo>
                <a:lnTo>
                  <a:pt x="9112" y="4506975"/>
                </a:lnTo>
                <a:lnTo>
                  <a:pt x="9112" y="4090351"/>
                </a:lnTo>
                <a:close/>
                <a:moveTo>
                  <a:pt x="590156" y="4721782"/>
                </a:moveTo>
                <a:lnTo>
                  <a:pt x="17862" y="4513464"/>
                </a:lnTo>
                <a:lnTo>
                  <a:pt x="590156" y="4305165"/>
                </a:lnTo>
                <a:lnTo>
                  <a:pt x="590156" y="4721782"/>
                </a:lnTo>
                <a:close/>
                <a:moveTo>
                  <a:pt x="590156" y="4292167"/>
                </a:moveTo>
                <a:lnTo>
                  <a:pt x="17869" y="4083855"/>
                </a:lnTo>
                <a:lnTo>
                  <a:pt x="590156" y="3875550"/>
                </a:lnTo>
                <a:lnTo>
                  <a:pt x="590156" y="4292167"/>
                </a:lnTo>
                <a:close/>
                <a:moveTo>
                  <a:pt x="1380877" y="3154964"/>
                </a:moveTo>
                <a:lnTo>
                  <a:pt x="1380877" y="3154964"/>
                </a:lnTo>
                <a:cubicBezTo>
                  <a:pt x="1380877" y="3154494"/>
                  <a:pt x="1380801" y="3154031"/>
                  <a:pt x="1380662" y="3153593"/>
                </a:cubicBezTo>
                <a:cubicBezTo>
                  <a:pt x="1380807" y="3154031"/>
                  <a:pt x="1380877" y="3154488"/>
                  <a:pt x="1380877" y="3154964"/>
                </a:cubicBezTo>
                <a:close/>
                <a:moveTo>
                  <a:pt x="1953178" y="3369772"/>
                </a:moveTo>
                <a:lnTo>
                  <a:pt x="1953178" y="3369772"/>
                </a:lnTo>
                <a:lnTo>
                  <a:pt x="1555776" y="3514419"/>
                </a:lnTo>
                <a:lnTo>
                  <a:pt x="1380877" y="3578077"/>
                </a:lnTo>
                <a:lnTo>
                  <a:pt x="1380877" y="3578071"/>
                </a:lnTo>
                <a:lnTo>
                  <a:pt x="1380877" y="3161467"/>
                </a:lnTo>
                <a:lnTo>
                  <a:pt x="1380877" y="3161467"/>
                </a:lnTo>
                <a:lnTo>
                  <a:pt x="1953178" y="3369772"/>
                </a:lnTo>
                <a:close/>
                <a:moveTo>
                  <a:pt x="1380877" y="3584573"/>
                </a:moveTo>
                <a:lnTo>
                  <a:pt x="1380877" y="3584535"/>
                </a:lnTo>
                <a:cubicBezTo>
                  <a:pt x="1380877" y="3584548"/>
                  <a:pt x="1380884" y="3584561"/>
                  <a:pt x="1380877" y="3584573"/>
                </a:cubicBezTo>
                <a:cubicBezTo>
                  <a:pt x="1380884" y="3585787"/>
                  <a:pt x="1380363" y="3586891"/>
                  <a:pt x="1379544" y="3587723"/>
                </a:cubicBezTo>
                <a:cubicBezTo>
                  <a:pt x="1380357" y="3586891"/>
                  <a:pt x="1380877" y="3585787"/>
                  <a:pt x="1380877" y="3584573"/>
                </a:cubicBezTo>
                <a:close/>
                <a:moveTo>
                  <a:pt x="790746" y="2946665"/>
                </a:moveTo>
                <a:lnTo>
                  <a:pt x="1363040" y="3154971"/>
                </a:lnTo>
                <a:lnTo>
                  <a:pt x="790746" y="3363282"/>
                </a:lnTo>
                <a:lnTo>
                  <a:pt x="790746" y="2946665"/>
                </a:lnTo>
                <a:close/>
                <a:moveTo>
                  <a:pt x="1371791" y="3161460"/>
                </a:moveTo>
                <a:lnTo>
                  <a:pt x="1371791" y="3578084"/>
                </a:lnTo>
                <a:lnTo>
                  <a:pt x="799478" y="3369772"/>
                </a:lnTo>
                <a:lnTo>
                  <a:pt x="1371791" y="3161460"/>
                </a:lnTo>
                <a:close/>
                <a:moveTo>
                  <a:pt x="790740" y="3792885"/>
                </a:moveTo>
                <a:lnTo>
                  <a:pt x="790740" y="3792873"/>
                </a:lnTo>
                <a:lnTo>
                  <a:pt x="790746" y="3376281"/>
                </a:lnTo>
                <a:lnTo>
                  <a:pt x="1363034" y="3584580"/>
                </a:lnTo>
                <a:lnTo>
                  <a:pt x="1363040" y="3584580"/>
                </a:lnTo>
                <a:lnTo>
                  <a:pt x="1201128" y="3643514"/>
                </a:lnTo>
                <a:lnTo>
                  <a:pt x="790740" y="3792885"/>
                </a:lnTo>
                <a:lnTo>
                  <a:pt x="790740" y="3792885"/>
                </a:lnTo>
                <a:close/>
                <a:moveTo>
                  <a:pt x="599250" y="4721782"/>
                </a:moveTo>
                <a:lnTo>
                  <a:pt x="599250" y="4305171"/>
                </a:lnTo>
                <a:lnTo>
                  <a:pt x="1171549" y="4513471"/>
                </a:lnTo>
                <a:lnTo>
                  <a:pt x="599250" y="4721782"/>
                </a:lnTo>
                <a:close/>
                <a:moveTo>
                  <a:pt x="1180300" y="4506975"/>
                </a:moveTo>
                <a:lnTo>
                  <a:pt x="607981" y="4298663"/>
                </a:lnTo>
                <a:lnTo>
                  <a:pt x="1180300" y="4090351"/>
                </a:lnTo>
                <a:lnTo>
                  <a:pt x="1180300" y="4506975"/>
                </a:lnTo>
                <a:close/>
                <a:moveTo>
                  <a:pt x="599250" y="4292167"/>
                </a:moveTo>
                <a:lnTo>
                  <a:pt x="599250" y="3875556"/>
                </a:lnTo>
                <a:lnTo>
                  <a:pt x="1171537" y="4083861"/>
                </a:lnTo>
                <a:lnTo>
                  <a:pt x="599250" y="4292167"/>
                </a:lnTo>
                <a:close/>
                <a:moveTo>
                  <a:pt x="1961928" y="4225784"/>
                </a:moveTo>
                <a:lnTo>
                  <a:pt x="1189393" y="4506981"/>
                </a:lnTo>
                <a:lnTo>
                  <a:pt x="1189393" y="4087049"/>
                </a:lnTo>
                <a:lnTo>
                  <a:pt x="1961928" y="3805865"/>
                </a:lnTo>
                <a:lnTo>
                  <a:pt x="1961928" y="4225784"/>
                </a:lnTo>
                <a:close/>
                <a:moveTo>
                  <a:pt x="1961928" y="3376275"/>
                </a:moveTo>
                <a:lnTo>
                  <a:pt x="1961928" y="3796200"/>
                </a:lnTo>
                <a:lnTo>
                  <a:pt x="1184853" y="4079023"/>
                </a:lnTo>
                <a:lnTo>
                  <a:pt x="1186390" y="4079582"/>
                </a:lnTo>
                <a:cubicBezTo>
                  <a:pt x="1188193" y="4080235"/>
                  <a:pt x="1189393" y="4081943"/>
                  <a:pt x="1189393" y="4083855"/>
                </a:cubicBezTo>
                <a:lnTo>
                  <a:pt x="1189393" y="4083861"/>
                </a:lnTo>
                <a:cubicBezTo>
                  <a:pt x="1189393" y="4081950"/>
                  <a:pt x="1188199" y="4080248"/>
                  <a:pt x="1186396" y="4079594"/>
                </a:cubicBezTo>
                <a:lnTo>
                  <a:pt x="596252" y="3864793"/>
                </a:lnTo>
                <a:cubicBezTo>
                  <a:pt x="595935" y="3864672"/>
                  <a:pt x="595598" y="3864659"/>
                  <a:pt x="595274" y="3864615"/>
                </a:cubicBezTo>
                <a:cubicBezTo>
                  <a:pt x="595604" y="3864659"/>
                  <a:pt x="595935" y="3864672"/>
                  <a:pt x="596252" y="3864786"/>
                </a:cubicBezTo>
                <a:lnTo>
                  <a:pt x="608000" y="3869066"/>
                </a:lnTo>
                <a:lnTo>
                  <a:pt x="787705" y="3803655"/>
                </a:lnTo>
                <a:cubicBezTo>
                  <a:pt x="787717" y="3803648"/>
                  <a:pt x="787736" y="3803655"/>
                  <a:pt x="787749" y="3803648"/>
                </a:cubicBezTo>
                <a:lnTo>
                  <a:pt x="1325258" y="3607999"/>
                </a:lnTo>
                <a:lnTo>
                  <a:pt x="1377887" y="3588841"/>
                </a:lnTo>
                <a:lnTo>
                  <a:pt x="1961928" y="3376256"/>
                </a:lnTo>
                <a:lnTo>
                  <a:pt x="1961928" y="3376275"/>
                </a:lnTo>
                <a:close/>
                <a:moveTo>
                  <a:pt x="1961928" y="3363276"/>
                </a:moveTo>
                <a:lnTo>
                  <a:pt x="1397495" y="3157834"/>
                </a:lnTo>
                <a:lnTo>
                  <a:pt x="1389628" y="3154971"/>
                </a:lnTo>
                <a:lnTo>
                  <a:pt x="1961928" y="2946672"/>
                </a:lnTo>
                <a:lnTo>
                  <a:pt x="1961928" y="3363276"/>
                </a:lnTo>
                <a:close/>
                <a:moveTo>
                  <a:pt x="1961928" y="2933673"/>
                </a:moveTo>
                <a:lnTo>
                  <a:pt x="1389628" y="2725361"/>
                </a:lnTo>
                <a:lnTo>
                  <a:pt x="1961928" y="2517062"/>
                </a:lnTo>
                <a:lnTo>
                  <a:pt x="1961928" y="2933673"/>
                </a:lnTo>
                <a:close/>
                <a:moveTo>
                  <a:pt x="1961928" y="365727"/>
                </a:moveTo>
                <a:lnTo>
                  <a:pt x="1763236" y="293407"/>
                </a:lnTo>
                <a:lnTo>
                  <a:pt x="1759718" y="292124"/>
                </a:lnTo>
                <a:lnTo>
                  <a:pt x="1961928" y="365727"/>
                </a:lnTo>
                <a:close/>
                <a:moveTo>
                  <a:pt x="1380884" y="154246"/>
                </a:moveTo>
                <a:lnTo>
                  <a:pt x="1680775" y="263390"/>
                </a:lnTo>
                <a:lnTo>
                  <a:pt x="1380884" y="154246"/>
                </a:lnTo>
                <a:lnTo>
                  <a:pt x="1756461" y="290943"/>
                </a:lnTo>
                <a:lnTo>
                  <a:pt x="1380884" y="427652"/>
                </a:lnTo>
                <a:lnTo>
                  <a:pt x="1380884" y="154246"/>
                </a:lnTo>
                <a:close/>
                <a:moveTo>
                  <a:pt x="1380884" y="437323"/>
                </a:moveTo>
                <a:lnTo>
                  <a:pt x="1769751" y="295781"/>
                </a:lnTo>
                <a:lnTo>
                  <a:pt x="1953178" y="362539"/>
                </a:lnTo>
                <a:lnTo>
                  <a:pt x="1380884" y="570844"/>
                </a:lnTo>
                <a:lnTo>
                  <a:pt x="1380884" y="437323"/>
                </a:lnTo>
                <a:close/>
                <a:moveTo>
                  <a:pt x="1961928" y="369029"/>
                </a:moveTo>
                <a:lnTo>
                  <a:pt x="1961928" y="785659"/>
                </a:lnTo>
                <a:lnTo>
                  <a:pt x="1389615" y="577353"/>
                </a:lnTo>
                <a:lnTo>
                  <a:pt x="1961928" y="369029"/>
                </a:lnTo>
                <a:close/>
                <a:moveTo>
                  <a:pt x="1380884" y="583849"/>
                </a:moveTo>
                <a:lnTo>
                  <a:pt x="1953171" y="792148"/>
                </a:lnTo>
                <a:lnTo>
                  <a:pt x="1380884" y="1000466"/>
                </a:lnTo>
                <a:lnTo>
                  <a:pt x="1380884" y="583849"/>
                </a:lnTo>
                <a:close/>
                <a:moveTo>
                  <a:pt x="1966468" y="1216919"/>
                </a:moveTo>
                <a:lnTo>
                  <a:pt x="1389628" y="1006956"/>
                </a:lnTo>
                <a:lnTo>
                  <a:pt x="1966475" y="797000"/>
                </a:lnTo>
                <a:lnTo>
                  <a:pt x="2543321" y="1006956"/>
                </a:lnTo>
                <a:lnTo>
                  <a:pt x="2176653" y="1140420"/>
                </a:lnTo>
                <a:lnTo>
                  <a:pt x="2053927" y="1185093"/>
                </a:lnTo>
                <a:lnTo>
                  <a:pt x="1966468" y="1216919"/>
                </a:lnTo>
                <a:lnTo>
                  <a:pt x="1966468" y="1216919"/>
                </a:lnTo>
                <a:close/>
                <a:moveTo>
                  <a:pt x="1971021" y="2946659"/>
                </a:moveTo>
                <a:lnTo>
                  <a:pt x="2543334" y="3154977"/>
                </a:lnTo>
                <a:lnTo>
                  <a:pt x="1971021" y="3363289"/>
                </a:lnTo>
                <a:lnTo>
                  <a:pt x="1971021" y="2946659"/>
                </a:lnTo>
                <a:close/>
                <a:moveTo>
                  <a:pt x="1971021" y="3376275"/>
                </a:moveTo>
                <a:lnTo>
                  <a:pt x="1971021" y="3376275"/>
                </a:lnTo>
                <a:lnTo>
                  <a:pt x="2194827" y="3457732"/>
                </a:lnTo>
                <a:lnTo>
                  <a:pt x="2543315" y="3584580"/>
                </a:lnTo>
                <a:lnTo>
                  <a:pt x="2543334" y="3584586"/>
                </a:lnTo>
                <a:lnTo>
                  <a:pt x="1971021" y="3792892"/>
                </a:lnTo>
                <a:lnTo>
                  <a:pt x="1971021" y="3376275"/>
                </a:lnTo>
                <a:close/>
                <a:moveTo>
                  <a:pt x="1971021" y="3805871"/>
                </a:moveTo>
                <a:lnTo>
                  <a:pt x="2543340" y="4014189"/>
                </a:lnTo>
                <a:lnTo>
                  <a:pt x="1971021" y="4222488"/>
                </a:lnTo>
                <a:lnTo>
                  <a:pt x="1971021" y="3805871"/>
                </a:lnTo>
                <a:close/>
                <a:moveTo>
                  <a:pt x="2552071" y="4437290"/>
                </a:moveTo>
                <a:lnTo>
                  <a:pt x="2552071" y="4437290"/>
                </a:lnTo>
                <a:lnTo>
                  <a:pt x="2437568" y="4395615"/>
                </a:lnTo>
                <a:lnTo>
                  <a:pt x="1979784" y="4228984"/>
                </a:lnTo>
                <a:lnTo>
                  <a:pt x="2552071" y="4020691"/>
                </a:lnTo>
                <a:lnTo>
                  <a:pt x="2552071" y="4437290"/>
                </a:lnTo>
                <a:close/>
                <a:moveTo>
                  <a:pt x="2552071" y="3591076"/>
                </a:moveTo>
                <a:lnTo>
                  <a:pt x="2552071" y="4007687"/>
                </a:lnTo>
                <a:lnTo>
                  <a:pt x="1979771" y="3799375"/>
                </a:lnTo>
                <a:lnTo>
                  <a:pt x="2286959" y="3687571"/>
                </a:lnTo>
                <a:lnTo>
                  <a:pt x="2552071" y="3591076"/>
                </a:lnTo>
                <a:lnTo>
                  <a:pt x="2552071" y="3591076"/>
                </a:lnTo>
                <a:close/>
                <a:moveTo>
                  <a:pt x="2552071" y="3578077"/>
                </a:moveTo>
                <a:lnTo>
                  <a:pt x="2552071" y="3578090"/>
                </a:lnTo>
                <a:lnTo>
                  <a:pt x="2076424" y="3404951"/>
                </a:lnTo>
                <a:lnTo>
                  <a:pt x="1979771" y="3369772"/>
                </a:lnTo>
                <a:lnTo>
                  <a:pt x="2552071" y="3161473"/>
                </a:lnTo>
                <a:lnTo>
                  <a:pt x="2552071" y="3578077"/>
                </a:lnTo>
                <a:close/>
                <a:moveTo>
                  <a:pt x="2552071" y="2731876"/>
                </a:moveTo>
                <a:lnTo>
                  <a:pt x="2552071" y="3148475"/>
                </a:lnTo>
                <a:lnTo>
                  <a:pt x="1979790" y="2940176"/>
                </a:lnTo>
                <a:lnTo>
                  <a:pt x="1971021" y="2943363"/>
                </a:lnTo>
                <a:lnTo>
                  <a:pt x="1971021" y="2943351"/>
                </a:lnTo>
                <a:lnTo>
                  <a:pt x="2552071" y="2731876"/>
                </a:lnTo>
                <a:lnTo>
                  <a:pt x="2552071" y="2731876"/>
                </a:lnTo>
                <a:close/>
                <a:moveTo>
                  <a:pt x="1971027" y="2933673"/>
                </a:moveTo>
                <a:lnTo>
                  <a:pt x="1971027" y="2517075"/>
                </a:lnTo>
                <a:lnTo>
                  <a:pt x="2543315" y="2725380"/>
                </a:lnTo>
                <a:lnTo>
                  <a:pt x="2543321" y="2725380"/>
                </a:lnTo>
                <a:lnTo>
                  <a:pt x="2424602" y="2768598"/>
                </a:lnTo>
                <a:lnTo>
                  <a:pt x="2018449" y="2916414"/>
                </a:lnTo>
                <a:lnTo>
                  <a:pt x="1971027" y="2933673"/>
                </a:lnTo>
                <a:close/>
                <a:moveTo>
                  <a:pt x="2552071" y="2718884"/>
                </a:moveTo>
                <a:lnTo>
                  <a:pt x="2401995" y="2664262"/>
                </a:lnTo>
                <a:lnTo>
                  <a:pt x="1971021" y="2507398"/>
                </a:lnTo>
                <a:lnTo>
                  <a:pt x="1971021" y="2507391"/>
                </a:lnTo>
                <a:lnTo>
                  <a:pt x="1971021" y="1657863"/>
                </a:lnTo>
                <a:lnTo>
                  <a:pt x="1971021" y="1657857"/>
                </a:lnTo>
                <a:lnTo>
                  <a:pt x="2358345" y="1798839"/>
                </a:lnTo>
                <a:lnTo>
                  <a:pt x="2552071" y="1869350"/>
                </a:lnTo>
                <a:lnTo>
                  <a:pt x="2552071" y="2718884"/>
                </a:lnTo>
                <a:close/>
                <a:moveTo>
                  <a:pt x="2552071" y="1859672"/>
                </a:moveTo>
                <a:lnTo>
                  <a:pt x="1979771" y="1651367"/>
                </a:lnTo>
                <a:lnTo>
                  <a:pt x="2552071" y="1443068"/>
                </a:lnTo>
                <a:lnTo>
                  <a:pt x="2552071" y="1859672"/>
                </a:lnTo>
                <a:close/>
                <a:moveTo>
                  <a:pt x="2552071" y="1013458"/>
                </a:moveTo>
                <a:lnTo>
                  <a:pt x="2552071" y="1430069"/>
                </a:lnTo>
                <a:lnTo>
                  <a:pt x="1979771" y="1221758"/>
                </a:lnTo>
                <a:lnTo>
                  <a:pt x="2552071" y="1013458"/>
                </a:lnTo>
                <a:lnTo>
                  <a:pt x="1968030" y="1226031"/>
                </a:lnTo>
                <a:lnTo>
                  <a:pt x="2552071" y="1013446"/>
                </a:lnTo>
                <a:lnTo>
                  <a:pt x="2552071" y="1013458"/>
                </a:lnTo>
                <a:close/>
                <a:moveTo>
                  <a:pt x="2561171" y="2722205"/>
                </a:moveTo>
                <a:lnTo>
                  <a:pt x="2561171" y="2722205"/>
                </a:lnTo>
                <a:lnTo>
                  <a:pt x="2569922" y="2725380"/>
                </a:lnTo>
                <a:lnTo>
                  <a:pt x="3142208" y="2517062"/>
                </a:lnTo>
                <a:lnTo>
                  <a:pt x="3142208" y="2933673"/>
                </a:lnTo>
                <a:lnTo>
                  <a:pt x="3142208" y="2933686"/>
                </a:lnTo>
                <a:lnTo>
                  <a:pt x="2561171" y="2722205"/>
                </a:lnTo>
                <a:close/>
                <a:moveTo>
                  <a:pt x="3133458" y="2940169"/>
                </a:moveTo>
                <a:lnTo>
                  <a:pt x="2561171" y="3148475"/>
                </a:lnTo>
                <a:lnTo>
                  <a:pt x="2561171" y="2731876"/>
                </a:lnTo>
                <a:lnTo>
                  <a:pt x="3133458" y="2940169"/>
                </a:lnTo>
                <a:close/>
                <a:moveTo>
                  <a:pt x="2561171" y="2718884"/>
                </a:moveTo>
                <a:lnTo>
                  <a:pt x="2561171" y="1869350"/>
                </a:lnTo>
                <a:lnTo>
                  <a:pt x="2754890" y="1798839"/>
                </a:lnTo>
                <a:lnTo>
                  <a:pt x="3142208" y="1657857"/>
                </a:lnTo>
                <a:lnTo>
                  <a:pt x="3142208" y="1657863"/>
                </a:lnTo>
                <a:lnTo>
                  <a:pt x="3142208" y="2507385"/>
                </a:lnTo>
                <a:lnTo>
                  <a:pt x="2561171" y="2718884"/>
                </a:lnTo>
                <a:close/>
                <a:moveTo>
                  <a:pt x="2561171" y="1859672"/>
                </a:moveTo>
                <a:lnTo>
                  <a:pt x="2561171" y="1443068"/>
                </a:lnTo>
                <a:lnTo>
                  <a:pt x="3133465" y="1651367"/>
                </a:lnTo>
                <a:lnTo>
                  <a:pt x="2561171" y="1859672"/>
                </a:lnTo>
                <a:close/>
                <a:moveTo>
                  <a:pt x="2561165" y="1006962"/>
                </a:moveTo>
                <a:lnTo>
                  <a:pt x="2561165" y="1006962"/>
                </a:lnTo>
                <a:lnTo>
                  <a:pt x="2561165" y="1006962"/>
                </a:lnTo>
                <a:lnTo>
                  <a:pt x="2561165" y="1006962"/>
                </a:lnTo>
                <a:close/>
                <a:moveTo>
                  <a:pt x="3133458" y="1221764"/>
                </a:moveTo>
                <a:lnTo>
                  <a:pt x="2561171" y="1430076"/>
                </a:lnTo>
                <a:lnTo>
                  <a:pt x="2561171" y="1013465"/>
                </a:lnTo>
                <a:lnTo>
                  <a:pt x="3133458" y="1221764"/>
                </a:lnTo>
                <a:close/>
                <a:moveTo>
                  <a:pt x="3133465" y="3369778"/>
                </a:moveTo>
                <a:lnTo>
                  <a:pt x="2561171" y="3578096"/>
                </a:lnTo>
                <a:lnTo>
                  <a:pt x="2561171" y="3161479"/>
                </a:lnTo>
                <a:lnTo>
                  <a:pt x="3133465" y="3369778"/>
                </a:lnTo>
                <a:close/>
                <a:moveTo>
                  <a:pt x="3133465" y="3799381"/>
                </a:moveTo>
                <a:lnTo>
                  <a:pt x="2561171" y="4007693"/>
                </a:lnTo>
                <a:lnTo>
                  <a:pt x="2561171" y="3591082"/>
                </a:lnTo>
                <a:lnTo>
                  <a:pt x="3133465" y="3799381"/>
                </a:lnTo>
                <a:close/>
                <a:moveTo>
                  <a:pt x="2561171" y="4437284"/>
                </a:moveTo>
                <a:lnTo>
                  <a:pt x="2561171" y="4020691"/>
                </a:lnTo>
                <a:lnTo>
                  <a:pt x="3133452" y="4228984"/>
                </a:lnTo>
                <a:lnTo>
                  <a:pt x="2561171" y="4437284"/>
                </a:lnTo>
                <a:close/>
                <a:moveTo>
                  <a:pt x="3142208" y="4222488"/>
                </a:moveTo>
                <a:lnTo>
                  <a:pt x="2569890" y="4014189"/>
                </a:lnTo>
                <a:lnTo>
                  <a:pt x="3142208" y="3805871"/>
                </a:lnTo>
                <a:lnTo>
                  <a:pt x="3142208" y="4222488"/>
                </a:lnTo>
                <a:close/>
                <a:moveTo>
                  <a:pt x="3142208" y="3792892"/>
                </a:moveTo>
                <a:lnTo>
                  <a:pt x="3142208" y="3792904"/>
                </a:lnTo>
                <a:lnTo>
                  <a:pt x="2569896" y="3584586"/>
                </a:lnTo>
                <a:lnTo>
                  <a:pt x="2569896" y="3584580"/>
                </a:lnTo>
                <a:lnTo>
                  <a:pt x="3142208" y="3376268"/>
                </a:lnTo>
                <a:lnTo>
                  <a:pt x="3142208" y="3792892"/>
                </a:lnTo>
                <a:close/>
                <a:moveTo>
                  <a:pt x="3142208" y="3083324"/>
                </a:moveTo>
                <a:lnTo>
                  <a:pt x="3142208" y="3083406"/>
                </a:lnTo>
                <a:lnTo>
                  <a:pt x="3142208" y="3226529"/>
                </a:lnTo>
                <a:lnTo>
                  <a:pt x="3142208" y="3226611"/>
                </a:lnTo>
                <a:lnTo>
                  <a:pt x="3142208" y="3363289"/>
                </a:lnTo>
                <a:lnTo>
                  <a:pt x="2569896" y="3154977"/>
                </a:lnTo>
                <a:lnTo>
                  <a:pt x="3142208" y="2946659"/>
                </a:lnTo>
                <a:lnTo>
                  <a:pt x="3142208" y="3083324"/>
                </a:lnTo>
                <a:close/>
                <a:moveTo>
                  <a:pt x="3142208" y="1644877"/>
                </a:moveTo>
                <a:lnTo>
                  <a:pt x="2569896" y="1436565"/>
                </a:lnTo>
                <a:lnTo>
                  <a:pt x="3142208" y="1228254"/>
                </a:lnTo>
                <a:lnTo>
                  <a:pt x="3142208" y="1644877"/>
                </a:lnTo>
                <a:close/>
                <a:moveTo>
                  <a:pt x="3151302" y="795336"/>
                </a:moveTo>
                <a:lnTo>
                  <a:pt x="3736899" y="582192"/>
                </a:lnTo>
                <a:lnTo>
                  <a:pt x="4322490" y="795336"/>
                </a:lnTo>
                <a:lnTo>
                  <a:pt x="4322490" y="1218570"/>
                </a:lnTo>
                <a:lnTo>
                  <a:pt x="3736899" y="1431727"/>
                </a:lnTo>
                <a:lnTo>
                  <a:pt x="3151302" y="1218570"/>
                </a:lnTo>
                <a:lnTo>
                  <a:pt x="3151302" y="795336"/>
                </a:lnTo>
                <a:close/>
                <a:moveTo>
                  <a:pt x="3151302" y="2504045"/>
                </a:moveTo>
                <a:lnTo>
                  <a:pt x="3151302" y="2080976"/>
                </a:lnTo>
                <a:lnTo>
                  <a:pt x="3151302" y="1657863"/>
                </a:lnTo>
                <a:lnTo>
                  <a:pt x="3732346" y="1869350"/>
                </a:lnTo>
                <a:lnTo>
                  <a:pt x="3732352" y="1869350"/>
                </a:lnTo>
                <a:lnTo>
                  <a:pt x="3732352" y="2292584"/>
                </a:lnTo>
                <a:lnTo>
                  <a:pt x="3732346" y="2292584"/>
                </a:lnTo>
                <a:lnTo>
                  <a:pt x="3151302" y="2504083"/>
                </a:lnTo>
                <a:lnTo>
                  <a:pt x="3151302" y="2504045"/>
                </a:lnTo>
                <a:close/>
                <a:moveTo>
                  <a:pt x="3540207" y="2801790"/>
                </a:moveTo>
                <a:lnTo>
                  <a:pt x="3723633" y="2868560"/>
                </a:lnTo>
                <a:lnTo>
                  <a:pt x="3540214" y="2935318"/>
                </a:lnTo>
                <a:lnTo>
                  <a:pt x="3356781" y="2868554"/>
                </a:lnTo>
                <a:lnTo>
                  <a:pt x="3540207" y="2801790"/>
                </a:lnTo>
                <a:close/>
                <a:moveTo>
                  <a:pt x="3540201" y="2792119"/>
                </a:moveTo>
                <a:lnTo>
                  <a:pt x="3356763" y="2725349"/>
                </a:lnTo>
                <a:lnTo>
                  <a:pt x="3540201" y="2658585"/>
                </a:lnTo>
                <a:lnTo>
                  <a:pt x="3723633" y="2725349"/>
                </a:lnTo>
                <a:lnTo>
                  <a:pt x="3540201" y="2792119"/>
                </a:lnTo>
                <a:close/>
                <a:moveTo>
                  <a:pt x="3723640" y="3011759"/>
                </a:moveTo>
                <a:lnTo>
                  <a:pt x="3540195" y="3078529"/>
                </a:lnTo>
                <a:lnTo>
                  <a:pt x="3356769" y="3011765"/>
                </a:lnTo>
                <a:lnTo>
                  <a:pt x="3540214" y="2944995"/>
                </a:lnTo>
                <a:lnTo>
                  <a:pt x="3723640" y="3011759"/>
                </a:lnTo>
                <a:close/>
                <a:moveTo>
                  <a:pt x="3526904" y="3083368"/>
                </a:moveTo>
                <a:lnTo>
                  <a:pt x="3343466" y="3150132"/>
                </a:lnTo>
                <a:lnTo>
                  <a:pt x="3160046" y="3083368"/>
                </a:lnTo>
                <a:lnTo>
                  <a:pt x="3343478" y="3016604"/>
                </a:lnTo>
                <a:lnTo>
                  <a:pt x="3526904" y="3083368"/>
                </a:lnTo>
                <a:close/>
                <a:moveTo>
                  <a:pt x="3540195" y="3088207"/>
                </a:moveTo>
                <a:lnTo>
                  <a:pt x="3723615" y="3154971"/>
                </a:lnTo>
                <a:lnTo>
                  <a:pt x="3540182" y="3221734"/>
                </a:lnTo>
                <a:lnTo>
                  <a:pt x="3356763" y="3154971"/>
                </a:lnTo>
                <a:lnTo>
                  <a:pt x="3540195" y="3088207"/>
                </a:lnTo>
                <a:close/>
                <a:moveTo>
                  <a:pt x="3553492" y="3083368"/>
                </a:moveTo>
                <a:lnTo>
                  <a:pt x="3732352" y="3018268"/>
                </a:lnTo>
                <a:lnTo>
                  <a:pt x="3732352" y="3148468"/>
                </a:lnTo>
                <a:lnTo>
                  <a:pt x="3553492" y="3083368"/>
                </a:lnTo>
                <a:close/>
                <a:moveTo>
                  <a:pt x="3553511" y="2940156"/>
                </a:moveTo>
                <a:lnTo>
                  <a:pt x="3732352" y="2875063"/>
                </a:lnTo>
                <a:lnTo>
                  <a:pt x="3732352" y="3005250"/>
                </a:lnTo>
                <a:lnTo>
                  <a:pt x="3553511" y="2940156"/>
                </a:lnTo>
                <a:close/>
                <a:moveTo>
                  <a:pt x="3553492" y="2796958"/>
                </a:moveTo>
                <a:lnTo>
                  <a:pt x="3732352" y="2731864"/>
                </a:lnTo>
                <a:lnTo>
                  <a:pt x="3732352" y="2862064"/>
                </a:lnTo>
                <a:lnTo>
                  <a:pt x="3553492" y="2796958"/>
                </a:lnTo>
                <a:close/>
                <a:moveTo>
                  <a:pt x="3553492" y="2653746"/>
                </a:moveTo>
                <a:lnTo>
                  <a:pt x="3732352" y="2588652"/>
                </a:lnTo>
                <a:lnTo>
                  <a:pt x="3732352" y="2718853"/>
                </a:lnTo>
                <a:lnTo>
                  <a:pt x="3553492" y="2653746"/>
                </a:lnTo>
                <a:close/>
                <a:moveTo>
                  <a:pt x="3540195" y="2648907"/>
                </a:moveTo>
                <a:lnTo>
                  <a:pt x="3356769" y="2582144"/>
                </a:lnTo>
                <a:lnTo>
                  <a:pt x="3732346" y="2445447"/>
                </a:lnTo>
                <a:lnTo>
                  <a:pt x="3732346" y="2578975"/>
                </a:lnTo>
                <a:lnTo>
                  <a:pt x="3540195" y="2648907"/>
                </a:lnTo>
                <a:close/>
                <a:moveTo>
                  <a:pt x="3343484" y="2577305"/>
                </a:moveTo>
                <a:lnTo>
                  <a:pt x="3160096" y="2510554"/>
                </a:lnTo>
                <a:lnTo>
                  <a:pt x="3732352" y="2302261"/>
                </a:lnTo>
                <a:lnTo>
                  <a:pt x="3732352" y="2435763"/>
                </a:lnTo>
                <a:lnTo>
                  <a:pt x="3343484" y="2577305"/>
                </a:lnTo>
                <a:close/>
                <a:moveTo>
                  <a:pt x="3526904" y="2653746"/>
                </a:moveTo>
                <a:lnTo>
                  <a:pt x="3343466" y="2720510"/>
                </a:lnTo>
                <a:lnTo>
                  <a:pt x="3160046" y="2653746"/>
                </a:lnTo>
                <a:lnTo>
                  <a:pt x="3343478" y="2586982"/>
                </a:lnTo>
                <a:lnTo>
                  <a:pt x="3526904" y="2653746"/>
                </a:lnTo>
                <a:close/>
                <a:moveTo>
                  <a:pt x="3343478" y="2730187"/>
                </a:moveTo>
                <a:lnTo>
                  <a:pt x="3526917" y="2796958"/>
                </a:lnTo>
                <a:lnTo>
                  <a:pt x="3343491" y="2863715"/>
                </a:lnTo>
                <a:lnTo>
                  <a:pt x="3160052" y="2796945"/>
                </a:lnTo>
                <a:lnTo>
                  <a:pt x="3343478" y="2730187"/>
                </a:lnTo>
                <a:close/>
                <a:moveTo>
                  <a:pt x="3343498" y="2873393"/>
                </a:moveTo>
                <a:lnTo>
                  <a:pt x="3526924" y="2940156"/>
                </a:lnTo>
                <a:lnTo>
                  <a:pt x="3343478" y="3006927"/>
                </a:lnTo>
                <a:lnTo>
                  <a:pt x="3160052" y="2940163"/>
                </a:lnTo>
                <a:lnTo>
                  <a:pt x="3343498" y="2873393"/>
                </a:lnTo>
                <a:close/>
                <a:moveTo>
                  <a:pt x="3330188" y="3011765"/>
                </a:moveTo>
                <a:lnTo>
                  <a:pt x="3151302" y="3076872"/>
                </a:lnTo>
                <a:lnTo>
                  <a:pt x="3151302" y="2946653"/>
                </a:lnTo>
                <a:lnTo>
                  <a:pt x="3330188" y="3011765"/>
                </a:lnTo>
                <a:close/>
                <a:moveTo>
                  <a:pt x="3330181" y="3154971"/>
                </a:moveTo>
                <a:lnTo>
                  <a:pt x="3151302" y="3220077"/>
                </a:lnTo>
                <a:lnTo>
                  <a:pt x="3151302" y="3089864"/>
                </a:lnTo>
                <a:lnTo>
                  <a:pt x="3330181" y="3154971"/>
                </a:lnTo>
                <a:close/>
                <a:moveTo>
                  <a:pt x="3343478" y="3159803"/>
                </a:moveTo>
                <a:lnTo>
                  <a:pt x="3526898" y="3226567"/>
                </a:lnTo>
                <a:lnTo>
                  <a:pt x="3343478" y="3293325"/>
                </a:lnTo>
                <a:lnTo>
                  <a:pt x="3160052" y="3226560"/>
                </a:lnTo>
                <a:lnTo>
                  <a:pt x="3343478" y="3159803"/>
                </a:lnTo>
                <a:close/>
                <a:moveTo>
                  <a:pt x="3540189" y="3231412"/>
                </a:moveTo>
                <a:lnTo>
                  <a:pt x="3735336" y="3302443"/>
                </a:lnTo>
                <a:cubicBezTo>
                  <a:pt x="3735838" y="3302634"/>
                  <a:pt x="3736365" y="3302722"/>
                  <a:pt x="3736892" y="3302722"/>
                </a:cubicBezTo>
                <a:cubicBezTo>
                  <a:pt x="3737419" y="3302722"/>
                  <a:pt x="3737946" y="3302634"/>
                  <a:pt x="3738448" y="3302443"/>
                </a:cubicBezTo>
                <a:lnTo>
                  <a:pt x="3933596" y="3231412"/>
                </a:lnTo>
                <a:lnTo>
                  <a:pt x="4117016" y="3298170"/>
                </a:lnTo>
                <a:lnTo>
                  <a:pt x="3736892" y="3436530"/>
                </a:lnTo>
                <a:lnTo>
                  <a:pt x="3356769" y="3298170"/>
                </a:lnTo>
                <a:lnTo>
                  <a:pt x="3540189" y="3231412"/>
                </a:lnTo>
                <a:close/>
                <a:moveTo>
                  <a:pt x="3750183" y="3154971"/>
                </a:moveTo>
                <a:lnTo>
                  <a:pt x="3933603" y="3088207"/>
                </a:lnTo>
                <a:lnTo>
                  <a:pt x="4117035" y="3154971"/>
                </a:lnTo>
                <a:lnTo>
                  <a:pt x="3933616" y="3221734"/>
                </a:lnTo>
                <a:lnTo>
                  <a:pt x="3750183" y="3154971"/>
                </a:lnTo>
                <a:close/>
                <a:moveTo>
                  <a:pt x="3750157" y="3011759"/>
                </a:moveTo>
                <a:lnTo>
                  <a:pt x="3933584" y="2944995"/>
                </a:lnTo>
                <a:lnTo>
                  <a:pt x="4117029" y="3011765"/>
                </a:lnTo>
                <a:lnTo>
                  <a:pt x="3933603" y="3078529"/>
                </a:lnTo>
                <a:lnTo>
                  <a:pt x="3750157" y="3011759"/>
                </a:lnTo>
                <a:close/>
                <a:moveTo>
                  <a:pt x="3750164" y="2868560"/>
                </a:moveTo>
                <a:lnTo>
                  <a:pt x="3933590" y="2801790"/>
                </a:lnTo>
                <a:lnTo>
                  <a:pt x="4117016" y="2868554"/>
                </a:lnTo>
                <a:lnTo>
                  <a:pt x="3933584" y="2935318"/>
                </a:lnTo>
                <a:lnTo>
                  <a:pt x="3750164" y="2868560"/>
                </a:lnTo>
                <a:close/>
                <a:moveTo>
                  <a:pt x="3750164" y="2725349"/>
                </a:moveTo>
                <a:lnTo>
                  <a:pt x="3933596" y="2658585"/>
                </a:lnTo>
                <a:lnTo>
                  <a:pt x="4117035" y="2725349"/>
                </a:lnTo>
                <a:lnTo>
                  <a:pt x="3933596" y="2792119"/>
                </a:lnTo>
                <a:lnTo>
                  <a:pt x="3750164" y="2725349"/>
                </a:lnTo>
                <a:close/>
                <a:moveTo>
                  <a:pt x="3946881" y="2796958"/>
                </a:moveTo>
                <a:lnTo>
                  <a:pt x="4130319" y="2730187"/>
                </a:lnTo>
                <a:lnTo>
                  <a:pt x="4313745" y="2796945"/>
                </a:lnTo>
                <a:lnTo>
                  <a:pt x="4130307" y="2863715"/>
                </a:lnTo>
                <a:lnTo>
                  <a:pt x="3946881" y="2796958"/>
                </a:lnTo>
                <a:close/>
                <a:moveTo>
                  <a:pt x="3946887" y="2653746"/>
                </a:moveTo>
                <a:lnTo>
                  <a:pt x="4130313" y="2586982"/>
                </a:lnTo>
                <a:lnTo>
                  <a:pt x="4313745" y="2653746"/>
                </a:lnTo>
                <a:lnTo>
                  <a:pt x="4130326" y="2720510"/>
                </a:lnTo>
                <a:lnTo>
                  <a:pt x="3946887" y="2653746"/>
                </a:lnTo>
                <a:close/>
                <a:moveTo>
                  <a:pt x="3933596" y="2648907"/>
                </a:moveTo>
                <a:lnTo>
                  <a:pt x="3741439" y="2578969"/>
                </a:lnTo>
                <a:lnTo>
                  <a:pt x="3741439" y="2445441"/>
                </a:lnTo>
                <a:lnTo>
                  <a:pt x="4117016" y="2582137"/>
                </a:lnTo>
                <a:lnTo>
                  <a:pt x="3933596" y="2648907"/>
                </a:lnTo>
                <a:close/>
                <a:moveTo>
                  <a:pt x="3920306" y="2653746"/>
                </a:moveTo>
                <a:lnTo>
                  <a:pt x="3741445" y="2718846"/>
                </a:lnTo>
                <a:lnTo>
                  <a:pt x="3741445" y="2588646"/>
                </a:lnTo>
                <a:lnTo>
                  <a:pt x="3920306" y="2653746"/>
                </a:lnTo>
                <a:close/>
                <a:moveTo>
                  <a:pt x="3920306" y="2796958"/>
                </a:moveTo>
                <a:lnTo>
                  <a:pt x="3741445" y="2862058"/>
                </a:lnTo>
                <a:lnTo>
                  <a:pt x="3741445" y="2731857"/>
                </a:lnTo>
                <a:lnTo>
                  <a:pt x="3920306" y="2796958"/>
                </a:lnTo>
                <a:close/>
                <a:moveTo>
                  <a:pt x="3920286" y="2940156"/>
                </a:moveTo>
                <a:lnTo>
                  <a:pt x="3741445" y="3005250"/>
                </a:lnTo>
                <a:lnTo>
                  <a:pt x="3741445" y="2875063"/>
                </a:lnTo>
                <a:lnTo>
                  <a:pt x="3920286" y="2940156"/>
                </a:lnTo>
                <a:close/>
                <a:moveTo>
                  <a:pt x="3920306" y="3083368"/>
                </a:moveTo>
                <a:lnTo>
                  <a:pt x="3741445" y="3148468"/>
                </a:lnTo>
                <a:lnTo>
                  <a:pt x="3741445" y="3018268"/>
                </a:lnTo>
                <a:lnTo>
                  <a:pt x="3920306" y="3083368"/>
                </a:lnTo>
                <a:close/>
                <a:moveTo>
                  <a:pt x="3920318" y="3226573"/>
                </a:moveTo>
                <a:lnTo>
                  <a:pt x="3736899" y="3293337"/>
                </a:lnTo>
                <a:lnTo>
                  <a:pt x="3553479" y="3226573"/>
                </a:lnTo>
                <a:lnTo>
                  <a:pt x="3736899" y="3159809"/>
                </a:lnTo>
                <a:lnTo>
                  <a:pt x="3920318" y="3226573"/>
                </a:lnTo>
                <a:close/>
                <a:moveTo>
                  <a:pt x="3151302" y="2517030"/>
                </a:moveTo>
                <a:lnTo>
                  <a:pt x="3330188" y="2582144"/>
                </a:lnTo>
                <a:lnTo>
                  <a:pt x="3151302" y="2647250"/>
                </a:lnTo>
                <a:lnTo>
                  <a:pt x="3151302" y="2517030"/>
                </a:lnTo>
                <a:close/>
                <a:moveTo>
                  <a:pt x="3151302" y="2660236"/>
                </a:moveTo>
                <a:lnTo>
                  <a:pt x="3330181" y="2725342"/>
                </a:lnTo>
                <a:lnTo>
                  <a:pt x="3151302" y="2790442"/>
                </a:lnTo>
                <a:lnTo>
                  <a:pt x="3151302" y="2660236"/>
                </a:lnTo>
                <a:close/>
                <a:moveTo>
                  <a:pt x="3151302" y="2803435"/>
                </a:moveTo>
                <a:lnTo>
                  <a:pt x="3330207" y="2868554"/>
                </a:lnTo>
                <a:lnTo>
                  <a:pt x="3151302" y="2933667"/>
                </a:lnTo>
                <a:lnTo>
                  <a:pt x="3151302" y="2803435"/>
                </a:lnTo>
                <a:close/>
                <a:moveTo>
                  <a:pt x="3151295" y="2940156"/>
                </a:moveTo>
                <a:lnTo>
                  <a:pt x="3151295" y="2940156"/>
                </a:lnTo>
                <a:cubicBezTo>
                  <a:pt x="3151302" y="2940156"/>
                  <a:pt x="3151302" y="2940163"/>
                  <a:pt x="3151302" y="2940163"/>
                </a:cubicBezTo>
                <a:cubicBezTo>
                  <a:pt x="3151302" y="2940169"/>
                  <a:pt x="3151302" y="2940169"/>
                  <a:pt x="3151302" y="2940176"/>
                </a:cubicBezTo>
                <a:cubicBezTo>
                  <a:pt x="3151302" y="2940169"/>
                  <a:pt x="3151295" y="2940163"/>
                  <a:pt x="3151295" y="2940156"/>
                </a:cubicBezTo>
                <a:close/>
                <a:moveTo>
                  <a:pt x="3151302" y="3233050"/>
                </a:moveTo>
                <a:lnTo>
                  <a:pt x="3330188" y="3298163"/>
                </a:lnTo>
                <a:lnTo>
                  <a:pt x="3151302" y="3363276"/>
                </a:lnTo>
                <a:lnTo>
                  <a:pt x="3151302" y="3233050"/>
                </a:lnTo>
                <a:close/>
                <a:moveTo>
                  <a:pt x="4313745" y="3369772"/>
                </a:moveTo>
                <a:lnTo>
                  <a:pt x="3736899" y="3579735"/>
                </a:lnTo>
                <a:lnTo>
                  <a:pt x="3160052" y="3369772"/>
                </a:lnTo>
                <a:lnTo>
                  <a:pt x="3343484" y="3303008"/>
                </a:lnTo>
                <a:lnTo>
                  <a:pt x="3735343" y="3445642"/>
                </a:lnTo>
                <a:cubicBezTo>
                  <a:pt x="3735845" y="3445820"/>
                  <a:pt x="3736372" y="3445915"/>
                  <a:pt x="3736899" y="3445915"/>
                </a:cubicBezTo>
                <a:cubicBezTo>
                  <a:pt x="3737425" y="3445915"/>
                  <a:pt x="3737953" y="3445820"/>
                  <a:pt x="3738455" y="3445642"/>
                </a:cubicBezTo>
                <a:lnTo>
                  <a:pt x="4130313" y="3303008"/>
                </a:lnTo>
                <a:lnTo>
                  <a:pt x="4313745" y="3369772"/>
                </a:lnTo>
                <a:close/>
                <a:moveTo>
                  <a:pt x="4313745" y="3226567"/>
                </a:moveTo>
                <a:lnTo>
                  <a:pt x="4130319" y="3293331"/>
                </a:lnTo>
                <a:lnTo>
                  <a:pt x="3946900" y="3226573"/>
                </a:lnTo>
                <a:lnTo>
                  <a:pt x="4130319" y="3159809"/>
                </a:lnTo>
                <a:lnTo>
                  <a:pt x="4313745" y="3226567"/>
                </a:lnTo>
                <a:close/>
                <a:moveTo>
                  <a:pt x="4313745" y="3083368"/>
                </a:moveTo>
                <a:lnTo>
                  <a:pt x="4130326" y="3150132"/>
                </a:lnTo>
                <a:lnTo>
                  <a:pt x="3946887" y="3083368"/>
                </a:lnTo>
                <a:lnTo>
                  <a:pt x="4130313" y="3016604"/>
                </a:lnTo>
                <a:lnTo>
                  <a:pt x="4313745" y="3083368"/>
                </a:lnTo>
                <a:close/>
                <a:moveTo>
                  <a:pt x="4130319" y="3006927"/>
                </a:moveTo>
                <a:lnTo>
                  <a:pt x="3946874" y="2940156"/>
                </a:lnTo>
                <a:lnTo>
                  <a:pt x="4130301" y="2873393"/>
                </a:lnTo>
                <a:lnTo>
                  <a:pt x="4313745" y="2940163"/>
                </a:lnTo>
                <a:lnTo>
                  <a:pt x="4130319" y="3006927"/>
                </a:lnTo>
                <a:close/>
                <a:moveTo>
                  <a:pt x="4322490" y="2933667"/>
                </a:moveTo>
                <a:lnTo>
                  <a:pt x="4143591" y="2868554"/>
                </a:lnTo>
                <a:lnTo>
                  <a:pt x="4322490" y="2803435"/>
                </a:lnTo>
                <a:lnTo>
                  <a:pt x="4322490" y="2933667"/>
                </a:lnTo>
                <a:close/>
                <a:moveTo>
                  <a:pt x="4322490" y="2790449"/>
                </a:moveTo>
                <a:lnTo>
                  <a:pt x="4143616" y="2725349"/>
                </a:lnTo>
                <a:lnTo>
                  <a:pt x="4322490" y="2660242"/>
                </a:lnTo>
                <a:lnTo>
                  <a:pt x="4322490" y="2790449"/>
                </a:lnTo>
                <a:close/>
                <a:moveTo>
                  <a:pt x="4322490" y="2647250"/>
                </a:moveTo>
                <a:lnTo>
                  <a:pt x="4143610" y="2582144"/>
                </a:lnTo>
                <a:lnTo>
                  <a:pt x="4322490" y="2517030"/>
                </a:lnTo>
                <a:lnTo>
                  <a:pt x="4322490" y="2647250"/>
                </a:lnTo>
                <a:close/>
                <a:moveTo>
                  <a:pt x="4322490" y="2513767"/>
                </a:moveTo>
                <a:lnTo>
                  <a:pt x="4313688" y="2510566"/>
                </a:lnTo>
                <a:lnTo>
                  <a:pt x="4130313" y="2577311"/>
                </a:lnTo>
                <a:lnTo>
                  <a:pt x="3741445" y="2435770"/>
                </a:lnTo>
                <a:lnTo>
                  <a:pt x="3741445" y="2302280"/>
                </a:lnTo>
                <a:lnTo>
                  <a:pt x="3741445" y="2302267"/>
                </a:lnTo>
                <a:lnTo>
                  <a:pt x="4322490" y="2513767"/>
                </a:lnTo>
                <a:lnTo>
                  <a:pt x="4322490" y="2513767"/>
                </a:lnTo>
                <a:close/>
                <a:moveTo>
                  <a:pt x="4322490" y="2504045"/>
                </a:moveTo>
                <a:lnTo>
                  <a:pt x="4322490" y="2504089"/>
                </a:lnTo>
                <a:lnTo>
                  <a:pt x="4138346" y="2437059"/>
                </a:lnTo>
                <a:lnTo>
                  <a:pt x="3750196" y="2295771"/>
                </a:lnTo>
                <a:lnTo>
                  <a:pt x="3750240" y="2295759"/>
                </a:lnTo>
                <a:lnTo>
                  <a:pt x="4322490" y="2087478"/>
                </a:lnTo>
                <a:lnTo>
                  <a:pt x="4322490" y="2504045"/>
                </a:lnTo>
                <a:close/>
                <a:moveTo>
                  <a:pt x="3741445" y="2289281"/>
                </a:moveTo>
                <a:lnTo>
                  <a:pt x="3741445" y="1872658"/>
                </a:lnTo>
                <a:lnTo>
                  <a:pt x="4313745" y="2080976"/>
                </a:lnTo>
                <a:lnTo>
                  <a:pt x="3741445" y="2289281"/>
                </a:lnTo>
                <a:close/>
                <a:moveTo>
                  <a:pt x="4322496" y="1657876"/>
                </a:moveTo>
                <a:lnTo>
                  <a:pt x="4322496" y="2074480"/>
                </a:lnTo>
                <a:lnTo>
                  <a:pt x="3750196" y="1866175"/>
                </a:lnTo>
                <a:lnTo>
                  <a:pt x="4011314" y="1771134"/>
                </a:lnTo>
                <a:lnTo>
                  <a:pt x="4322496" y="1657876"/>
                </a:lnTo>
                <a:lnTo>
                  <a:pt x="4322496" y="1657876"/>
                </a:lnTo>
                <a:close/>
                <a:moveTo>
                  <a:pt x="4322496" y="1648192"/>
                </a:moveTo>
                <a:lnTo>
                  <a:pt x="4322496" y="1648192"/>
                </a:lnTo>
                <a:lnTo>
                  <a:pt x="3815632" y="1832672"/>
                </a:lnTo>
                <a:lnTo>
                  <a:pt x="3736905" y="1861330"/>
                </a:lnTo>
                <a:lnTo>
                  <a:pt x="3151308" y="1648192"/>
                </a:lnTo>
                <a:lnTo>
                  <a:pt x="3151308" y="1228241"/>
                </a:lnTo>
                <a:lnTo>
                  <a:pt x="3735350" y="1440833"/>
                </a:lnTo>
                <a:cubicBezTo>
                  <a:pt x="3735851" y="1441023"/>
                  <a:pt x="3736378" y="1441112"/>
                  <a:pt x="3736905" y="1441112"/>
                </a:cubicBezTo>
                <a:cubicBezTo>
                  <a:pt x="3737432" y="1441112"/>
                  <a:pt x="3737960" y="1441023"/>
                  <a:pt x="3738461" y="1440833"/>
                </a:cubicBezTo>
                <a:lnTo>
                  <a:pt x="4322502" y="1228254"/>
                </a:lnTo>
                <a:lnTo>
                  <a:pt x="4322502" y="1648192"/>
                </a:lnTo>
                <a:close/>
                <a:moveTo>
                  <a:pt x="4331583" y="1657876"/>
                </a:moveTo>
                <a:lnTo>
                  <a:pt x="4903883" y="1866175"/>
                </a:lnTo>
                <a:lnTo>
                  <a:pt x="4331583" y="2074480"/>
                </a:lnTo>
                <a:lnTo>
                  <a:pt x="4331583" y="1657876"/>
                </a:lnTo>
                <a:close/>
                <a:moveTo>
                  <a:pt x="4903877" y="2295771"/>
                </a:moveTo>
                <a:lnTo>
                  <a:pt x="4331583" y="2504089"/>
                </a:lnTo>
                <a:lnTo>
                  <a:pt x="4331583" y="2087472"/>
                </a:lnTo>
                <a:lnTo>
                  <a:pt x="4331583" y="2087440"/>
                </a:lnTo>
                <a:lnTo>
                  <a:pt x="4903889" y="2295765"/>
                </a:lnTo>
                <a:lnTo>
                  <a:pt x="4903877" y="2295771"/>
                </a:lnTo>
                <a:close/>
                <a:moveTo>
                  <a:pt x="4912627" y="2289269"/>
                </a:moveTo>
                <a:lnTo>
                  <a:pt x="4340345" y="2080963"/>
                </a:lnTo>
                <a:lnTo>
                  <a:pt x="4912627" y="1872652"/>
                </a:lnTo>
                <a:lnTo>
                  <a:pt x="4912627" y="2289269"/>
                </a:lnTo>
                <a:close/>
                <a:moveTo>
                  <a:pt x="4912633" y="1859678"/>
                </a:moveTo>
                <a:lnTo>
                  <a:pt x="4783062" y="1812517"/>
                </a:lnTo>
                <a:lnTo>
                  <a:pt x="4331583" y="1648185"/>
                </a:lnTo>
                <a:lnTo>
                  <a:pt x="4331583" y="1648179"/>
                </a:lnTo>
                <a:lnTo>
                  <a:pt x="4331583" y="1224958"/>
                </a:lnTo>
                <a:lnTo>
                  <a:pt x="4912633" y="1013465"/>
                </a:lnTo>
                <a:lnTo>
                  <a:pt x="4912633" y="1859678"/>
                </a:lnTo>
                <a:close/>
                <a:moveTo>
                  <a:pt x="4331583" y="3805852"/>
                </a:moveTo>
                <a:lnTo>
                  <a:pt x="4903902" y="4014176"/>
                </a:lnTo>
                <a:lnTo>
                  <a:pt x="4331583" y="4222488"/>
                </a:lnTo>
                <a:lnTo>
                  <a:pt x="4331583" y="3805852"/>
                </a:lnTo>
                <a:close/>
                <a:moveTo>
                  <a:pt x="4912633" y="4437284"/>
                </a:moveTo>
                <a:lnTo>
                  <a:pt x="4912633" y="4437284"/>
                </a:lnTo>
                <a:lnTo>
                  <a:pt x="4730985" y="4371167"/>
                </a:lnTo>
                <a:lnTo>
                  <a:pt x="4340333" y="4228971"/>
                </a:lnTo>
                <a:lnTo>
                  <a:pt x="4912633" y="4020666"/>
                </a:lnTo>
                <a:lnTo>
                  <a:pt x="4912633" y="4437284"/>
                </a:lnTo>
                <a:close/>
                <a:moveTo>
                  <a:pt x="4912633" y="3591070"/>
                </a:moveTo>
                <a:lnTo>
                  <a:pt x="4912633" y="4007668"/>
                </a:lnTo>
                <a:lnTo>
                  <a:pt x="4340333" y="3799356"/>
                </a:lnTo>
                <a:lnTo>
                  <a:pt x="4552499" y="3722134"/>
                </a:lnTo>
                <a:lnTo>
                  <a:pt x="4912633" y="3591051"/>
                </a:lnTo>
                <a:lnTo>
                  <a:pt x="4912633" y="3591070"/>
                </a:lnTo>
                <a:close/>
                <a:moveTo>
                  <a:pt x="4921726" y="3591070"/>
                </a:moveTo>
                <a:lnTo>
                  <a:pt x="4921726" y="3591070"/>
                </a:lnTo>
                <a:lnTo>
                  <a:pt x="5257997" y="3713453"/>
                </a:lnTo>
                <a:lnTo>
                  <a:pt x="5494020" y="3799356"/>
                </a:lnTo>
                <a:lnTo>
                  <a:pt x="5494008" y="3799362"/>
                </a:lnTo>
                <a:lnTo>
                  <a:pt x="4921726" y="4007668"/>
                </a:lnTo>
                <a:lnTo>
                  <a:pt x="4921726" y="3591070"/>
                </a:lnTo>
                <a:close/>
                <a:moveTo>
                  <a:pt x="4921726" y="4437284"/>
                </a:moveTo>
                <a:lnTo>
                  <a:pt x="4921726" y="4020672"/>
                </a:lnTo>
                <a:lnTo>
                  <a:pt x="5494026" y="4228978"/>
                </a:lnTo>
                <a:lnTo>
                  <a:pt x="4921726" y="4437284"/>
                </a:lnTo>
                <a:close/>
                <a:moveTo>
                  <a:pt x="5502777" y="4222482"/>
                </a:moveTo>
                <a:lnTo>
                  <a:pt x="4930451" y="4014170"/>
                </a:lnTo>
                <a:lnTo>
                  <a:pt x="5502777" y="3805846"/>
                </a:lnTo>
                <a:lnTo>
                  <a:pt x="5502777" y="4222482"/>
                </a:lnTo>
                <a:close/>
                <a:moveTo>
                  <a:pt x="6097454" y="6167068"/>
                </a:moveTo>
                <a:lnTo>
                  <a:pt x="6280868" y="6233825"/>
                </a:lnTo>
                <a:lnTo>
                  <a:pt x="6097454" y="6300589"/>
                </a:lnTo>
                <a:lnTo>
                  <a:pt x="5914041" y="6233825"/>
                </a:lnTo>
                <a:lnTo>
                  <a:pt x="6097454" y="6167068"/>
                </a:lnTo>
                <a:close/>
                <a:moveTo>
                  <a:pt x="6097454" y="5880664"/>
                </a:moveTo>
                <a:lnTo>
                  <a:pt x="6280874" y="5947428"/>
                </a:lnTo>
                <a:lnTo>
                  <a:pt x="6097454" y="6014192"/>
                </a:lnTo>
                <a:lnTo>
                  <a:pt x="5914035" y="5947428"/>
                </a:lnTo>
                <a:lnTo>
                  <a:pt x="6097454" y="5880664"/>
                </a:lnTo>
                <a:close/>
                <a:moveTo>
                  <a:pt x="5520607" y="5374600"/>
                </a:moveTo>
                <a:lnTo>
                  <a:pt x="5704053" y="5307830"/>
                </a:lnTo>
                <a:lnTo>
                  <a:pt x="5887479" y="5374600"/>
                </a:lnTo>
                <a:lnTo>
                  <a:pt x="5704040" y="5441371"/>
                </a:lnTo>
                <a:lnTo>
                  <a:pt x="5520607" y="5374600"/>
                </a:lnTo>
                <a:close/>
                <a:moveTo>
                  <a:pt x="5914047" y="5231408"/>
                </a:moveTo>
                <a:lnTo>
                  <a:pt x="6097454" y="5164650"/>
                </a:lnTo>
                <a:lnTo>
                  <a:pt x="6280861" y="5231408"/>
                </a:lnTo>
                <a:lnTo>
                  <a:pt x="6097454" y="5298166"/>
                </a:lnTo>
                <a:lnTo>
                  <a:pt x="5914047" y="5231408"/>
                </a:lnTo>
                <a:close/>
                <a:moveTo>
                  <a:pt x="6280849" y="5374600"/>
                </a:moveTo>
                <a:lnTo>
                  <a:pt x="6097454" y="5441358"/>
                </a:lnTo>
                <a:lnTo>
                  <a:pt x="5914060" y="5374600"/>
                </a:lnTo>
                <a:lnTo>
                  <a:pt x="6097454" y="5307849"/>
                </a:lnTo>
                <a:lnTo>
                  <a:pt x="6280849" y="5374600"/>
                </a:lnTo>
                <a:close/>
                <a:moveTo>
                  <a:pt x="6084183" y="5303011"/>
                </a:moveTo>
                <a:lnTo>
                  <a:pt x="5900770" y="5369768"/>
                </a:lnTo>
                <a:lnTo>
                  <a:pt x="5717337" y="5302998"/>
                </a:lnTo>
                <a:lnTo>
                  <a:pt x="5900756" y="5236240"/>
                </a:lnTo>
                <a:lnTo>
                  <a:pt x="6084183" y="5303011"/>
                </a:lnTo>
                <a:close/>
                <a:moveTo>
                  <a:pt x="5520607" y="5517812"/>
                </a:moveTo>
                <a:lnTo>
                  <a:pt x="5704033" y="5451048"/>
                </a:lnTo>
                <a:lnTo>
                  <a:pt x="6084176" y="5589408"/>
                </a:lnTo>
                <a:lnTo>
                  <a:pt x="5900750" y="5656172"/>
                </a:lnTo>
                <a:lnTo>
                  <a:pt x="5520607" y="5517812"/>
                </a:lnTo>
                <a:close/>
                <a:moveTo>
                  <a:pt x="6280855" y="5661017"/>
                </a:moveTo>
                <a:lnTo>
                  <a:pt x="6097454" y="5727768"/>
                </a:lnTo>
                <a:lnTo>
                  <a:pt x="5914053" y="5661017"/>
                </a:lnTo>
                <a:lnTo>
                  <a:pt x="6097454" y="5594260"/>
                </a:lnTo>
                <a:lnTo>
                  <a:pt x="6280855" y="5661017"/>
                </a:lnTo>
                <a:close/>
                <a:moveTo>
                  <a:pt x="6477578" y="5446210"/>
                </a:moveTo>
                <a:lnTo>
                  <a:pt x="6097454" y="5584576"/>
                </a:lnTo>
                <a:lnTo>
                  <a:pt x="5717330" y="5446210"/>
                </a:lnTo>
                <a:lnTo>
                  <a:pt x="5900776" y="5379439"/>
                </a:lnTo>
                <a:lnTo>
                  <a:pt x="6095905" y="5450471"/>
                </a:lnTo>
                <a:cubicBezTo>
                  <a:pt x="6096406" y="5450655"/>
                  <a:pt x="6096934" y="5450743"/>
                  <a:pt x="6097461" y="5450743"/>
                </a:cubicBezTo>
                <a:cubicBezTo>
                  <a:pt x="6097988" y="5450743"/>
                  <a:pt x="6098515" y="5450655"/>
                  <a:pt x="6099016" y="5450471"/>
                </a:cubicBezTo>
                <a:lnTo>
                  <a:pt x="6294146" y="5379439"/>
                </a:lnTo>
                <a:lnTo>
                  <a:pt x="6477578" y="5446210"/>
                </a:lnTo>
                <a:close/>
                <a:moveTo>
                  <a:pt x="6477565" y="5302998"/>
                </a:moveTo>
                <a:lnTo>
                  <a:pt x="6294139" y="5369768"/>
                </a:lnTo>
                <a:lnTo>
                  <a:pt x="6110720" y="5303011"/>
                </a:lnTo>
                <a:lnTo>
                  <a:pt x="6294146" y="5236240"/>
                </a:lnTo>
                <a:lnTo>
                  <a:pt x="6477565" y="5302998"/>
                </a:lnTo>
                <a:close/>
                <a:moveTo>
                  <a:pt x="6097454" y="5021439"/>
                </a:moveTo>
                <a:lnTo>
                  <a:pt x="6477585" y="5159793"/>
                </a:lnTo>
                <a:lnTo>
                  <a:pt x="6294158" y="5226563"/>
                </a:lnTo>
                <a:lnTo>
                  <a:pt x="6099010" y="5155532"/>
                </a:lnTo>
                <a:cubicBezTo>
                  <a:pt x="6098007" y="5155164"/>
                  <a:pt x="6096902" y="5155164"/>
                  <a:pt x="6095899" y="5155532"/>
                </a:cubicBezTo>
                <a:lnTo>
                  <a:pt x="5900756" y="5226563"/>
                </a:lnTo>
                <a:lnTo>
                  <a:pt x="5717324" y="5159793"/>
                </a:lnTo>
                <a:lnTo>
                  <a:pt x="6097454" y="5021439"/>
                </a:lnTo>
                <a:close/>
                <a:moveTo>
                  <a:pt x="5887459" y="5231402"/>
                </a:moveTo>
                <a:lnTo>
                  <a:pt x="5704047" y="5298166"/>
                </a:lnTo>
                <a:lnTo>
                  <a:pt x="5520607" y="5231396"/>
                </a:lnTo>
                <a:lnTo>
                  <a:pt x="5704027" y="5164638"/>
                </a:lnTo>
                <a:lnTo>
                  <a:pt x="5887459" y="5231402"/>
                </a:lnTo>
                <a:close/>
                <a:moveTo>
                  <a:pt x="6092907" y="4870201"/>
                </a:moveTo>
                <a:lnTo>
                  <a:pt x="5697753" y="5014035"/>
                </a:lnTo>
                <a:lnTo>
                  <a:pt x="5511864" y="5081700"/>
                </a:lnTo>
                <a:lnTo>
                  <a:pt x="5511864" y="5081694"/>
                </a:lnTo>
                <a:lnTo>
                  <a:pt x="5511864" y="4661762"/>
                </a:lnTo>
                <a:lnTo>
                  <a:pt x="6092907" y="4450263"/>
                </a:lnTo>
                <a:lnTo>
                  <a:pt x="6092907" y="4870201"/>
                </a:lnTo>
                <a:close/>
                <a:moveTo>
                  <a:pt x="6097467" y="4878221"/>
                </a:moveTo>
                <a:lnTo>
                  <a:pt x="6390977" y="4985060"/>
                </a:lnTo>
                <a:lnTo>
                  <a:pt x="6097467" y="4878221"/>
                </a:lnTo>
                <a:lnTo>
                  <a:pt x="6097467" y="4878221"/>
                </a:lnTo>
                <a:close/>
                <a:moveTo>
                  <a:pt x="6092907" y="3578077"/>
                </a:moveTo>
                <a:lnTo>
                  <a:pt x="5520595" y="3369766"/>
                </a:lnTo>
                <a:lnTo>
                  <a:pt x="6092907" y="3161454"/>
                </a:lnTo>
                <a:lnTo>
                  <a:pt x="6092907" y="3578077"/>
                </a:lnTo>
                <a:close/>
                <a:moveTo>
                  <a:pt x="5511864" y="2946665"/>
                </a:moveTo>
                <a:lnTo>
                  <a:pt x="6084158" y="3154971"/>
                </a:lnTo>
                <a:lnTo>
                  <a:pt x="5511864" y="3363282"/>
                </a:lnTo>
                <a:lnTo>
                  <a:pt x="5511864" y="2946665"/>
                </a:lnTo>
                <a:close/>
                <a:moveTo>
                  <a:pt x="5511864" y="3792885"/>
                </a:moveTo>
                <a:lnTo>
                  <a:pt x="5511864" y="3376281"/>
                </a:lnTo>
                <a:lnTo>
                  <a:pt x="6084158" y="3584580"/>
                </a:lnTo>
                <a:lnTo>
                  <a:pt x="5837174" y="3674477"/>
                </a:lnTo>
                <a:lnTo>
                  <a:pt x="5511864" y="3792885"/>
                </a:lnTo>
                <a:lnTo>
                  <a:pt x="5511864" y="3792885"/>
                </a:lnTo>
                <a:close/>
                <a:moveTo>
                  <a:pt x="4921726" y="1013458"/>
                </a:moveTo>
                <a:lnTo>
                  <a:pt x="5502771" y="1224945"/>
                </a:lnTo>
                <a:lnTo>
                  <a:pt x="5502777" y="1224945"/>
                </a:lnTo>
                <a:lnTo>
                  <a:pt x="5502777" y="1648179"/>
                </a:lnTo>
                <a:lnTo>
                  <a:pt x="5502771" y="1648179"/>
                </a:lnTo>
                <a:lnTo>
                  <a:pt x="4921726" y="1859666"/>
                </a:lnTo>
                <a:lnTo>
                  <a:pt x="4921726" y="1013458"/>
                </a:lnTo>
                <a:close/>
                <a:moveTo>
                  <a:pt x="4921726" y="1869350"/>
                </a:moveTo>
                <a:lnTo>
                  <a:pt x="5502771" y="1657869"/>
                </a:lnTo>
                <a:lnTo>
                  <a:pt x="5502777" y="1657869"/>
                </a:lnTo>
                <a:lnTo>
                  <a:pt x="5502777" y="2077782"/>
                </a:lnTo>
                <a:lnTo>
                  <a:pt x="5502771" y="2077782"/>
                </a:lnTo>
                <a:lnTo>
                  <a:pt x="4921726" y="2289275"/>
                </a:lnTo>
                <a:lnTo>
                  <a:pt x="4921726" y="1869350"/>
                </a:lnTo>
                <a:close/>
                <a:moveTo>
                  <a:pt x="4921720" y="3578077"/>
                </a:moveTo>
                <a:lnTo>
                  <a:pt x="4921720" y="3161454"/>
                </a:lnTo>
                <a:lnTo>
                  <a:pt x="5494046" y="3369766"/>
                </a:lnTo>
                <a:lnTo>
                  <a:pt x="4921720" y="3578077"/>
                </a:lnTo>
                <a:close/>
                <a:moveTo>
                  <a:pt x="5502771" y="3363276"/>
                </a:moveTo>
                <a:lnTo>
                  <a:pt x="4930477" y="3154964"/>
                </a:lnTo>
                <a:lnTo>
                  <a:pt x="5502771" y="2946665"/>
                </a:lnTo>
                <a:lnTo>
                  <a:pt x="5502771" y="3363276"/>
                </a:lnTo>
                <a:close/>
                <a:moveTo>
                  <a:pt x="6092907" y="2722193"/>
                </a:moveTo>
                <a:lnTo>
                  <a:pt x="5507317" y="2935350"/>
                </a:lnTo>
                <a:lnTo>
                  <a:pt x="4921714" y="2722193"/>
                </a:lnTo>
                <a:lnTo>
                  <a:pt x="4921714" y="2298959"/>
                </a:lnTo>
                <a:lnTo>
                  <a:pt x="5507317" y="2085815"/>
                </a:lnTo>
                <a:lnTo>
                  <a:pt x="6052884" y="2284386"/>
                </a:lnTo>
                <a:lnTo>
                  <a:pt x="6092907" y="2298953"/>
                </a:lnTo>
                <a:lnTo>
                  <a:pt x="6092907" y="2722193"/>
                </a:lnTo>
                <a:close/>
                <a:moveTo>
                  <a:pt x="6092907" y="1869350"/>
                </a:moveTo>
                <a:lnTo>
                  <a:pt x="6092907" y="2289281"/>
                </a:lnTo>
                <a:lnTo>
                  <a:pt x="6092907" y="2289288"/>
                </a:lnTo>
                <a:lnTo>
                  <a:pt x="5511864" y="2077788"/>
                </a:lnTo>
                <a:lnTo>
                  <a:pt x="5511864" y="2077788"/>
                </a:lnTo>
                <a:lnTo>
                  <a:pt x="5511864" y="1657863"/>
                </a:lnTo>
                <a:lnTo>
                  <a:pt x="5511864" y="1657844"/>
                </a:lnTo>
                <a:lnTo>
                  <a:pt x="6092907" y="1869350"/>
                </a:lnTo>
                <a:lnTo>
                  <a:pt x="6092907" y="1869350"/>
                </a:lnTo>
                <a:close/>
                <a:moveTo>
                  <a:pt x="6092907" y="1859672"/>
                </a:moveTo>
                <a:lnTo>
                  <a:pt x="5520633" y="1651367"/>
                </a:lnTo>
                <a:lnTo>
                  <a:pt x="6092907" y="1443068"/>
                </a:lnTo>
                <a:lnTo>
                  <a:pt x="6092907" y="1859672"/>
                </a:lnTo>
                <a:close/>
                <a:moveTo>
                  <a:pt x="6092907" y="1433397"/>
                </a:moveTo>
                <a:lnTo>
                  <a:pt x="5511864" y="1644877"/>
                </a:lnTo>
                <a:lnTo>
                  <a:pt x="5511864" y="1228254"/>
                </a:lnTo>
                <a:lnTo>
                  <a:pt x="6084170" y="1436565"/>
                </a:lnTo>
                <a:lnTo>
                  <a:pt x="6092907" y="1433397"/>
                </a:lnTo>
                <a:lnTo>
                  <a:pt x="6092907" y="1433397"/>
                </a:lnTo>
                <a:close/>
                <a:moveTo>
                  <a:pt x="6092907" y="1430076"/>
                </a:moveTo>
                <a:lnTo>
                  <a:pt x="5520614" y="1221764"/>
                </a:lnTo>
                <a:lnTo>
                  <a:pt x="6092907" y="1013458"/>
                </a:lnTo>
                <a:lnTo>
                  <a:pt x="6092907" y="1430076"/>
                </a:lnTo>
                <a:close/>
                <a:moveTo>
                  <a:pt x="6102007" y="727042"/>
                </a:moveTo>
                <a:lnTo>
                  <a:pt x="6280880" y="792148"/>
                </a:lnTo>
                <a:lnTo>
                  <a:pt x="6102007" y="857248"/>
                </a:lnTo>
                <a:lnTo>
                  <a:pt x="6102007" y="727042"/>
                </a:lnTo>
                <a:close/>
                <a:moveTo>
                  <a:pt x="6102007" y="1000466"/>
                </a:moveTo>
                <a:lnTo>
                  <a:pt x="6102007" y="870241"/>
                </a:lnTo>
                <a:lnTo>
                  <a:pt x="6280893" y="935353"/>
                </a:lnTo>
                <a:lnTo>
                  <a:pt x="6102007" y="1000466"/>
                </a:lnTo>
                <a:close/>
                <a:moveTo>
                  <a:pt x="6477591" y="863757"/>
                </a:moveTo>
                <a:lnTo>
                  <a:pt x="6294171" y="930521"/>
                </a:lnTo>
                <a:lnTo>
                  <a:pt x="6110745" y="863757"/>
                </a:lnTo>
                <a:lnTo>
                  <a:pt x="6294171" y="797000"/>
                </a:lnTo>
                <a:lnTo>
                  <a:pt x="6477591" y="863757"/>
                </a:lnTo>
                <a:close/>
                <a:moveTo>
                  <a:pt x="6294177" y="653788"/>
                </a:moveTo>
                <a:lnTo>
                  <a:pt x="6477603" y="720552"/>
                </a:lnTo>
                <a:lnTo>
                  <a:pt x="6294165" y="787316"/>
                </a:lnTo>
                <a:lnTo>
                  <a:pt x="6110745" y="720552"/>
                </a:lnTo>
                <a:lnTo>
                  <a:pt x="6294177" y="653788"/>
                </a:lnTo>
                <a:close/>
                <a:moveTo>
                  <a:pt x="6280887" y="648949"/>
                </a:moveTo>
                <a:lnTo>
                  <a:pt x="6102007" y="714056"/>
                </a:lnTo>
                <a:lnTo>
                  <a:pt x="6102007" y="583836"/>
                </a:lnTo>
                <a:lnTo>
                  <a:pt x="6280887" y="648949"/>
                </a:lnTo>
                <a:close/>
              </a:path>
            </a:pathLst>
          </a:custGeom>
          <a:solidFill>
            <a:srgbClr val="2F3541"/>
          </a:solidFill>
          <a:ln w="6350" cap="flat">
            <a:noFill/>
            <a:prstDash val="solid"/>
            <a:miter/>
          </a:ln>
        </p:spPr>
        <p:txBody>
          <a:bodyPr rtlCol="0" anchor="ctr"/>
          <a:lstStyle/>
          <a:p>
            <a:endParaRPr lang="en-US" sz="1350"/>
          </a:p>
        </p:txBody>
      </p:sp>
      <p:sp>
        <p:nvSpPr>
          <p:cNvPr id="6" name="Footer Placeholder 5">
            <a:extLst>
              <a:ext uri="{FF2B5EF4-FFF2-40B4-BE49-F238E27FC236}">
                <a16:creationId xmlns:a16="http://schemas.microsoft.com/office/drawing/2014/main" id="{5E0C95E1-4005-1286-ACA4-B2BEDDA20C49}"/>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7" name="Slide Number Placeholder 6">
            <a:extLst>
              <a:ext uri="{FF2B5EF4-FFF2-40B4-BE49-F238E27FC236}">
                <a16:creationId xmlns:a16="http://schemas.microsoft.com/office/drawing/2014/main" id="{975FAA79-0350-0C32-B858-0B12AA8265CF}"/>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2" name="Title 1">
            <a:extLst>
              <a:ext uri="{FF2B5EF4-FFF2-40B4-BE49-F238E27FC236}">
                <a16:creationId xmlns:a16="http://schemas.microsoft.com/office/drawing/2014/main" id="{3C06AF45-76AB-EA06-E8EF-F42868DAE5FA}"/>
              </a:ext>
            </a:extLst>
          </p:cNvPr>
          <p:cNvSpPr>
            <a:spLocks noGrp="1"/>
          </p:cNvSpPr>
          <p:nvPr>
            <p:ph type="title" hasCustomPrompt="1"/>
          </p:nvPr>
        </p:nvSpPr>
        <p:spPr>
          <a:xfrm>
            <a:off x="552451" y="1276350"/>
            <a:ext cx="11088688" cy="4895850"/>
          </a:xfrm>
        </p:spPr>
        <p:txBody>
          <a:bodyPr lIns="0" tIns="274320" rIns="0" anchor="t"/>
          <a:lstStyle>
            <a:lvl1pPr>
              <a:lnSpc>
                <a:spcPct val="100000"/>
              </a:lnSpc>
              <a:defRPr sz="3600">
                <a:solidFill>
                  <a:schemeClr val="bg1"/>
                </a:solidFill>
              </a:defRPr>
            </a:lvl1pPr>
          </a:lstStyle>
          <a:p>
            <a:r>
              <a:rPr lang="en-US"/>
              <a:t>Statement, 36pt</a:t>
            </a:r>
          </a:p>
        </p:txBody>
      </p:sp>
      <p:sp>
        <p:nvSpPr>
          <p:cNvPr id="9" name="Text Placeholder 2">
            <a:extLst>
              <a:ext uri="{FF2B5EF4-FFF2-40B4-BE49-F238E27FC236}">
                <a16:creationId xmlns:a16="http://schemas.microsoft.com/office/drawing/2014/main" id="{FD205A68-6EB7-B158-D7FA-191BD8E7CB3F}"/>
              </a:ext>
            </a:extLst>
          </p:cNvPr>
          <p:cNvSpPr>
            <a:spLocks noGrp="1"/>
          </p:cNvSpPr>
          <p:nvPr>
            <p:ph type="body" idx="1"/>
          </p:nvPr>
        </p:nvSpPr>
        <p:spPr>
          <a:xfrm>
            <a:off x="552451" y="630936"/>
            <a:ext cx="6368100" cy="298450"/>
          </a:xfrm>
        </p:spPr>
        <p:txBody>
          <a:bodyPr/>
          <a:lstStyle>
            <a:lvl1pPr>
              <a:defRPr>
                <a:solidFill>
                  <a:schemeClr val="bg1"/>
                </a:solidFill>
              </a:defRPr>
            </a:lvl1pPr>
          </a:lstStyle>
          <a:p>
            <a:pPr lvl="0"/>
            <a:r>
              <a:rPr lang="en-US">
                <a:solidFill>
                  <a:schemeClr val="bg1"/>
                </a:solidFill>
              </a:rPr>
              <a:t>Click to edit Master text styles</a:t>
            </a:r>
          </a:p>
        </p:txBody>
      </p:sp>
      <p:sp>
        <p:nvSpPr>
          <p:cNvPr id="5" name="Date Placeholder 3">
            <a:extLst>
              <a:ext uri="{FF2B5EF4-FFF2-40B4-BE49-F238E27FC236}">
                <a16:creationId xmlns:a16="http://schemas.microsoft.com/office/drawing/2014/main" id="{7F6A5D9F-ED3F-047D-85D4-21729A42C429}"/>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
        <p:nvSpPr>
          <p:cNvPr id="3" name="fortress_black_logo">
            <a:extLst>
              <a:ext uri="{FF2B5EF4-FFF2-40B4-BE49-F238E27FC236}">
                <a16:creationId xmlns:a16="http://schemas.microsoft.com/office/drawing/2014/main" id="{C891CDD0-77D1-09C4-CBF8-1D2BA3DBC4D1}"/>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3366837924"/>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Quote 1">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8" name="Text Placeholder 7">
            <a:extLst>
              <a:ext uri="{FF2B5EF4-FFF2-40B4-BE49-F238E27FC236}">
                <a16:creationId xmlns:a16="http://schemas.microsoft.com/office/drawing/2014/main" id="{E59A5EBC-9B86-277E-62F4-434F8180EEB9}"/>
              </a:ext>
            </a:extLst>
          </p:cNvPr>
          <p:cNvSpPr>
            <a:spLocks noGrp="1"/>
          </p:cNvSpPr>
          <p:nvPr>
            <p:ph type="body" sz="quarter" idx="13" hasCustomPrompt="1"/>
          </p:nvPr>
        </p:nvSpPr>
        <p:spPr>
          <a:xfrm>
            <a:off x="552451" y="1276350"/>
            <a:ext cx="11088688" cy="4895850"/>
          </a:xfrm>
        </p:spPr>
        <p:txBody>
          <a:bodyPr lIns="548640" tIns="182880" rIns="548640"/>
          <a:lstStyle>
            <a:lvl1pPr marL="274320" indent="-342900">
              <a:spcBef>
                <a:spcPts val="0"/>
              </a:spcBef>
              <a:spcAft>
                <a:spcPts val="1350"/>
              </a:spcAft>
              <a:buNone/>
              <a:defRPr sz="3600" b="1"/>
            </a:lvl1pPr>
            <a:lvl2pPr marL="274320" indent="0">
              <a:buNone/>
              <a:defRPr sz="1400" b="1"/>
            </a:lvl2pPr>
            <a:lvl3pPr marL="274320" indent="0">
              <a:buNone/>
              <a:defRPr sz="1100"/>
            </a:lvl3pPr>
            <a:lvl4pPr marL="411480" indent="0">
              <a:buNone/>
              <a:defRPr sz="1050"/>
            </a:lvl4pPr>
            <a:lvl5pPr marL="548640" indent="0">
              <a:buNone/>
              <a:defRPr/>
            </a:lvl5pPr>
          </a:lstStyle>
          <a:p>
            <a:pPr lvl="0"/>
            <a:r>
              <a:rPr lang="en-US" sz="3600" b="1">
                <a:latin typeface="Arial" panose="020B0604020202020204" pitchFamily="34" charset="0"/>
                <a:cs typeface="Arial" panose="020B0604020202020204" pitchFamily="34" charset="0"/>
              </a:rPr>
              <a:t>“</a:t>
            </a:r>
            <a:r>
              <a:rPr lang="en-US"/>
              <a:t>Quote text, 36pt”</a:t>
            </a:r>
          </a:p>
          <a:p>
            <a:pPr lvl="1"/>
            <a:r>
              <a:rPr lang="en-US"/>
              <a:t>Level 2 - Name and Last Name, Bold 14pt</a:t>
            </a:r>
          </a:p>
          <a:p>
            <a:pPr lvl="2"/>
            <a:r>
              <a:rPr lang="en-US"/>
              <a:t>Level 3 - Title and Company, Reg 11pt</a:t>
            </a:r>
          </a:p>
        </p:txBody>
      </p:sp>
      <p:sp>
        <p:nvSpPr>
          <p:cNvPr id="3" name="Date Placeholder 3">
            <a:extLst>
              <a:ext uri="{FF2B5EF4-FFF2-40B4-BE49-F238E27FC236}">
                <a16:creationId xmlns:a16="http://schemas.microsoft.com/office/drawing/2014/main" id="{394FA479-47FB-4EDC-A6A4-D9719693EAC0}"/>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2815088242"/>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47000">
              <a:srgbClr val="FFEBEE"/>
            </a:gs>
            <a:gs pos="0">
              <a:srgbClr val="C7FDFF"/>
            </a:gs>
            <a:gs pos="100000">
              <a:srgbClr val="FFF1CC"/>
            </a:gs>
          </a:gsLst>
          <a:lin ang="0" scaled="1"/>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8289123-1672-D2FA-DA3D-12FFC5AEFCF4}"/>
              </a:ext>
              <a:ext uri="{C183D7F6-B498-43B3-948B-1728B52AA6E4}">
                <adec:decorative xmlns:adec="http://schemas.microsoft.com/office/drawing/2017/decorative" val="1"/>
              </a:ext>
            </a:extLst>
          </p:cNvPr>
          <p:cNvGrpSpPr>
            <a:grpSpLocks noChangeAspect="1"/>
          </p:cNvGrpSpPr>
          <p:nvPr userDrawn="1"/>
        </p:nvGrpSpPr>
        <p:grpSpPr>
          <a:xfrm>
            <a:off x="1782029" y="1508761"/>
            <a:ext cx="487680" cy="287687"/>
            <a:chOff x="4869933" y="259128"/>
            <a:chExt cx="499723" cy="393055"/>
          </a:xfrm>
          <a:solidFill>
            <a:schemeClr val="tx1"/>
          </a:solidFill>
        </p:grpSpPr>
        <p:sp>
          <p:nvSpPr>
            <p:cNvPr id="10" name="Freeform: Shape 12">
              <a:extLst>
                <a:ext uri="{FF2B5EF4-FFF2-40B4-BE49-F238E27FC236}">
                  <a16:creationId xmlns:a16="http://schemas.microsoft.com/office/drawing/2014/main" id="{B756AD57-2F8F-D288-05F2-901A6F0F284C}"/>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1" name="Freeform: Shape 11">
              <a:extLst>
                <a:ext uri="{FF2B5EF4-FFF2-40B4-BE49-F238E27FC236}">
                  <a16:creationId xmlns:a16="http://schemas.microsoft.com/office/drawing/2014/main" id="{3CB7ED1D-1E33-287D-D217-261068928F0C}"/>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gr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Text Placeholder 7">
            <a:extLst>
              <a:ext uri="{FF2B5EF4-FFF2-40B4-BE49-F238E27FC236}">
                <a16:creationId xmlns:a16="http://schemas.microsoft.com/office/drawing/2014/main" id="{8E62A23C-EC1D-86ED-87A8-78F92A4E0708}"/>
              </a:ext>
            </a:extLst>
          </p:cNvPr>
          <p:cNvSpPr>
            <a:spLocks noGrp="1"/>
          </p:cNvSpPr>
          <p:nvPr>
            <p:ph type="body" sz="quarter" idx="13" hasCustomPrompt="1"/>
          </p:nvPr>
        </p:nvSpPr>
        <p:spPr>
          <a:xfrm>
            <a:off x="552450" y="1276350"/>
            <a:ext cx="11088689" cy="4895850"/>
          </a:xfrm>
        </p:spPr>
        <p:txBody>
          <a:bodyPr lIns="914400" tIns="731520" rIns="914400"/>
          <a:lstStyle>
            <a:lvl1pPr marL="0" indent="0">
              <a:spcBef>
                <a:spcPts val="0"/>
              </a:spcBef>
              <a:spcAft>
                <a:spcPts val="1350"/>
              </a:spcAft>
              <a:buNone/>
              <a:defRPr sz="1800" b="0"/>
            </a:lvl1pPr>
            <a:lvl2pPr marL="0" indent="0">
              <a:buNone/>
              <a:defRPr sz="1400" b="1"/>
            </a:lvl2pPr>
            <a:lvl3pPr marL="0" indent="0">
              <a:buNone/>
              <a:defRPr sz="1200"/>
            </a:lvl3pPr>
            <a:lvl4pPr marL="411480" indent="0">
              <a:buNone/>
              <a:defRPr sz="1050"/>
            </a:lvl4pPr>
            <a:lvl5pPr marL="548640" indent="0">
              <a:buNone/>
              <a:defRPr/>
            </a:lvl5pPr>
          </a:lstStyle>
          <a:p>
            <a:pPr lvl="0"/>
            <a:r>
              <a:rPr lang="en-US"/>
              <a:t>Quote text, 18pt</a:t>
            </a:r>
          </a:p>
          <a:p>
            <a:pPr lvl="1"/>
            <a:r>
              <a:rPr lang="en-US"/>
              <a:t>Level 2 - Name and Last Name, 14pt</a:t>
            </a:r>
          </a:p>
          <a:p>
            <a:pPr lvl="2"/>
            <a:r>
              <a:rPr lang="en-US"/>
              <a:t>Level 3 - Title and Company, 12pt</a:t>
            </a:r>
          </a:p>
        </p:txBody>
      </p:sp>
      <p:sp>
        <p:nvSpPr>
          <p:cNvPr id="12" name="Date Placeholder 3">
            <a:extLst>
              <a:ext uri="{FF2B5EF4-FFF2-40B4-BE49-F238E27FC236}">
                <a16:creationId xmlns:a16="http://schemas.microsoft.com/office/drawing/2014/main" id="{4D6E576D-51B6-DE6A-FCC9-C19A44E9D53F}"/>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059562558"/>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Quote 3">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A56B1DB-E97F-97EC-53A9-74AC8016945C}"/>
              </a:ext>
              <a:ext uri="{C183D7F6-B498-43B3-948B-1728B52AA6E4}">
                <adec:decorative xmlns:adec="http://schemas.microsoft.com/office/drawing/2017/decorative" val="1"/>
              </a:ext>
            </a:extLst>
          </p:cNvPr>
          <p:cNvGrpSpPr>
            <a:grpSpLocks noChangeAspect="1"/>
          </p:cNvGrpSpPr>
          <p:nvPr userDrawn="1"/>
        </p:nvGrpSpPr>
        <p:grpSpPr>
          <a:xfrm>
            <a:off x="1782029" y="1508761"/>
            <a:ext cx="487680" cy="287687"/>
            <a:chOff x="4869933" y="259128"/>
            <a:chExt cx="499723" cy="393055"/>
          </a:xfrm>
          <a:solidFill>
            <a:schemeClr val="tx1"/>
          </a:solidFill>
        </p:grpSpPr>
        <p:sp>
          <p:nvSpPr>
            <p:cNvPr id="4" name="Freeform: Shape 12">
              <a:extLst>
                <a:ext uri="{FF2B5EF4-FFF2-40B4-BE49-F238E27FC236}">
                  <a16:creationId xmlns:a16="http://schemas.microsoft.com/office/drawing/2014/main" id="{C64C6549-7874-DEDF-F38C-947472D7E028}"/>
                </a:ext>
                <a:ext uri="{C183D7F6-B498-43B3-948B-1728B52AA6E4}">
                  <adec:decorative xmlns:adec="http://schemas.microsoft.com/office/drawing/2017/decorative" val="1"/>
                </a:ext>
              </a:extLst>
            </p:cNvPr>
            <p:cNvSpPr/>
            <p:nvPr userDrawn="1"/>
          </p:nvSpPr>
          <p:spPr>
            <a:xfrm>
              <a:off x="4869933" y="259128"/>
              <a:ext cx="196527" cy="393055"/>
            </a:xfrm>
            <a:custGeom>
              <a:avLst/>
              <a:gdLst/>
              <a:ahLst/>
              <a:cxnLst/>
              <a:rect l="l" t="t" r="r" b="b"/>
              <a:pathLst>
                <a:path w="196527" h="393055">
                  <a:moveTo>
                    <a:pt x="160971" y="0"/>
                  </a:moveTo>
                  <a:lnTo>
                    <a:pt x="196527" y="74991"/>
                  </a:lnTo>
                  <a:cubicBezTo>
                    <a:pt x="160325" y="87058"/>
                    <a:pt x="134358" y="103867"/>
                    <a:pt x="118627" y="125416"/>
                  </a:cubicBezTo>
                  <a:cubicBezTo>
                    <a:pt x="102896" y="146965"/>
                    <a:pt x="94600" y="175625"/>
                    <a:pt x="93738" y="211397"/>
                  </a:cubicBezTo>
                  <a:lnTo>
                    <a:pt x="181658" y="211397"/>
                  </a:lnTo>
                  <a:lnTo>
                    <a:pt x="181658" y="393055"/>
                  </a:lnTo>
                  <a:lnTo>
                    <a:pt x="0" y="393055"/>
                  </a:lnTo>
                  <a:lnTo>
                    <a:pt x="0" y="263114"/>
                  </a:lnTo>
                  <a:cubicBezTo>
                    <a:pt x="0" y="210535"/>
                    <a:pt x="4633" y="169053"/>
                    <a:pt x="13899" y="138668"/>
                  </a:cubicBezTo>
                  <a:cubicBezTo>
                    <a:pt x="23165" y="108284"/>
                    <a:pt x="40296" y="81025"/>
                    <a:pt x="65293" y="56890"/>
                  </a:cubicBezTo>
                  <a:cubicBezTo>
                    <a:pt x="90290" y="32755"/>
                    <a:pt x="122183" y="13792"/>
                    <a:pt x="16097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7" name="Freeform: Shape 11">
              <a:extLst>
                <a:ext uri="{FF2B5EF4-FFF2-40B4-BE49-F238E27FC236}">
                  <a16:creationId xmlns:a16="http://schemas.microsoft.com/office/drawing/2014/main" id="{298C40DE-C83F-70CB-ADBF-235A80407082}"/>
                </a:ext>
                <a:ext uri="{C183D7F6-B498-43B3-948B-1728B52AA6E4}">
                  <adec:decorative xmlns:adec="http://schemas.microsoft.com/office/drawing/2017/decorative" val="1"/>
                </a:ext>
              </a:extLst>
            </p:cNvPr>
            <p:cNvSpPr/>
            <p:nvPr userDrawn="1"/>
          </p:nvSpPr>
          <p:spPr>
            <a:xfrm>
              <a:off x="5173128" y="259128"/>
              <a:ext cx="196528" cy="393055"/>
            </a:xfrm>
            <a:custGeom>
              <a:avLst/>
              <a:gdLst/>
              <a:ahLst/>
              <a:cxnLst/>
              <a:rect l="l" t="t" r="r" b="b"/>
              <a:pathLst>
                <a:path w="196528" h="393055">
                  <a:moveTo>
                    <a:pt x="160972" y="0"/>
                  </a:moveTo>
                  <a:lnTo>
                    <a:pt x="196528" y="74991"/>
                  </a:lnTo>
                  <a:cubicBezTo>
                    <a:pt x="160325" y="87058"/>
                    <a:pt x="134358" y="103867"/>
                    <a:pt x="118628" y="125416"/>
                  </a:cubicBezTo>
                  <a:cubicBezTo>
                    <a:pt x="102897" y="146965"/>
                    <a:pt x="94600" y="175625"/>
                    <a:pt x="93738" y="211397"/>
                  </a:cubicBezTo>
                  <a:lnTo>
                    <a:pt x="181659" y="211397"/>
                  </a:lnTo>
                  <a:lnTo>
                    <a:pt x="181659" y="393055"/>
                  </a:lnTo>
                  <a:lnTo>
                    <a:pt x="0" y="393055"/>
                  </a:lnTo>
                  <a:lnTo>
                    <a:pt x="0" y="263114"/>
                  </a:lnTo>
                  <a:cubicBezTo>
                    <a:pt x="0" y="210104"/>
                    <a:pt x="4633" y="168514"/>
                    <a:pt x="13899" y="138345"/>
                  </a:cubicBezTo>
                  <a:cubicBezTo>
                    <a:pt x="23165" y="108177"/>
                    <a:pt x="40405" y="81025"/>
                    <a:pt x="65617" y="56890"/>
                  </a:cubicBezTo>
                  <a:cubicBezTo>
                    <a:pt x="90829" y="32755"/>
                    <a:pt x="122614" y="13792"/>
                    <a:pt x="16097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grpSp>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16" name="Text Placeholder 7">
            <a:extLst>
              <a:ext uri="{FF2B5EF4-FFF2-40B4-BE49-F238E27FC236}">
                <a16:creationId xmlns:a16="http://schemas.microsoft.com/office/drawing/2014/main" id="{C8BDEA43-987D-B2D4-5527-BBBD958256F7}"/>
              </a:ext>
            </a:extLst>
          </p:cNvPr>
          <p:cNvSpPr>
            <a:spLocks noGrp="1"/>
          </p:cNvSpPr>
          <p:nvPr>
            <p:ph type="body" sz="quarter" idx="13" hasCustomPrompt="1"/>
          </p:nvPr>
        </p:nvSpPr>
        <p:spPr>
          <a:xfrm>
            <a:off x="552450" y="1276350"/>
            <a:ext cx="11088689" cy="4895850"/>
          </a:xfrm>
        </p:spPr>
        <p:txBody>
          <a:bodyPr lIns="914400" tIns="731520" rIns="914400"/>
          <a:lstStyle>
            <a:lvl1pPr marL="0" indent="0">
              <a:spcBef>
                <a:spcPts val="0"/>
              </a:spcBef>
              <a:spcAft>
                <a:spcPts val="1350"/>
              </a:spcAft>
              <a:buNone/>
              <a:defRPr sz="1800" b="0"/>
            </a:lvl1pPr>
            <a:lvl2pPr marL="0" indent="0">
              <a:buNone/>
              <a:defRPr sz="1400" b="1"/>
            </a:lvl2pPr>
            <a:lvl3pPr marL="0" indent="0">
              <a:buNone/>
              <a:defRPr sz="1200"/>
            </a:lvl3pPr>
            <a:lvl4pPr marL="411480" indent="0">
              <a:buNone/>
              <a:defRPr sz="1050"/>
            </a:lvl4pPr>
            <a:lvl5pPr marL="548640" indent="0">
              <a:buNone/>
              <a:defRPr/>
            </a:lvl5pPr>
          </a:lstStyle>
          <a:p>
            <a:pPr lvl="0"/>
            <a:r>
              <a:rPr lang="en-US"/>
              <a:t>Quote text, 18pt</a:t>
            </a:r>
          </a:p>
          <a:p>
            <a:pPr lvl="1"/>
            <a:r>
              <a:rPr lang="en-US"/>
              <a:t>Level 2 - Name and Last Name, 14pt</a:t>
            </a:r>
          </a:p>
          <a:p>
            <a:pPr lvl="2"/>
            <a:r>
              <a:rPr lang="en-US"/>
              <a:t>Level 3 - Title and Company, 12pt</a:t>
            </a:r>
          </a:p>
        </p:txBody>
      </p:sp>
      <p:sp>
        <p:nvSpPr>
          <p:cNvPr id="8" name="Date Placeholder 3">
            <a:extLst>
              <a:ext uri="{FF2B5EF4-FFF2-40B4-BE49-F238E27FC236}">
                <a16:creationId xmlns:a16="http://schemas.microsoft.com/office/drawing/2014/main" id="{9EDCAE59-C9D9-5161-04F8-3D94C26411A1}"/>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4175115533"/>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showMasterSp="0" preserve="1" userDrawn="1">
  <p:cSld name="Full bleed image 1">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bg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548640"/>
          <a:lstStyle>
            <a:lvl1pPr marL="0" indent="0">
              <a:buNone/>
              <a:defRPr>
                <a:solidFill>
                  <a:schemeClr val="bg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bg1"/>
                </a:solidFill>
              </a:defRPr>
            </a:lvl1pPr>
          </a:lstStyle>
          <a:p>
            <a:r>
              <a:rPr lang="en-US"/>
              <a:t>© 2025 Equinix, Inc.</a:t>
            </a:r>
          </a:p>
        </p:txBody>
      </p:sp>
      <p:sp>
        <p:nvSpPr>
          <p:cNvPr id="6" name="fortress_black_logo">
            <a:extLst>
              <a:ext uri="{FF2B5EF4-FFF2-40B4-BE49-F238E27FC236}">
                <a16:creationId xmlns:a16="http://schemas.microsoft.com/office/drawing/2014/main" id="{A576F339-5E19-E141-3F6C-2F3BC63426E4}"/>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bg1"/>
          </a:solidFill>
          <a:ln w="6350" cap="flat">
            <a:noFill/>
            <a:prstDash val="solid"/>
            <a:miter/>
          </a:ln>
        </p:spPr>
        <p:txBody>
          <a:bodyPr rtlCol="0" anchor="ctr"/>
          <a:lstStyle/>
          <a:p>
            <a:endParaRPr lang="en-US" sz="1800"/>
          </a:p>
        </p:txBody>
      </p:sp>
      <p:sp>
        <p:nvSpPr>
          <p:cNvPr id="7" name="Date Placeholder 3">
            <a:extLst>
              <a:ext uri="{FF2B5EF4-FFF2-40B4-BE49-F238E27FC236}">
                <a16:creationId xmlns:a16="http://schemas.microsoft.com/office/drawing/2014/main" id="{A9C75A38-1DB9-B9E4-3823-8364F66BE57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bg1"/>
                </a:solidFill>
              </a:defRPr>
            </a:lvl1pPr>
          </a:lstStyle>
          <a:p>
            <a:endParaRPr lang="en-US"/>
          </a:p>
        </p:txBody>
      </p:sp>
    </p:spTree>
    <p:extLst>
      <p:ext uri="{BB962C8B-B14F-4D97-AF65-F5344CB8AC3E}">
        <p14:creationId xmlns:p14="http://schemas.microsoft.com/office/powerpoint/2010/main" val="3615215421"/>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Full bleed image 2">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83A861-BE38-26B6-7CA3-ECCB0D6F3DA1}"/>
              </a:ext>
            </a:extLst>
          </p:cNvPr>
          <p:cNvSpPr>
            <a:spLocks noGrp="1"/>
          </p:cNvSpPr>
          <p:nvPr>
            <p:ph type="sldNum" sz="quarter" idx="12"/>
          </p:nvPr>
        </p:nvSpPr>
        <p:spPr/>
        <p:txBody>
          <a:bodyPr/>
          <a:lstStyle>
            <a:lvl1pPr>
              <a:defRPr>
                <a:solidFill>
                  <a:schemeClr val="tx1"/>
                </a:solidFill>
              </a:defRPr>
            </a:lvl1pPr>
          </a:lstStyle>
          <a:p>
            <a:fld id="{F8A89D12-4F33-44AF-85FC-689FEAF79A41}" type="slidenum">
              <a:rPr lang="en-US" smtClean="0"/>
              <a:pPr/>
              <a:t>‹#›</a:t>
            </a:fld>
            <a:endParaRPr lang="en-US"/>
          </a:p>
        </p:txBody>
      </p:sp>
      <p:sp>
        <p:nvSpPr>
          <p:cNvPr id="11" name="Picture Placeholder 10">
            <a:extLst>
              <a:ext uri="{FF2B5EF4-FFF2-40B4-BE49-F238E27FC236}">
                <a16:creationId xmlns:a16="http://schemas.microsoft.com/office/drawing/2014/main" id="{AAD94D68-560A-BEA2-0A03-B80C88D8140E}"/>
              </a:ext>
            </a:extLst>
          </p:cNvPr>
          <p:cNvSpPr>
            <a:spLocks noGrp="1"/>
          </p:cNvSpPr>
          <p:nvPr>
            <p:ph type="pic" sz="quarter" idx="14" hasCustomPrompt="1"/>
          </p:nvPr>
        </p:nvSpPr>
        <p:spPr>
          <a:xfrm>
            <a:off x="0" y="0"/>
            <a:ext cx="12192000" cy="6858000"/>
          </a:xfrm>
        </p:spPr>
        <p:txBody>
          <a:bodyPr lIns="548640" tIns="4572000"/>
          <a:lstStyle>
            <a:lvl1pPr marL="0" indent="0">
              <a:buNone/>
              <a:defRPr>
                <a:solidFill>
                  <a:schemeClr val="tx1"/>
                </a:solidFill>
              </a:defRPr>
            </a:lvl1pPr>
          </a:lstStyle>
          <a:p>
            <a:r>
              <a:rPr lang="en-GB"/>
              <a:t>Drag picture to placeholder or click icon to add, then send to back. </a:t>
            </a:r>
            <a:br>
              <a:rPr lang="en-GB"/>
            </a:br>
            <a:r>
              <a:rPr lang="en-GB"/>
              <a:t>If logo not showing on slide, copy from slide master and paste on </a:t>
            </a:r>
            <a:br>
              <a:rPr lang="en-GB"/>
            </a:br>
            <a:r>
              <a:rPr lang="en-GB"/>
              <a:t>slide layout taking care that size and position does not change.</a:t>
            </a:r>
            <a:endParaRPr lang="en-US"/>
          </a:p>
        </p:txBody>
      </p:sp>
      <p:sp>
        <p:nvSpPr>
          <p:cNvPr id="4" name="Footer Placeholder 3">
            <a:extLst>
              <a:ext uri="{FF2B5EF4-FFF2-40B4-BE49-F238E27FC236}">
                <a16:creationId xmlns:a16="http://schemas.microsoft.com/office/drawing/2014/main" id="{241ADAC9-50F9-9EE9-214E-720D2BA8F5C3}"/>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 2025 Equinix, Inc.</a:t>
            </a:r>
          </a:p>
        </p:txBody>
      </p:sp>
      <p:sp>
        <p:nvSpPr>
          <p:cNvPr id="2" name="Date Placeholder 1">
            <a:extLst>
              <a:ext uri="{FF2B5EF4-FFF2-40B4-BE49-F238E27FC236}">
                <a16:creationId xmlns:a16="http://schemas.microsoft.com/office/drawing/2014/main" id="{BB0091B0-BE44-8F87-1713-43B45B1C6014}"/>
              </a:ext>
              <a:ext uri="{C183D7F6-B498-43B3-948B-1728B52AA6E4}">
                <adec:decorative xmlns:adec="http://schemas.microsoft.com/office/drawing/2017/decorative" val="0"/>
              </a:ext>
            </a:extLst>
          </p:cNvPr>
          <p:cNvSpPr>
            <a:spLocks noGrp="1"/>
          </p:cNvSpPr>
          <p:nvPr>
            <p:ph type="dt" sz="half" idx="15"/>
          </p:nvPr>
        </p:nvSpPr>
        <p:spPr/>
        <p:txBody>
          <a:bodyPr/>
          <a:lstStyle/>
          <a:p>
            <a:endParaRPr lang="en-US"/>
          </a:p>
        </p:txBody>
      </p:sp>
    </p:spTree>
    <p:extLst>
      <p:ext uri="{BB962C8B-B14F-4D97-AF65-F5344CB8AC3E}">
        <p14:creationId xmlns:p14="http://schemas.microsoft.com/office/powerpoint/2010/main" val="4187085603"/>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Full width image free layout1">
    <p:bg>
      <p:bgPr>
        <a:gradFill>
          <a:gsLst>
            <a:gs pos="0">
              <a:srgbClr val="FFCCDD"/>
            </a:gs>
            <a:gs pos="100000">
              <a:srgbClr val="FFF1CC"/>
            </a:gs>
          </a:gsLst>
          <a:lin ang="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7" name="Date Placeholder 3">
            <a:extLst>
              <a:ext uri="{FF2B5EF4-FFF2-40B4-BE49-F238E27FC236}">
                <a16:creationId xmlns:a16="http://schemas.microsoft.com/office/drawing/2014/main" id="{F9BB6715-56AD-6556-FE3B-257A0B102020}"/>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814373549"/>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Full width image free layout2">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46D2DE1-751E-D734-5E0A-CF9F48A74D8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6" name="Slide Number Placeholder 5">
            <a:extLst>
              <a:ext uri="{FF2B5EF4-FFF2-40B4-BE49-F238E27FC236}">
                <a16:creationId xmlns:a16="http://schemas.microsoft.com/office/drawing/2014/main" id="{AD477BA4-2FCC-5C45-C6A3-984BFDCF47CD}"/>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3" name="Picture Placeholder 2">
            <a:extLst>
              <a:ext uri="{FF2B5EF4-FFF2-40B4-BE49-F238E27FC236}">
                <a16:creationId xmlns:a16="http://schemas.microsoft.com/office/drawing/2014/main" id="{09D27E04-DEA7-545B-2A2F-AF2F2AF73753}"/>
              </a:ext>
            </a:extLst>
          </p:cNvPr>
          <p:cNvSpPr>
            <a:spLocks noGrp="1"/>
          </p:cNvSpPr>
          <p:nvPr>
            <p:ph type="pic" sz="quarter" idx="13" hasCustomPrompt="1"/>
          </p:nvPr>
        </p:nvSpPr>
        <p:spPr>
          <a:xfrm>
            <a:off x="0" y="0"/>
            <a:ext cx="12192000" cy="4892040"/>
          </a:xfrm>
        </p:spPr>
        <p:txBody>
          <a:bodyPr lIns="548640" tIns="548640" rIns="548640"/>
          <a:lstStyle>
            <a:lvl1pPr marL="0" indent="0">
              <a:buNone/>
              <a:defRPr/>
            </a:lvl1pPr>
          </a:lstStyle>
          <a:p>
            <a:r>
              <a:rPr lang="en-GB"/>
              <a:t>Drag picture to placeholder or click icon to add</a:t>
            </a:r>
            <a:endParaRPr lang="en-US"/>
          </a:p>
        </p:txBody>
      </p:sp>
      <p:sp>
        <p:nvSpPr>
          <p:cNvPr id="7" name="Date Placeholder 3">
            <a:extLst>
              <a:ext uri="{FF2B5EF4-FFF2-40B4-BE49-F238E27FC236}">
                <a16:creationId xmlns:a16="http://schemas.microsoft.com/office/drawing/2014/main" id="{521985E6-7100-F6A8-B787-727D1744298C}"/>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846053298"/>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Strategic Partner">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7B8F0AEC-31E5-6FDF-3D1F-80C1BC776E06}"/>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28F41CC-8969-0F9C-57F4-579EBF0F58D1}"/>
              </a:ext>
            </a:extLst>
          </p:cNvPr>
          <p:cNvSpPr>
            <a:spLocks noGrp="1"/>
          </p:cNvSpPr>
          <p:nvPr>
            <p:ph type="sldNum" sz="quarter" idx="12"/>
          </p:nvPr>
        </p:nvSpPr>
        <p:spPr/>
        <p:txBody>
          <a:bodyPr/>
          <a:lstStyle/>
          <a:p>
            <a:fld id="{F8A89D12-4F33-44AF-85FC-689FEAF79A41}" type="slidenum">
              <a:rPr lang="en-US" smtClean="0"/>
              <a:t>‹#›</a:t>
            </a:fld>
            <a:endParaRPr lang="en-US"/>
          </a:p>
        </p:txBody>
      </p:sp>
      <p:sp>
        <p:nvSpPr>
          <p:cNvPr id="4" name="Text Placeholder 3">
            <a:extLst>
              <a:ext uri="{FF2B5EF4-FFF2-40B4-BE49-F238E27FC236}">
                <a16:creationId xmlns:a16="http://schemas.microsoft.com/office/drawing/2014/main" id="{7DB979B2-2C5B-87C8-DFB8-5E22B70EE89E}"/>
              </a:ext>
            </a:extLst>
          </p:cNvPr>
          <p:cNvSpPr>
            <a:spLocks noGrp="1"/>
          </p:cNvSpPr>
          <p:nvPr>
            <p:ph type="body" sz="half" idx="2" hasCustomPrompt="1"/>
          </p:nvPr>
        </p:nvSpPr>
        <p:spPr>
          <a:xfrm>
            <a:off x="6281740" y="519110"/>
            <a:ext cx="5359401" cy="274320"/>
          </a:xfrm>
        </p:spPr>
        <p:txBody>
          <a:bodyPr/>
          <a:lstStyle>
            <a:lvl1pPr marL="0" indent="0" algn="r">
              <a:lnSpc>
                <a:spcPct val="100000"/>
              </a:lnSpc>
              <a:spcBef>
                <a:spcPts val="0"/>
              </a:spcBef>
              <a:spcAft>
                <a:spcPts val="600"/>
              </a:spcAft>
              <a:buNone/>
              <a:defRPr sz="900" b="0">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algn="r">
              <a:lnSpc>
                <a:spcPct val="100000"/>
              </a:lnSpc>
              <a:spcBef>
                <a:spcPts val="0"/>
              </a:spcBef>
              <a:spcAft>
                <a:spcPts val="600"/>
              </a:spcAft>
            </a:pPr>
            <a:r>
              <a:rPr lang="en-US" sz="900" b="1">
                <a:latin typeface="Arial" panose="020B0604020202020204" pitchFamily="34" charset="0"/>
                <a:cs typeface="Arial" panose="020B0604020202020204" pitchFamily="34" charset="0"/>
              </a:rPr>
              <a:t>Industry</a:t>
            </a:r>
            <a:r>
              <a:rPr lang="en-US" sz="900">
                <a:latin typeface="Arial" panose="020B0604020202020204" pitchFamily="34" charset="0"/>
                <a:cs typeface="Arial" panose="020B0604020202020204" pitchFamily="34" charset="0"/>
              </a:rPr>
              <a:t>: Lorem ipsum dolor sit </a:t>
            </a:r>
            <a:r>
              <a:rPr lang="en-US" sz="900" err="1">
                <a:latin typeface="Arial" panose="020B0604020202020204" pitchFamily="34" charset="0"/>
                <a:cs typeface="Arial" panose="020B0604020202020204" pitchFamily="34" charset="0"/>
              </a:rPr>
              <a:t>amet</a:t>
            </a:r>
            <a:r>
              <a:rPr lang="en-US" sz="900">
                <a:latin typeface="Arial" panose="020B0604020202020204" pitchFamily="34" charset="0"/>
                <a:cs typeface="Arial" panose="020B0604020202020204" pitchFamily="34" charset="0"/>
              </a:rPr>
              <a:t>, 9pt</a:t>
            </a:r>
          </a:p>
        </p:txBody>
      </p:sp>
      <p:sp>
        <p:nvSpPr>
          <p:cNvPr id="8" name="Content Placeholder 7">
            <a:extLst>
              <a:ext uri="{FF2B5EF4-FFF2-40B4-BE49-F238E27FC236}">
                <a16:creationId xmlns:a16="http://schemas.microsoft.com/office/drawing/2014/main" id="{07117B15-0E5D-E8D5-1F6D-79C8405101D0}"/>
              </a:ext>
            </a:extLst>
          </p:cNvPr>
          <p:cNvSpPr>
            <a:spLocks noGrp="1"/>
          </p:cNvSpPr>
          <p:nvPr>
            <p:ph sz="quarter" idx="15" hasCustomPrompt="1"/>
          </p:nvPr>
        </p:nvSpPr>
        <p:spPr>
          <a:xfrm>
            <a:off x="549275" y="547693"/>
            <a:ext cx="1645920" cy="374904"/>
          </a:xfrm>
        </p:spPr>
        <p:txBody>
          <a:bodyPr/>
          <a:lstStyle>
            <a:lvl1pPr>
              <a:defRPr sz="900"/>
            </a:lvl1pPr>
          </a:lstStyle>
          <a:p>
            <a:r>
              <a:rPr lang="en-US"/>
              <a:t>Strategic Partner logo</a:t>
            </a:r>
          </a:p>
        </p:txBody>
      </p:sp>
      <p:sp>
        <p:nvSpPr>
          <p:cNvPr id="5" name="Content Placeholder 4">
            <a:extLst>
              <a:ext uri="{FF2B5EF4-FFF2-40B4-BE49-F238E27FC236}">
                <a16:creationId xmlns:a16="http://schemas.microsoft.com/office/drawing/2014/main" id="{A5068100-1244-FD22-48D3-0BBDB1127127}"/>
              </a:ext>
            </a:extLst>
          </p:cNvPr>
          <p:cNvSpPr>
            <a:spLocks noGrp="1"/>
          </p:cNvSpPr>
          <p:nvPr>
            <p:ph sz="quarter" idx="16" hasCustomPrompt="1"/>
          </p:nvPr>
        </p:nvSpPr>
        <p:spPr>
          <a:xfrm>
            <a:off x="549276" y="1554480"/>
            <a:ext cx="11094720" cy="4617720"/>
          </a:xfrm>
        </p:spPr>
        <p:txBody>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9" name="Date Placeholder 3">
            <a:extLst>
              <a:ext uri="{FF2B5EF4-FFF2-40B4-BE49-F238E27FC236}">
                <a16:creationId xmlns:a16="http://schemas.microsoft.com/office/drawing/2014/main" id="{B7AB1E7E-DA56-4153-918F-68267230DBC0}"/>
              </a:ext>
              <a:ext uri="{C183D7F6-B498-43B3-948B-1728B52AA6E4}">
                <adec:decorative xmlns:adec="http://schemas.microsoft.com/office/drawing/2017/decorative" val="0"/>
              </a:ext>
            </a:extLst>
          </p:cNvPr>
          <p:cNvSpPr>
            <a:spLocks noGrp="1"/>
          </p:cNvSpPr>
          <p:nvPr>
            <p:ph type="dt" sz="half" idx="17"/>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4257610057"/>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hasCustomPrompt="1"/>
          </p:nvPr>
        </p:nvSpPr>
        <p:spPr>
          <a:xfrm>
            <a:off x="548640" y="457200"/>
            <a:ext cx="11091672" cy="548640"/>
          </a:xfrm>
        </p:spPr>
        <p:txBody>
          <a:bodyPr anchor="t"/>
          <a:lstStyle>
            <a:lvl1pPr>
              <a:defRPr/>
            </a:lvl1pPr>
          </a:lstStyle>
          <a:p>
            <a:r>
              <a:rPr lang="en-US"/>
              <a:t>Title text, 24pt</a:t>
            </a:r>
          </a:p>
        </p:txBody>
      </p:sp>
      <p:sp>
        <p:nvSpPr>
          <p:cNvPr id="2" name="Text Placeholder 2">
            <a:extLst>
              <a:ext uri="{FF2B5EF4-FFF2-40B4-BE49-F238E27FC236}">
                <a16:creationId xmlns:a16="http://schemas.microsoft.com/office/drawing/2014/main" id="{1E6AB38C-0FCD-C60C-2D19-FF00ED6DCF1D}"/>
              </a:ext>
            </a:extLst>
          </p:cNvPr>
          <p:cNvSpPr>
            <a:spLocks noGrp="1"/>
          </p:cNvSpPr>
          <p:nvPr>
            <p:ph type="body" sz="quarter" idx="16" hasCustomPrompt="1"/>
          </p:nvPr>
        </p:nvSpPr>
        <p:spPr>
          <a:xfrm>
            <a:off x="548641" y="1051562"/>
            <a:ext cx="11088687" cy="365761"/>
          </a:xfrm>
        </p:spPr>
        <p:txBody>
          <a:bodyPr/>
          <a:lstStyle>
            <a:lvl1pPr>
              <a:spcBef>
                <a:spcPts val="0"/>
              </a:spcBef>
              <a:defRPr sz="1200" b="1"/>
            </a:lvl1pPr>
          </a:lstStyle>
          <a:p>
            <a:pPr lvl="0"/>
            <a:r>
              <a:rPr lang="en-US"/>
              <a:t>Optional subtitle, single line only, 12pt bold</a:t>
            </a:r>
          </a:p>
        </p:txBody>
      </p:sp>
      <p:sp>
        <p:nvSpPr>
          <p:cNvPr id="3" name="Date Placeholder 3">
            <a:extLst>
              <a:ext uri="{FF2B5EF4-FFF2-40B4-BE49-F238E27FC236}">
                <a16:creationId xmlns:a16="http://schemas.microsoft.com/office/drawing/2014/main" id="{E37D29DD-B6F5-C42D-1E96-944407E7047E}"/>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141664602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D00C8EC-0191-F005-C74A-E318A887E5A8}"/>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7" name="Slide Number Placeholder 6">
            <a:extLst>
              <a:ext uri="{FF2B5EF4-FFF2-40B4-BE49-F238E27FC236}">
                <a16:creationId xmlns:a16="http://schemas.microsoft.com/office/drawing/2014/main" id="{291100D2-C04F-30F6-DEA4-3D1DF775E6B3}"/>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2" name="Date Placeholder 3">
            <a:extLst>
              <a:ext uri="{FF2B5EF4-FFF2-40B4-BE49-F238E27FC236}">
                <a16:creationId xmlns:a16="http://schemas.microsoft.com/office/drawing/2014/main" id="{89D625CB-141E-5FE9-2835-D8562BA672AF}"/>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Tree>
    <p:extLst>
      <p:ext uri="{BB962C8B-B14F-4D97-AF65-F5344CB8AC3E}">
        <p14:creationId xmlns:p14="http://schemas.microsoft.com/office/powerpoint/2010/main" val="3601356266"/>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type="blank" preserve="1">
  <p:cSld name="End Slide">
    <p:bg>
      <p:bgPr>
        <a:solidFill>
          <a:schemeClr val="tx1"/>
        </a:solidFill>
        <a:effectLst/>
      </p:bgPr>
    </p:bg>
    <p:spTree>
      <p:nvGrpSpPr>
        <p:cNvPr id="1" name=""/>
        <p:cNvGrpSpPr/>
        <p:nvPr/>
      </p:nvGrpSpPr>
      <p:grpSpPr>
        <a:xfrm>
          <a:off x="0" y="0"/>
          <a:ext cx="0" cy="0"/>
          <a:chOff x="0" y="0"/>
          <a:chExt cx="0" cy="0"/>
        </a:xfrm>
      </p:grpSpPr>
      <p:sp>
        <p:nvSpPr>
          <p:cNvPr id="11" name="Graphic 8">
            <a:extLst>
              <a:ext uri="{FF2B5EF4-FFF2-40B4-BE49-F238E27FC236}">
                <a16:creationId xmlns:a16="http://schemas.microsoft.com/office/drawing/2014/main" id="{4489F60E-7BDF-CD21-FD18-47709622A60B}"/>
              </a:ext>
              <a:ext uri="{C183D7F6-B498-43B3-948B-1728B52AA6E4}">
                <adec:decorative xmlns:adec="http://schemas.microsoft.com/office/drawing/2017/decorative" val="1"/>
              </a:ext>
            </a:extLst>
          </p:cNvPr>
          <p:cNvSpPr/>
          <p:nvPr/>
        </p:nvSpPr>
        <p:spPr bwMode="invGray">
          <a:xfrm>
            <a:off x="64" y="859"/>
            <a:ext cx="12189091" cy="6856375"/>
          </a:xfrm>
          <a:custGeom>
            <a:avLst/>
            <a:gdLst>
              <a:gd name="connsiteX0" fmla="*/ 10252102 w 12189091"/>
              <a:gd name="connsiteY0" fmla="*/ 5209940 h 6856375"/>
              <a:gd name="connsiteX1" fmla="*/ 10898218 w 12189091"/>
              <a:gd name="connsiteY1" fmla="*/ 5444717 h 6856375"/>
              <a:gd name="connsiteX2" fmla="*/ 10898510 w 12189091"/>
              <a:gd name="connsiteY2" fmla="*/ 5914385 h 6856375"/>
              <a:gd name="connsiteX3" fmla="*/ 10252102 w 12189091"/>
              <a:gd name="connsiteY3" fmla="*/ 6149035 h 6856375"/>
              <a:gd name="connsiteX4" fmla="*/ 9607065 w 12189091"/>
              <a:gd name="connsiteY4" fmla="*/ 5914652 h 6856375"/>
              <a:gd name="connsiteX5" fmla="*/ 9605986 w 12189091"/>
              <a:gd name="connsiteY5" fmla="*/ 5444704 h 6856375"/>
              <a:gd name="connsiteX6" fmla="*/ 10252102 w 12189091"/>
              <a:gd name="connsiteY6" fmla="*/ 5209940 h 6856375"/>
              <a:gd name="connsiteX7" fmla="*/ 8315595 w 12189091"/>
              <a:gd name="connsiteY7" fmla="*/ 5914931 h 6856375"/>
              <a:gd name="connsiteX8" fmla="*/ 8960632 w 12189091"/>
              <a:gd name="connsiteY8" fmla="*/ 6149314 h 6856375"/>
              <a:gd name="connsiteX9" fmla="*/ 9607052 w 12189091"/>
              <a:gd name="connsiteY9" fmla="*/ 5914664 h 6856375"/>
              <a:gd name="connsiteX10" fmla="*/ 9606735 w 12189091"/>
              <a:gd name="connsiteY10" fmla="*/ 5444996 h 6856375"/>
              <a:gd name="connsiteX11" fmla="*/ 8960632 w 12189091"/>
              <a:gd name="connsiteY11" fmla="*/ 5210219 h 6856375"/>
              <a:gd name="connsiteX12" fmla="*/ 8314516 w 12189091"/>
              <a:gd name="connsiteY12" fmla="*/ 5444996 h 6856375"/>
              <a:gd name="connsiteX13" fmla="*/ 12187047 w 12189091"/>
              <a:gd name="connsiteY13" fmla="*/ 5915718 h 6856375"/>
              <a:gd name="connsiteX14" fmla="*/ 11540944 w 12189091"/>
              <a:gd name="connsiteY14" fmla="*/ 6150483 h 6856375"/>
              <a:gd name="connsiteX15" fmla="*/ 11542011 w 12189091"/>
              <a:gd name="connsiteY15" fmla="*/ 6620443 h 6856375"/>
              <a:gd name="connsiteX16" fmla="*/ 12187047 w 12189091"/>
              <a:gd name="connsiteY16" fmla="*/ 6854826 h 6856375"/>
              <a:gd name="connsiteX17" fmla="*/ 10252102 w 12189091"/>
              <a:gd name="connsiteY17" fmla="*/ 5209940 h 6856375"/>
              <a:gd name="connsiteX18" fmla="*/ 10252255 w 12189091"/>
              <a:gd name="connsiteY18" fmla="*/ 6148362 h 6856375"/>
              <a:gd name="connsiteX19" fmla="*/ 8314516 w 12189091"/>
              <a:gd name="connsiteY19" fmla="*/ 5444996 h 6856375"/>
              <a:gd name="connsiteX20" fmla="*/ 9607040 w 12189091"/>
              <a:gd name="connsiteY20" fmla="*/ 5914664 h 6856375"/>
              <a:gd name="connsiteX21" fmla="*/ 9606748 w 12189091"/>
              <a:gd name="connsiteY21" fmla="*/ 5444996 h 6856375"/>
              <a:gd name="connsiteX22" fmla="*/ 8315608 w 12189091"/>
              <a:gd name="connsiteY22" fmla="*/ 5914943 h 6856375"/>
              <a:gd name="connsiteX23" fmla="*/ 10252255 w 12189091"/>
              <a:gd name="connsiteY23" fmla="*/ 6856286 h 6856375"/>
              <a:gd name="connsiteX24" fmla="*/ 10251963 w 12189091"/>
              <a:gd name="connsiteY24" fmla="*/ 6148362 h 6856375"/>
              <a:gd name="connsiteX25" fmla="*/ 9605834 w 12189091"/>
              <a:gd name="connsiteY25" fmla="*/ 5913585 h 6856375"/>
              <a:gd name="connsiteX26" fmla="*/ 8959730 w 12189091"/>
              <a:gd name="connsiteY26" fmla="*/ 6148362 h 6856375"/>
              <a:gd name="connsiteX27" fmla="*/ 8960797 w 12189091"/>
              <a:gd name="connsiteY27" fmla="*/ 6856286 h 6856375"/>
              <a:gd name="connsiteX28" fmla="*/ 8960632 w 12189091"/>
              <a:gd name="connsiteY28" fmla="*/ 5210206 h 6856375"/>
              <a:gd name="connsiteX29" fmla="*/ 8959730 w 12189091"/>
              <a:gd name="connsiteY29" fmla="*/ 6148362 h 6856375"/>
              <a:gd name="connsiteX30" fmla="*/ 11762935 w 12189091"/>
              <a:gd name="connsiteY30" fmla="*/ 6854826 h 6856375"/>
              <a:gd name="connsiteX31" fmla="*/ 11545249 w 12189091"/>
              <a:gd name="connsiteY31" fmla="*/ 6775738 h 6856375"/>
              <a:gd name="connsiteX32" fmla="*/ 11323333 w 12189091"/>
              <a:gd name="connsiteY32" fmla="*/ 6856375 h 6856375"/>
              <a:gd name="connsiteX33" fmla="*/ 9609351 w 12189091"/>
              <a:gd name="connsiteY33" fmla="*/ 4977600 h 6856375"/>
              <a:gd name="connsiteX34" fmla="*/ 10251797 w 12189091"/>
              <a:gd name="connsiteY34" fmla="*/ 4740271 h 6856375"/>
              <a:gd name="connsiteX35" fmla="*/ 9605681 w 12189091"/>
              <a:gd name="connsiteY35" fmla="*/ 4505507 h 6856375"/>
              <a:gd name="connsiteX36" fmla="*/ 8959578 w 12189091"/>
              <a:gd name="connsiteY36" fmla="*/ 4740271 h 6856375"/>
              <a:gd name="connsiteX37" fmla="*/ 9609351 w 12189091"/>
              <a:gd name="connsiteY37" fmla="*/ 4977600 h 6856375"/>
              <a:gd name="connsiteX38" fmla="*/ 9609351 w 12189091"/>
              <a:gd name="connsiteY38" fmla="*/ 5133479 h 6856375"/>
              <a:gd name="connsiteX39" fmla="*/ 10251797 w 12189091"/>
              <a:gd name="connsiteY39" fmla="*/ 4896150 h 6856375"/>
              <a:gd name="connsiteX40" fmla="*/ 9605681 w 12189091"/>
              <a:gd name="connsiteY40" fmla="*/ 4661386 h 6856375"/>
              <a:gd name="connsiteX41" fmla="*/ 8959578 w 12189091"/>
              <a:gd name="connsiteY41" fmla="*/ 4896150 h 6856375"/>
              <a:gd name="connsiteX42" fmla="*/ 9609351 w 12189091"/>
              <a:gd name="connsiteY42" fmla="*/ 5133479 h 6856375"/>
              <a:gd name="connsiteX43" fmla="*/ 9609351 w 12189091"/>
              <a:gd name="connsiteY43" fmla="*/ 5289346 h 6856375"/>
              <a:gd name="connsiteX44" fmla="*/ 10251797 w 12189091"/>
              <a:gd name="connsiteY44" fmla="*/ 5052029 h 6856375"/>
              <a:gd name="connsiteX45" fmla="*/ 9605681 w 12189091"/>
              <a:gd name="connsiteY45" fmla="*/ 4817252 h 6856375"/>
              <a:gd name="connsiteX46" fmla="*/ 8959578 w 12189091"/>
              <a:gd name="connsiteY46" fmla="*/ 5052029 h 6856375"/>
              <a:gd name="connsiteX47" fmla="*/ 9609351 w 12189091"/>
              <a:gd name="connsiteY47" fmla="*/ 5289346 h 6856375"/>
              <a:gd name="connsiteX48" fmla="*/ 9609351 w 12189091"/>
              <a:gd name="connsiteY48" fmla="*/ 5445212 h 6856375"/>
              <a:gd name="connsiteX49" fmla="*/ 10251797 w 12189091"/>
              <a:gd name="connsiteY49" fmla="*/ 5207895 h 6856375"/>
              <a:gd name="connsiteX50" fmla="*/ 9605681 w 12189091"/>
              <a:gd name="connsiteY50" fmla="*/ 4973119 h 6856375"/>
              <a:gd name="connsiteX51" fmla="*/ 8959578 w 12189091"/>
              <a:gd name="connsiteY51" fmla="*/ 5207895 h 6856375"/>
              <a:gd name="connsiteX52" fmla="*/ 9609351 w 12189091"/>
              <a:gd name="connsiteY52" fmla="*/ 5445212 h 6856375"/>
              <a:gd name="connsiteX53" fmla="*/ 12189092 w 12189091"/>
              <a:gd name="connsiteY53" fmla="*/ 6856362 h 6856375"/>
              <a:gd name="connsiteX54" fmla="*/ 11542976 w 12189091"/>
              <a:gd name="connsiteY54" fmla="*/ 6621586 h 6856375"/>
              <a:gd name="connsiteX55" fmla="*/ 10896872 w 12189091"/>
              <a:gd name="connsiteY55" fmla="*/ 6856362 h 6856375"/>
              <a:gd name="connsiteX56" fmla="*/ 11543141 w 12189091"/>
              <a:gd name="connsiteY56" fmla="*/ 6616748 h 6856375"/>
              <a:gd name="connsiteX57" fmla="*/ 11543141 w 12189091"/>
              <a:gd name="connsiteY57" fmla="*/ 6856286 h 6856375"/>
              <a:gd name="connsiteX58" fmla="*/ 6376587 w 12189091"/>
              <a:gd name="connsiteY58" fmla="*/ 6148819 h 6856375"/>
              <a:gd name="connsiteX59" fmla="*/ 6377666 w 12189091"/>
              <a:gd name="connsiteY59" fmla="*/ 6618767 h 6856375"/>
              <a:gd name="connsiteX60" fmla="*/ 7022691 w 12189091"/>
              <a:gd name="connsiteY60" fmla="*/ 6853150 h 6856375"/>
              <a:gd name="connsiteX61" fmla="*/ 7669111 w 12189091"/>
              <a:gd name="connsiteY61" fmla="*/ 6618487 h 6856375"/>
              <a:gd name="connsiteX62" fmla="*/ 7668807 w 12189091"/>
              <a:gd name="connsiteY62" fmla="*/ 6148832 h 6856375"/>
              <a:gd name="connsiteX63" fmla="*/ 7022691 w 12189091"/>
              <a:gd name="connsiteY63" fmla="*/ 5914055 h 6856375"/>
              <a:gd name="connsiteX64" fmla="*/ 6376587 w 12189091"/>
              <a:gd name="connsiteY64" fmla="*/ 6148819 h 6856375"/>
              <a:gd name="connsiteX65" fmla="*/ 6377653 w 12189091"/>
              <a:gd name="connsiteY65" fmla="*/ 6618767 h 6856375"/>
              <a:gd name="connsiteX66" fmla="*/ 7668781 w 12189091"/>
              <a:gd name="connsiteY66" fmla="*/ 6148819 h 6856375"/>
              <a:gd name="connsiteX67" fmla="*/ 8311583 w 12189091"/>
              <a:gd name="connsiteY67" fmla="*/ 5444564 h 6856375"/>
              <a:gd name="connsiteX68" fmla="*/ 7665480 w 12189091"/>
              <a:gd name="connsiteY68" fmla="*/ 5209787 h 6856375"/>
              <a:gd name="connsiteX69" fmla="*/ 7019364 w 12189091"/>
              <a:gd name="connsiteY69" fmla="*/ 5444564 h 6856375"/>
              <a:gd name="connsiteX70" fmla="*/ 7020443 w 12189091"/>
              <a:gd name="connsiteY70" fmla="*/ 5914512 h 6856375"/>
              <a:gd name="connsiteX71" fmla="*/ 7665480 w 12189091"/>
              <a:gd name="connsiteY71" fmla="*/ 6148895 h 6856375"/>
              <a:gd name="connsiteX72" fmla="*/ 8311900 w 12189091"/>
              <a:gd name="connsiteY72" fmla="*/ 5914245 h 6856375"/>
              <a:gd name="connsiteX73" fmla="*/ 12187949 w 12189091"/>
              <a:gd name="connsiteY73" fmla="*/ 4978807 h 6856375"/>
              <a:gd name="connsiteX74" fmla="*/ 11541846 w 12189091"/>
              <a:gd name="connsiteY74" fmla="*/ 4744030 h 6856375"/>
              <a:gd name="connsiteX75" fmla="*/ 10895742 w 12189091"/>
              <a:gd name="connsiteY75" fmla="*/ 4978807 h 6856375"/>
              <a:gd name="connsiteX76" fmla="*/ 10896809 w 12189091"/>
              <a:gd name="connsiteY76" fmla="*/ 5448767 h 6856375"/>
              <a:gd name="connsiteX77" fmla="*/ 11541846 w 12189091"/>
              <a:gd name="connsiteY77" fmla="*/ 5683150 h 6856375"/>
              <a:gd name="connsiteX78" fmla="*/ 12188266 w 12189091"/>
              <a:gd name="connsiteY78" fmla="*/ 5448488 h 6856375"/>
              <a:gd name="connsiteX79" fmla="*/ 7019859 w 12189091"/>
              <a:gd name="connsiteY79" fmla="*/ 5445389 h 6856375"/>
              <a:gd name="connsiteX80" fmla="*/ 8312383 w 12189091"/>
              <a:gd name="connsiteY80" fmla="*/ 5915058 h 6856375"/>
              <a:gd name="connsiteX81" fmla="*/ 8310884 w 12189091"/>
              <a:gd name="connsiteY81" fmla="*/ 6856286 h 6856375"/>
              <a:gd name="connsiteX82" fmla="*/ 8312180 w 12189091"/>
              <a:gd name="connsiteY82" fmla="*/ 5444374 h 6856375"/>
              <a:gd name="connsiteX83" fmla="*/ 7022678 w 12189091"/>
              <a:gd name="connsiteY83" fmla="*/ 5914042 h 6856375"/>
              <a:gd name="connsiteX84" fmla="*/ 8960226 w 12189091"/>
              <a:gd name="connsiteY84" fmla="*/ 6619871 h 6856375"/>
              <a:gd name="connsiteX85" fmla="*/ 8959908 w 12189091"/>
              <a:gd name="connsiteY85" fmla="*/ 6150203 h 6856375"/>
              <a:gd name="connsiteX86" fmla="*/ 8313805 w 12189091"/>
              <a:gd name="connsiteY86" fmla="*/ 5915426 h 6856375"/>
              <a:gd name="connsiteX87" fmla="*/ 7667702 w 12189091"/>
              <a:gd name="connsiteY87" fmla="*/ 6150203 h 6856375"/>
              <a:gd name="connsiteX88" fmla="*/ 7668768 w 12189091"/>
              <a:gd name="connsiteY88" fmla="*/ 6620150 h 6856375"/>
              <a:gd name="connsiteX89" fmla="*/ 5083873 w 12189091"/>
              <a:gd name="connsiteY89" fmla="*/ 6148705 h 6856375"/>
              <a:gd name="connsiteX90" fmla="*/ 5084939 w 12189091"/>
              <a:gd name="connsiteY90" fmla="*/ 6618665 h 6856375"/>
              <a:gd name="connsiteX91" fmla="*/ 5729976 w 12189091"/>
              <a:gd name="connsiteY91" fmla="*/ 6853048 h 6856375"/>
              <a:gd name="connsiteX92" fmla="*/ 6376396 w 12189091"/>
              <a:gd name="connsiteY92" fmla="*/ 6618386 h 6856375"/>
              <a:gd name="connsiteX93" fmla="*/ 6376384 w 12189091"/>
              <a:gd name="connsiteY93" fmla="*/ 6618373 h 6856375"/>
              <a:gd name="connsiteX94" fmla="*/ 5083873 w 12189091"/>
              <a:gd name="connsiteY94" fmla="*/ 6148705 h 6856375"/>
              <a:gd name="connsiteX95" fmla="*/ 6376079 w 12189091"/>
              <a:gd name="connsiteY95" fmla="*/ 6148705 h 6856375"/>
              <a:gd name="connsiteX96" fmla="*/ 5084939 w 12189091"/>
              <a:gd name="connsiteY96" fmla="*/ 6618665 h 6856375"/>
              <a:gd name="connsiteX97" fmla="*/ 7022843 w 12189091"/>
              <a:gd name="connsiteY97" fmla="*/ 6854483 h 6856375"/>
              <a:gd name="connsiteX98" fmla="*/ 6376727 w 12189091"/>
              <a:gd name="connsiteY98" fmla="*/ 6619706 h 6856375"/>
              <a:gd name="connsiteX99" fmla="*/ 5730623 w 12189091"/>
              <a:gd name="connsiteY99" fmla="*/ 6854483 h 6856375"/>
              <a:gd name="connsiteX100" fmla="*/ 6376727 w 12189091"/>
              <a:gd name="connsiteY100" fmla="*/ 6619706 h 6856375"/>
              <a:gd name="connsiteX101" fmla="*/ 6375838 w 12189091"/>
              <a:gd name="connsiteY101" fmla="*/ 6856286 h 6856375"/>
              <a:gd name="connsiteX102" fmla="*/ 10250337 w 12189091"/>
              <a:gd name="connsiteY102" fmla="*/ 6150483 h 6856375"/>
              <a:gd name="connsiteX103" fmla="*/ 10251404 w 12189091"/>
              <a:gd name="connsiteY103" fmla="*/ 6620443 h 6856375"/>
              <a:gd name="connsiteX104" fmla="*/ 10896440 w 12189091"/>
              <a:gd name="connsiteY104" fmla="*/ 6854826 h 6856375"/>
              <a:gd name="connsiteX105" fmla="*/ 11542862 w 12189091"/>
              <a:gd name="connsiteY105" fmla="*/ 6620164 h 6856375"/>
              <a:gd name="connsiteX106" fmla="*/ 11542570 w 12189091"/>
              <a:gd name="connsiteY106" fmla="*/ 6150495 h 6856375"/>
              <a:gd name="connsiteX107" fmla="*/ 10896440 w 12189091"/>
              <a:gd name="connsiteY107" fmla="*/ 5915731 h 6856375"/>
              <a:gd name="connsiteX108" fmla="*/ 10250337 w 12189091"/>
              <a:gd name="connsiteY108" fmla="*/ 6150483 h 6856375"/>
              <a:gd name="connsiteX109" fmla="*/ 10250337 w 12189091"/>
              <a:gd name="connsiteY109" fmla="*/ 6150483 h 6856375"/>
              <a:gd name="connsiteX110" fmla="*/ 11542862 w 12189091"/>
              <a:gd name="connsiteY110" fmla="*/ 6620150 h 6856375"/>
              <a:gd name="connsiteX111" fmla="*/ 7668768 w 12189091"/>
              <a:gd name="connsiteY111" fmla="*/ 6150203 h 6856375"/>
              <a:gd name="connsiteX112" fmla="*/ 8959908 w 12189091"/>
              <a:gd name="connsiteY112" fmla="*/ 6620150 h 6856375"/>
              <a:gd name="connsiteX113" fmla="*/ 9602748 w 12189091"/>
              <a:gd name="connsiteY113" fmla="*/ 6380447 h 6856375"/>
              <a:gd name="connsiteX114" fmla="*/ 10251416 w 12189091"/>
              <a:gd name="connsiteY114" fmla="*/ 6620443 h 6856375"/>
              <a:gd name="connsiteX115" fmla="*/ 11542544 w 12189091"/>
              <a:gd name="connsiteY115" fmla="*/ 6150483 h 6856375"/>
              <a:gd name="connsiteX116" fmla="*/ 10896453 w 12189091"/>
              <a:gd name="connsiteY116" fmla="*/ 5915718 h 6856375"/>
              <a:gd name="connsiteX117" fmla="*/ 10895552 w 12189091"/>
              <a:gd name="connsiteY117" fmla="*/ 6853861 h 6856375"/>
              <a:gd name="connsiteX118" fmla="*/ 8959578 w 12189091"/>
              <a:gd name="connsiteY118" fmla="*/ 4740271 h 6856375"/>
              <a:gd name="connsiteX119" fmla="*/ 8960645 w 12189091"/>
              <a:gd name="connsiteY119" fmla="*/ 5210232 h 6856375"/>
              <a:gd name="connsiteX120" fmla="*/ 9605681 w 12189091"/>
              <a:gd name="connsiteY120" fmla="*/ 5444615 h 6856375"/>
              <a:gd name="connsiteX121" fmla="*/ 10252102 w 12189091"/>
              <a:gd name="connsiteY121" fmla="*/ 5209952 h 6856375"/>
              <a:gd name="connsiteX122" fmla="*/ 10251797 w 12189091"/>
              <a:gd name="connsiteY122" fmla="*/ 4740284 h 6856375"/>
              <a:gd name="connsiteX123" fmla="*/ 9605681 w 12189091"/>
              <a:gd name="connsiteY123" fmla="*/ 4505520 h 6856375"/>
              <a:gd name="connsiteX124" fmla="*/ 8959578 w 12189091"/>
              <a:gd name="connsiteY124" fmla="*/ 4740271 h 6856375"/>
              <a:gd name="connsiteX125" fmla="*/ 12187352 w 12189091"/>
              <a:gd name="connsiteY125" fmla="*/ 6493601 h 6856375"/>
              <a:gd name="connsiteX126" fmla="*/ 12029950 w 12189091"/>
              <a:gd name="connsiteY126" fmla="*/ 6328530 h 6856375"/>
              <a:gd name="connsiteX127" fmla="*/ 11750061 w 12189091"/>
              <a:gd name="connsiteY127" fmla="*/ 6341925 h 6856375"/>
              <a:gd name="connsiteX128" fmla="*/ 11544804 w 12189091"/>
              <a:gd name="connsiteY128" fmla="*/ 6151206 h 6856375"/>
              <a:gd name="connsiteX129" fmla="*/ 2585798 w 12189091"/>
              <a:gd name="connsiteY129" fmla="*/ 1638 h 6856375"/>
              <a:gd name="connsiteX130" fmla="*/ 3230821 w 12189091"/>
              <a:gd name="connsiteY130" fmla="*/ 236021 h 6856375"/>
              <a:gd name="connsiteX131" fmla="*/ 3877242 w 12189091"/>
              <a:gd name="connsiteY131" fmla="*/ 1359 h 6856375"/>
              <a:gd name="connsiteX132" fmla="*/ 3230987 w 12189091"/>
              <a:gd name="connsiteY132" fmla="*/ 0 h 6856375"/>
              <a:gd name="connsiteX133" fmla="*/ 3230987 w 12189091"/>
              <a:gd name="connsiteY133" fmla="*/ 237939 h 6856375"/>
              <a:gd name="connsiteX134" fmla="*/ 3876544 w 12189091"/>
              <a:gd name="connsiteY134" fmla="*/ 1359 h 6856375"/>
              <a:gd name="connsiteX135" fmla="*/ 4521568 w 12189091"/>
              <a:gd name="connsiteY135" fmla="*/ 235742 h 6856375"/>
              <a:gd name="connsiteX136" fmla="*/ 5167989 w 12189091"/>
              <a:gd name="connsiteY136" fmla="*/ 1079 h 6856375"/>
              <a:gd name="connsiteX137" fmla="*/ 4522965 w 12189091"/>
              <a:gd name="connsiteY137" fmla="*/ 0 h 6856375"/>
              <a:gd name="connsiteX138" fmla="*/ 4522965 w 12189091"/>
              <a:gd name="connsiteY138" fmla="*/ 236567 h 6856375"/>
              <a:gd name="connsiteX139" fmla="*/ 649278 w 12189091"/>
              <a:gd name="connsiteY139" fmla="*/ 235577 h 6856375"/>
              <a:gd name="connsiteX140" fmla="*/ 644453 w 12189091"/>
              <a:gd name="connsiteY140" fmla="*/ 0 h 6856375"/>
              <a:gd name="connsiteX141" fmla="*/ 4241 w 12189091"/>
              <a:gd name="connsiteY141" fmla="*/ 1194 h 6856375"/>
              <a:gd name="connsiteX142" fmla="*/ 649278 w 12189091"/>
              <a:gd name="connsiteY142" fmla="*/ 235577 h 6856375"/>
              <a:gd name="connsiteX143" fmla="*/ 1295698 w 12189091"/>
              <a:gd name="connsiteY143" fmla="*/ 914 h 6856375"/>
              <a:gd name="connsiteX144" fmla="*/ 4522648 w 12189091"/>
              <a:gd name="connsiteY144" fmla="*/ 236224 h 6856375"/>
              <a:gd name="connsiteX145" fmla="*/ 4523727 w 12189091"/>
              <a:gd name="connsiteY145" fmla="*/ 706172 h 6856375"/>
              <a:gd name="connsiteX146" fmla="*/ 5168751 w 12189091"/>
              <a:gd name="connsiteY146" fmla="*/ 940556 h 6856375"/>
              <a:gd name="connsiteX147" fmla="*/ 5815171 w 12189091"/>
              <a:gd name="connsiteY147" fmla="*/ 705893 h 6856375"/>
              <a:gd name="connsiteX148" fmla="*/ 5814867 w 12189091"/>
              <a:gd name="connsiteY148" fmla="*/ 236224 h 6856375"/>
              <a:gd name="connsiteX149" fmla="*/ 5168751 w 12189091"/>
              <a:gd name="connsiteY149" fmla="*/ 1460 h 6856375"/>
              <a:gd name="connsiteX150" fmla="*/ 4522648 w 12189091"/>
              <a:gd name="connsiteY150" fmla="*/ 236224 h 6856375"/>
              <a:gd name="connsiteX151" fmla="*/ 4522648 w 12189091"/>
              <a:gd name="connsiteY151" fmla="*/ 236224 h 6856375"/>
              <a:gd name="connsiteX152" fmla="*/ 5815171 w 12189091"/>
              <a:gd name="connsiteY152" fmla="*/ 705893 h 6856375"/>
              <a:gd name="connsiteX153" fmla="*/ 5814867 w 12189091"/>
              <a:gd name="connsiteY153" fmla="*/ 236224 h 6856375"/>
              <a:gd name="connsiteX154" fmla="*/ 4523727 w 12189091"/>
              <a:gd name="connsiteY154" fmla="*/ 706172 h 6856375"/>
              <a:gd name="connsiteX155" fmla="*/ 1294365 w 12189091"/>
              <a:gd name="connsiteY155" fmla="*/ 1638 h 6856375"/>
              <a:gd name="connsiteX156" fmla="*/ 1939402 w 12189091"/>
              <a:gd name="connsiteY156" fmla="*/ 236021 h 6856375"/>
              <a:gd name="connsiteX157" fmla="*/ 2585823 w 12189091"/>
              <a:gd name="connsiteY157" fmla="*/ 1359 h 6856375"/>
              <a:gd name="connsiteX158" fmla="*/ 1939389 w 12189091"/>
              <a:gd name="connsiteY158" fmla="*/ 279 h 6856375"/>
              <a:gd name="connsiteX159" fmla="*/ 1938488 w 12189091"/>
              <a:gd name="connsiteY159" fmla="*/ 235056 h 6856375"/>
              <a:gd name="connsiteX160" fmla="*/ 5814486 w 12189091"/>
              <a:gd name="connsiteY160" fmla="*/ 0 h 6856375"/>
              <a:gd name="connsiteX161" fmla="*/ 5813584 w 12189091"/>
              <a:gd name="connsiteY161" fmla="*/ 233698 h 6856375"/>
              <a:gd name="connsiteX162" fmla="*/ 1079 w 12189091"/>
              <a:gd name="connsiteY162" fmla="*/ 1408967 h 6856375"/>
              <a:gd name="connsiteX163" fmla="*/ 646103 w 12189091"/>
              <a:gd name="connsiteY163" fmla="*/ 1643350 h 6856375"/>
              <a:gd name="connsiteX164" fmla="*/ 1292524 w 12189091"/>
              <a:gd name="connsiteY164" fmla="*/ 1408687 h 6856375"/>
              <a:gd name="connsiteX165" fmla="*/ 1292219 w 12189091"/>
              <a:gd name="connsiteY165" fmla="*/ 939019 h 6856375"/>
              <a:gd name="connsiteX166" fmla="*/ 646103 w 12189091"/>
              <a:gd name="connsiteY166" fmla="*/ 704242 h 6856375"/>
              <a:gd name="connsiteX167" fmla="*/ 0 w 12189091"/>
              <a:gd name="connsiteY167" fmla="*/ 939019 h 6856375"/>
              <a:gd name="connsiteX168" fmla="*/ 0 w 12189091"/>
              <a:gd name="connsiteY168" fmla="*/ 2347681 h 6856375"/>
              <a:gd name="connsiteX169" fmla="*/ 646421 w 12189091"/>
              <a:gd name="connsiteY169" fmla="*/ 2113019 h 6856375"/>
              <a:gd name="connsiteX170" fmla="*/ 646116 w 12189091"/>
              <a:gd name="connsiteY170" fmla="*/ 1643350 h 6856375"/>
              <a:gd name="connsiteX171" fmla="*/ 0 w 12189091"/>
              <a:gd name="connsiteY171" fmla="*/ 1408573 h 6856375"/>
              <a:gd name="connsiteX172" fmla="*/ 3230428 w 12189091"/>
              <a:gd name="connsiteY172" fmla="*/ 235932 h 6856375"/>
              <a:gd name="connsiteX173" fmla="*/ 3231494 w 12189091"/>
              <a:gd name="connsiteY173" fmla="*/ 705880 h 6856375"/>
              <a:gd name="connsiteX174" fmla="*/ 3876531 w 12189091"/>
              <a:gd name="connsiteY174" fmla="*/ 940263 h 6856375"/>
              <a:gd name="connsiteX175" fmla="*/ 4522952 w 12189091"/>
              <a:gd name="connsiteY175" fmla="*/ 705601 h 6856375"/>
              <a:gd name="connsiteX176" fmla="*/ 4522648 w 12189091"/>
              <a:gd name="connsiteY176" fmla="*/ 235932 h 6856375"/>
              <a:gd name="connsiteX177" fmla="*/ 3876531 w 12189091"/>
              <a:gd name="connsiteY177" fmla="*/ 1155 h 6856375"/>
              <a:gd name="connsiteX178" fmla="*/ 3230428 w 12189091"/>
              <a:gd name="connsiteY178" fmla="*/ 235932 h 6856375"/>
              <a:gd name="connsiteX179" fmla="*/ 1937955 w 12189091"/>
              <a:gd name="connsiteY179" fmla="*/ 1172323 h 6856375"/>
              <a:gd name="connsiteX180" fmla="*/ 1939021 w 12189091"/>
              <a:gd name="connsiteY180" fmla="*/ 1642271 h 6856375"/>
              <a:gd name="connsiteX181" fmla="*/ 2584058 w 12189091"/>
              <a:gd name="connsiteY181" fmla="*/ 1876654 h 6856375"/>
              <a:gd name="connsiteX182" fmla="*/ 3230479 w 12189091"/>
              <a:gd name="connsiteY182" fmla="*/ 1641992 h 6856375"/>
              <a:gd name="connsiteX183" fmla="*/ 3230174 w 12189091"/>
              <a:gd name="connsiteY183" fmla="*/ 1172323 h 6856375"/>
              <a:gd name="connsiteX184" fmla="*/ 2584058 w 12189091"/>
              <a:gd name="connsiteY184" fmla="*/ 937546 h 6856375"/>
              <a:gd name="connsiteX185" fmla="*/ 1937955 w 12189091"/>
              <a:gd name="connsiteY185" fmla="*/ 1172323 h 6856375"/>
              <a:gd name="connsiteX186" fmla="*/ 3230428 w 12189091"/>
              <a:gd name="connsiteY186" fmla="*/ 705601 h 6856375"/>
              <a:gd name="connsiteX187" fmla="*/ 3231494 w 12189091"/>
              <a:gd name="connsiteY187" fmla="*/ 1175548 h 6856375"/>
              <a:gd name="connsiteX188" fmla="*/ 3876531 w 12189091"/>
              <a:gd name="connsiteY188" fmla="*/ 1409932 h 6856375"/>
              <a:gd name="connsiteX189" fmla="*/ 4522952 w 12189091"/>
              <a:gd name="connsiteY189" fmla="*/ 1175269 h 6856375"/>
              <a:gd name="connsiteX190" fmla="*/ 4522648 w 12189091"/>
              <a:gd name="connsiteY190" fmla="*/ 705601 h 6856375"/>
              <a:gd name="connsiteX191" fmla="*/ 3876531 w 12189091"/>
              <a:gd name="connsiteY191" fmla="*/ 470824 h 6856375"/>
              <a:gd name="connsiteX192" fmla="*/ 3230428 w 12189091"/>
              <a:gd name="connsiteY192" fmla="*/ 705601 h 6856375"/>
              <a:gd name="connsiteX193" fmla="*/ 0 w 12189091"/>
              <a:gd name="connsiteY193" fmla="*/ 938816 h 6856375"/>
              <a:gd name="connsiteX194" fmla="*/ 1292524 w 12189091"/>
              <a:gd name="connsiteY194" fmla="*/ 1408484 h 6856375"/>
              <a:gd name="connsiteX195" fmla="*/ 1292219 w 12189091"/>
              <a:gd name="connsiteY195" fmla="*/ 938816 h 6856375"/>
              <a:gd name="connsiteX196" fmla="*/ 1079 w 12189091"/>
              <a:gd name="connsiteY196" fmla="*/ 1408764 h 6856375"/>
              <a:gd name="connsiteX197" fmla="*/ 646268 w 12189091"/>
              <a:gd name="connsiteY197" fmla="*/ 235056 h 6856375"/>
              <a:gd name="connsiteX198" fmla="*/ 647335 w 12189091"/>
              <a:gd name="connsiteY198" fmla="*/ 705004 h 6856375"/>
              <a:gd name="connsiteX199" fmla="*/ 1292372 w 12189091"/>
              <a:gd name="connsiteY199" fmla="*/ 939387 h 6856375"/>
              <a:gd name="connsiteX200" fmla="*/ 1292372 w 12189091"/>
              <a:gd name="connsiteY200" fmla="*/ 279 h 6856375"/>
              <a:gd name="connsiteX201" fmla="*/ 1291470 w 12189091"/>
              <a:gd name="connsiteY201" fmla="*/ 938422 h 6856375"/>
              <a:gd name="connsiteX202" fmla="*/ 1292918 w 12189091"/>
              <a:gd name="connsiteY202" fmla="*/ 937940 h 6856375"/>
              <a:gd name="connsiteX203" fmla="*/ 3230479 w 12189091"/>
              <a:gd name="connsiteY203" fmla="*/ 1641992 h 6856375"/>
              <a:gd name="connsiteX204" fmla="*/ 1289363 w 12189091"/>
              <a:gd name="connsiteY204" fmla="*/ 1409056 h 6856375"/>
              <a:gd name="connsiteX205" fmla="*/ 2583829 w 12189091"/>
              <a:gd name="connsiteY205" fmla="*/ 1876972 h 6856375"/>
              <a:gd name="connsiteX206" fmla="*/ 3230479 w 12189091"/>
              <a:gd name="connsiteY206" fmla="*/ 1641992 h 6856375"/>
              <a:gd name="connsiteX207" fmla="*/ 3227749 w 12189091"/>
              <a:gd name="connsiteY207" fmla="*/ 235209 h 6856375"/>
              <a:gd name="connsiteX208" fmla="*/ 2947847 w 12189091"/>
              <a:gd name="connsiteY208" fmla="*/ 221814 h 6856375"/>
              <a:gd name="connsiteX209" fmla="*/ 2742552 w 12189091"/>
              <a:gd name="connsiteY209" fmla="*/ 412545 h 6856375"/>
              <a:gd name="connsiteX210" fmla="*/ 2462626 w 12189091"/>
              <a:gd name="connsiteY210" fmla="*/ 399150 h 6856375"/>
              <a:gd name="connsiteX211" fmla="*/ 2257356 w 12189091"/>
              <a:gd name="connsiteY211" fmla="*/ 589882 h 6856375"/>
              <a:gd name="connsiteX212" fmla="*/ 1977404 w 12189091"/>
              <a:gd name="connsiteY212" fmla="*/ 576499 h 6856375"/>
              <a:gd name="connsiteX213" fmla="*/ 1772058 w 12189091"/>
              <a:gd name="connsiteY213" fmla="*/ 767257 h 6856375"/>
              <a:gd name="connsiteX214" fmla="*/ 1492055 w 12189091"/>
              <a:gd name="connsiteY214" fmla="*/ 753887 h 6856375"/>
              <a:gd name="connsiteX215" fmla="*/ 1286671 w 12189091"/>
              <a:gd name="connsiteY215" fmla="*/ 944669 h 68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12189091" h="6856375">
                <a:moveTo>
                  <a:pt x="10252102" y="5209940"/>
                </a:moveTo>
                <a:lnTo>
                  <a:pt x="10898218" y="5444717"/>
                </a:lnTo>
                <a:lnTo>
                  <a:pt x="10898510" y="5914385"/>
                </a:lnTo>
                <a:lnTo>
                  <a:pt x="10252102" y="6149035"/>
                </a:lnTo>
                <a:lnTo>
                  <a:pt x="9607065" y="5914652"/>
                </a:lnTo>
                <a:lnTo>
                  <a:pt x="9605986" y="5444704"/>
                </a:lnTo>
                <a:lnTo>
                  <a:pt x="10252102" y="5209940"/>
                </a:lnTo>
                <a:close/>
                <a:moveTo>
                  <a:pt x="8315595" y="5914931"/>
                </a:moveTo>
                <a:lnTo>
                  <a:pt x="8960632" y="6149314"/>
                </a:lnTo>
                <a:lnTo>
                  <a:pt x="9607052" y="5914664"/>
                </a:lnTo>
                <a:lnTo>
                  <a:pt x="9606735" y="5444996"/>
                </a:lnTo>
                <a:lnTo>
                  <a:pt x="8960632" y="5210219"/>
                </a:lnTo>
                <a:lnTo>
                  <a:pt x="8314516" y="5444996"/>
                </a:lnTo>
                <a:moveTo>
                  <a:pt x="12187047" y="5915718"/>
                </a:moveTo>
                <a:lnTo>
                  <a:pt x="11540944" y="6150483"/>
                </a:lnTo>
                <a:lnTo>
                  <a:pt x="11542011" y="6620443"/>
                </a:lnTo>
                <a:lnTo>
                  <a:pt x="12187047" y="6854826"/>
                </a:lnTo>
                <a:moveTo>
                  <a:pt x="10252102" y="5209940"/>
                </a:moveTo>
                <a:lnTo>
                  <a:pt x="10252255" y="6148362"/>
                </a:lnTo>
                <a:moveTo>
                  <a:pt x="8314516" y="5444996"/>
                </a:moveTo>
                <a:lnTo>
                  <a:pt x="9607040" y="5914664"/>
                </a:lnTo>
                <a:moveTo>
                  <a:pt x="9606748" y="5444996"/>
                </a:moveTo>
                <a:lnTo>
                  <a:pt x="8315608" y="5914943"/>
                </a:lnTo>
                <a:moveTo>
                  <a:pt x="10252255" y="6856286"/>
                </a:moveTo>
                <a:lnTo>
                  <a:pt x="10251963" y="6148362"/>
                </a:lnTo>
                <a:lnTo>
                  <a:pt x="9605834" y="5913585"/>
                </a:lnTo>
                <a:lnTo>
                  <a:pt x="8959730" y="6148362"/>
                </a:lnTo>
                <a:lnTo>
                  <a:pt x="8960797" y="6856286"/>
                </a:lnTo>
                <a:moveTo>
                  <a:pt x="8960632" y="5210206"/>
                </a:moveTo>
                <a:lnTo>
                  <a:pt x="8959730" y="6148362"/>
                </a:lnTo>
                <a:moveTo>
                  <a:pt x="11762935" y="6854826"/>
                </a:moveTo>
                <a:lnTo>
                  <a:pt x="11545249" y="6775738"/>
                </a:lnTo>
                <a:lnTo>
                  <a:pt x="11323333" y="6856375"/>
                </a:lnTo>
                <a:moveTo>
                  <a:pt x="9609351" y="4977600"/>
                </a:moveTo>
                <a:lnTo>
                  <a:pt x="10251797" y="4740271"/>
                </a:lnTo>
                <a:lnTo>
                  <a:pt x="9605681" y="4505507"/>
                </a:lnTo>
                <a:lnTo>
                  <a:pt x="8959578" y="4740271"/>
                </a:lnTo>
                <a:lnTo>
                  <a:pt x="9609351" y="4977600"/>
                </a:lnTo>
                <a:close/>
                <a:moveTo>
                  <a:pt x="9609351" y="5133479"/>
                </a:moveTo>
                <a:lnTo>
                  <a:pt x="10251797" y="4896150"/>
                </a:lnTo>
                <a:lnTo>
                  <a:pt x="9605681" y="4661386"/>
                </a:lnTo>
                <a:lnTo>
                  <a:pt x="8959578" y="4896150"/>
                </a:lnTo>
                <a:lnTo>
                  <a:pt x="9609351" y="5133479"/>
                </a:lnTo>
                <a:close/>
                <a:moveTo>
                  <a:pt x="9609351" y="5289346"/>
                </a:moveTo>
                <a:lnTo>
                  <a:pt x="10251797" y="5052029"/>
                </a:lnTo>
                <a:lnTo>
                  <a:pt x="9605681" y="4817252"/>
                </a:lnTo>
                <a:lnTo>
                  <a:pt x="8959578" y="5052029"/>
                </a:lnTo>
                <a:lnTo>
                  <a:pt x="9609351" y="5289346"/>
                </a:lnTo>
                <a:close/>
                <a:moveTo>
                  <a:pt x="9609351" y="5445212"/>
                </a:moveTo>
                <a:lnTo>
                  <a:pt x="10251797" y="5207895"/>
                </a:lnTo>
                <a:lnTo>
                  <a:pt x="9605681" y="4973119"/>
                </a:lnTo>
                <a:lnTo>
                  <a:pt x="8959578" y="5207895"/>
                </a:lnTo>
                <a:lnTo>
                  <a:pt x="9609351" y="5445212"/>
                </a:lnTo>
                <a:close/>
                <a:moveTo>
                  <a:pt x="12189092" y="6856362"/>
                </a:moveTo>
                <a:lnTo>
                  <a:pt x="11542976" y="6621586"/>
                </a:lnTo>
                <a:lnTo>
                  <a:pt x="10896872" y="6856362"/>
                </a:lnTo>
                <a:moveTo>
                  <a:pt x="11543141" y="6616748"/>
                </a:moveTo>
                <a:lnTo>
                  <a:pt x="11543141" y="6856286"/>
                </a:lnTo>
                <a:moveTo>
                  <a:pt x="6376587" y="6148819"/>
                </a:moveTo>
                <a:lnTo>
                  <a:pt x="6377666" y="6618767"/>
                </a:lnTo>
                <a:lnTo>
                  <a:pt x="7022691" y="6853150"/>
                </a:lnTo>
                <a:lnTo>
                  <a:pt x="7669111" y="6618487"/>
                </a:lnTo>
                <a:lnTo>
                  <a:pt x="7668807" y="6148832"/>
                </a:lnTo>
                <a:lnTo>
                  <a:pt x="7022691" y="5914055"/>
                </a:lnTo>
                <a:lnTo>
                  <a:pt x="6376587" y="6148819"/>
                </a:lnTo>
                <a:close/>
                <a:moveTo>
                  <a:pt x="6377653" y="6618767"/>
                </a:moveTo>
                <a:lnTo>
                  <a:pt x="7668781" y="6148819"/>
                </a:lnTo>
                <a:moveTo>
                  <a:pt x="8311583" y="5444564"/>
                </a:moveTo>
                <a:lnTo>
                  <a:pt x="7665480" y="5209787"/>
                </a:lnTo>
                <a:lnTo>
                  <a:pt x="7019364" y="5444564"/>
                </a:lnTo>
                <a:lnTo>
                  <a:pt x="7020443" y="5914512"/>
                </a:lnTo>
                <a:lnTo>
                  <a:pt x="7665480" y="6148895"/>
                </a:lnTo>
                <a:lnTo>
                  <a:pt x="8311900" y="5914245"/>
                </a:lnTo>
                <a:moveTo>
                  <a:pt x="12187949" y="4978807"/>
                </a:moveTo>
                <a:lnTo>
                  <a:pt x="11541846" y="4744030"/>
                </a:lnTo>
                <a:lnTo>
                  <a:pt x="10895742" y="4978807"/>
                </a:lnTo>
                <a:lnTo>
                  <a:pt x="10896809" y="5448767"/>
                </a:lnTo>
                <a:lnTo>
                  <a:pt x="11541846" y="5683150"/>
                </a:lnTo>
                <a:lnTo>
                  <a:pt x="12188266" y="5448488"/>
                </a:lnTo>
                <a:moveTo>
                  <a:pt x="7019859" y="5445389"/>
                </a:moveTo>
                <a:lnTo>
                  <a:pt x="8312383" y="5915058"/>
                </a:lnTo>
                <a:moveTo>
                  <a:pt x="8310884" y="6856286"/>
                </a:moveTo>
                <a:lnTo>
                  <a:pt x="8312180" y="5444374"/>
                </a:lnTo>
                <a:lnTo>
                  <a:pt x="7022678" y="5914042"/>
                </a:lnTo>
                <a:moveTo>
                  <a:pt x="8960226" y="6619871"/>
                </a:moveTo>
                <a:lnTo>
                  <a:pt x="8959908" y="6150203"/>
                </a:lnTo>
                <a:lnTo>
                  <a:pt x="8313805" y="5915426"/>
                </a:lnTo>
                <a:lnTo>
                  <a:pt x="7667702" y="6150203"/>
                </a:lnTo>
                <a:lnTo>
                  <a:pt x="7668768" y="6620150"/>
                </a:lnTo>
                <a:moveTo>
                  <a:pt x="5083873" y="6148705"/>
                </a:moveTo>
                <a:lnTo>
                  <a:pt x="5084939" y="6618665"/>
                </a:lnTo>
                <a:lnTo>
                  <a:pt x="5729976" y="6853048"/>
                </a:lnTo>
                <a:lnTo>
                  <a:pt x="6376396" y="6618386"/>
                </a:lnTo>
                <a:moveTo>
                  <a:pt x="6376384" y="6618373"/>
                </a:moveTo>
                <a:lnTo>
                  <a:pt x="5083873" y="6148705"/>
                </a:lnTo>
                <a:moveTo>
                  <a:pt x="6376079" y="6148705"/>
                </a:moveTo>
                <a:lnTo>
                  <a:pt x="5084939" y="6618665"/>
                </a:lnTo>
                <a:moveTo>
                  <a:pt x="7022843" y="6854483"/>
                </a:moveTo>
                <a:lnTo>
                  <a:pt x="6376727" y="6619706"/>
                </a:lnTo>
                <a:lnTo>
                  <a:pt x="5730623" y="6854483"/>
                </a:lnTo>
                <a:moveTo>
                  <a:pt x="6376727" y="6619706"/>
                </a:moveTo>
                <a:lnTo>
                  <a:pt x="6375838" y="6856286"/>
                </a:lnTo>
                <a:moveTo>
                  <a:pt x="10250337" y="6150483"/>
                </a:moveTo>
                <a:lnTo>
                  <a:pt x="10251404" y="6620443"/>
                </a:lnTo>
                <a:lnTo>
                  <a:pt x="10896440" y="6854826"/>
                </a:lnTo>
                <a:lnTo>
                  <a:pt x="11542862" y="6620164"/>
                </a:lnTo>
                <a:lnTo>
                  <a:pt x="11542570" y="6150495"/>
                </a:lnTo>
                <a:lnTo>
                  <a:pt x="10896440" y="5915731"/>
                </a:lnTo>
                <a:lnTo>
                  <a:pt x="10250337" y="6150483"/>
                </a:lnTo>
                <a:close/>
                <a:moveTo>
                  <a:pt x="10250337" y="6150483"/>
                </a:moveTo>
                <a:lnTo>
                  <a:pt x="11542862" y="6620150"/>
                </a:lnTo>
                <a:moveTo>
                  <a:pt x="7668768" y="6150203"/>
                </a:moveTo>
                <a:lnTo>
                  <a:pt x="8959908" y="6620150"/>
                </a:lnTo>
                <a:lnTo>
                  <a:pt x="9602748" y="6380447"/>
                </a:lnTo>
                <a:lnTo>
                  <a:pt x="10251416" y="6620443"/>
                </a:lnTo>
                <a:lnTo>
                  <a:pt x="11542544" y="6150483"/>
                </a:lnTo>
                <a:moveTo>
                  <a:pt x="10896453" y="5915718"/>
                </a:moveTo>
                <a:lnTo>
                  <a:pt x="10895552" y="6853861"/>
                </a:lnTo>
                <a:moveTo>
                  <a:pt x="8959578" y="4740271"/>
                </a:moveTo>
                <a:lnTo>
                  <a:pt x="8960645" y="5210232"/>
                </a:lnTo>
                <a:lnTo>
                  <a:pt x="9605681" y="5444615"/>
                </a:lnTo>
                <a:lnTo>
                  <a:pt x="10252102" y="5209952"/>
                </a:lnTo>
                <a:lnTo>
                  <a:pt x="10251797" y="4740284"/>
                </a:lnTo>
                <a:lnTo>
                  <a:pt x="9605681" y="4505520"/>
                </a:lnTo>
                <a:lnTo>
                  <a:pt x="8959578" y="4740271"/>
                </a:lnTo>
                <a:close/>
                <a:moveTo>
                  <a:pt x="12187352" y="6493601"/>
                </a:moveTo>
                <a:cubicBezTo>
                  <a:pt x="12121875" y="6443309"/>
                  <a:pt x="12131550" y="6365668"/>
                  <a:pt x="12029950" y="6328530"/>
                </a:cubicBezTo>
                <a:cubicBezTo>
                  <a:pt x="11908657" y="6284192"/>
                  <a:pt x="11871353" y="6386262"/>
                  <a:pt x="11750061" y="6341925"/>
                </a:cubicBezTo>
                <a:cubicBezTo>
                  <a:pt x="11628781" y="6297588"/>
                  <a:pt x="11666084" y="6195531"/>
                  <a:pt x="11544804" y="6151206"/>
                </a:cubicBezTo>
                <a:moveTo>
                  <a:pt x="2585798" y="1638"/>
                </a:moveTo>
                <a:lnTo>
                  <a:pt x="3230821" y="236021"/>
                </a:lnTo>
                <a:lnTo>
                  <a:pt x="3877242" y="1359"/>
                </a:lnTo>
                <a:moveTo>
                  <a:pt x="3230987" y="0"/>
                </a:moveTo>
                <a:lnTo>
                  <a:pt x="3230987" y="237939"/>
                </a:lnTo>
                <a:moveTo>
                  <a:pt x="3876544" y="1359"/>
                </a:moveTo>
                <a:lnTo>
                  <a:pt x="4521568" y="235742"/>
                </a:lnTo>
                <a:lnTo>
                  <a:pt x="5167989" y="1079"/>
                </a:lnTo>
                <a:moveTo>
                  <a:pt x="4522965" y="0"/>
                </a:moveTo>
                <a:lnTo>
                  <a:pt x="4522965" y="236567"/>
                </a:lnTo>
                <a:moveTo>
                  <a:pt x="649278" y="235577"/>
                </a:moveTo>
                <a:lnTo>
                  <a:pt x="644453" y="0"/>
                </a:lnTo>
                <a:moveTo>
                  <a:pt x="4241" y="1194"/>
                </a:moveTo>
                <a:lnTo>
                  <a:pt x="649278" y="235577"/>
                </a:lnTo>
                <a:lnTo>
                  <a:pt x="1295698" y="914"/>
                </a:lnTo>
                <a:moveTo>
                  <a:pt x="4522648" y="236224"/>
                </a:moveTo>
                <a:lnTo>
                  <a:pt x="4523727" y="706172"/>
                </a:lnTo>
                <a:lnTo>
                  <a:pt x="5168751" y="940556"/>
                </a:lnTo>
                <a:lnTo>
                  <a:pt x="5815171" y="705893"/>
                </a:lnTo>
                <a:lnTo>
                  <a:pt x="5814867" y="236224"/>
                </a:lnTo>
                <a:lnTo>
                  <a:pt x="5168751" y="1460"/>
                </a:lnTo>
                <a:lnTo>
                  <a:pt x="4522648" y="236224"/>
                </a:lnTo>
                <a:close/>
                <a:moveTo>
                  <a:pt x="4522648" y="236224"/>
                </a:moveTo>
                <a:lnTo>
                  <a:pt x="5815171" y="705893"/>
                </a:lnTo>
                <a:moveTo>
                  <a:pt x="5814867" y="236224"/>
                </a:moveTo>
                <a:lnTo>
                  <a:pt x="4523727" y="706172"/>
                </a:lnTo>
                <a:moveTo>
                  <a:pt x="1294365" y="1638"/>
                </a:moveTo>
                <a:lnTo>
                  <a:pt x="1939402" y="236021"/>
                </a:lnTo>
                <a:lnTo>
                  <a:pt x="2585823" y="1359"/>
                </a:lnTo>
                <a:moveTo>
                  <a:pt x="1939389" y="279"/>
                </a:moveTo>
                <a:lnTo>
                  <a:pt x="1938488" y="235056"/>
                </a:lnTo>
                <a:moveTo>
                  <a:pt x="5814486" y="0"/>
                </a:moveTo>
                <a:lnTo>
                  <a:pt x="5813584" y="233698"/>
                </a:lnTo>
                <a:moveTo>
                  <a:pt x="1079" y="1408967"/>
                </a:moveTo>
                <a:lnTo>
                  <a:pt x="646103" y="1643350"/>
                </a:lnTo>
                <a:lnTo>
                  <a:pt x="1292524" y="1408687"/>
                </a:lnTo>
                <a:lnTo>
                  <a:pt x="1292219" y="939019"/>
                </a:lnTo>
                <a:lnTo>
                  <a:pt x="646103" y="704242"/>
                </a:lnTo>
                <a:lnTo>
                  <a:pt x="0" y="939019"/>
                </a:lnTo>
                <a:moveTo>
                  <a:pt x="0" y="2347681"/>
                </a:moveTo>
                <a:lnTo>
                  <a:pt x="646421" y="2113019"/>
                </a:lnTo>
                <a:lnTo>
                  <a:pt x="646116" y="1643350"/>
                </a:lnTo>
                <a:lnTo>
                  <a:pt x="0" y="1408573"/>
                </a:lnTo>
                <a:moveTo>
                  <a:pt x="3230428" y="235932"/>
                </a:moveTo>
                <a:lnTo>
                  <a:pt x="3231494" y="705880"/>
                </a:lnTo>
                <a:lnTo>
                  <a:pt x="3876531" y="940263"/>
                </a:lnTo>
                <a:lnTo>
                  <a:pt x="4522952" y="705601"/>
                </a:lnTo>
                <a:lnTo>
                  <a:pt x="4522648" y="235932"/>
                </a:lnTo>
                <a:lnTo>
                  <a:pt x="3876531" y="1155"/>
                </a:lnTo>
                <a:lnTo>
                  <a:pt x="3230428" y="235932"/>
                </a:lnTo>
                <a:close/>
                <a:moveTo>
                  <a:pt x="1937955" y="1172323"/>
                </a:moveTo>
                <a:lnTo>
                  <a:pt x="1939021" y="1642271"/>
                </a:lnTo>
                <a:lnTo>
                  <a:pt x="2584058" y="1876654"/>
                </a:lnTo>
                <a:lnTo>
                  <a:pt x="3230479" y="1641992"/>
                </a:lnTo>
                <a:lnTo>
                  <a:pt x="3230174" y="1172323"/>
                </a:lnTo>
                <a:lnTo>
                  <a:pt x="2584058" y="937546"/>
                </a:lnTo>
                <a:lnTo>
                  <a:pt x="1937955" y="1172323"/>
                </a:lnTo>
                <a:close/>
                <a:moveTo>
                  <a:pt x="3230428" y="705601"/>
                </a:moveTo>
                <a:lnTo>
                  <a:pt x="3231494" y="1175548"/>
                </a:lnTo>
                <a:lnTo>
                  <a:pt x="3876531" y="1409932"/>
                </a:lnTo>
                <a:lnTo>
                  <a:pt x="4522952" y="1175269"/>
                </a:lnTo>
                <a:lnTo>
                  <a:pt x="4522648" y="705601"/>
                </a:lnTo>
                <a:lnTo>
                  <a:pt x="3876531" y="470824"/>
                </a:lnTo>
                <a:lnTo>
                  <a:pt x="3230428" y="705601"/>
                </a:lnTo>
                <a:close/>
                <a:moveTo>
                  <a:pt x="0" y="938816"/>
                </a:moveTo>
                <a:lnTo>
                  <a:pt x="1292524" y="1408484"/>
                </a:lnTo>
                <a:moveTo>
                  <a:pt x="1292219" y="938816"/>
                </a:moveTo>
                <a:lnTo>
                  <a:pt x="1079" y="1408764"/>
                </a:lnTo>
                <a:moveTo>
                  <a:pt x="646268" y="235056"/>
                </a:moveTo>
                <a:lnTo>
                  <a:pt x="647335" y="705004"/>
                </a:lnTo>
                <a:lnTo>
                  <a:pt x="1292372" y="939387"/>
                </a:lnTo>
                <a:moveTo>
                  <a:pt x="1292372" y="279"/>
                </a:moveTo>
                <a:lnTo>
                  <a:pt x="1291470" y="938422"/>
                </a:lnTo>
                <a:moveTo>
                  <a:pt x="1292918" y="937940"/>
                </a:moveTo>
                <a:lnTo>
                  <a:pt x="3230479" y="1641992"/>
                </a:lnTo>
                <a:moveTo>
                  <a:pt x="1289363" y="1409056"/>
                </a:moveTo>
                <a:lnTo>
                  <a:pt x="2583829" y="1876972"/>
                </a:lnTo>
                <a:lnTo>
                  <a:pt x="3230479" y="1641992"/>
                </a:lnTo>
                <a:moveTo>
                  <a:pt x="3227749" y="235209"/>
                </a:moveTo>
                <a:cubicBezTo>
                  <a:pt x="3106456" y="279546"/>
                  <a:pt x="3069140" y="177476"/>
                  <a:pt x="2947847" y="221814"/>
                </a:cubicBezTo>
                <a:cubicBezTo>
                  <a:pt x="2826555" y="266138"/>
                  <a:pt x="2863858" y="368208"/>
                  <a:pt x="2742552" y="412545"/>
                </a:cubicBezTo>
                <a:cubicBezTo>
                  <a:pt x="2621234" y="456883"/>
                  <a:pt x="2583931" y="354813"/>
                  <a:pt x="2462626" y="399150"/>
                </a:cubicBezTo>
                <a:cubicBezTo>
                  <a:pt x="2341333" y="443487"/>
                  <a:pt x="2378649" y="545557"/>
                  <a:pt x="2257356" y="589882"/>
                </a:cubicBezTo>
                <a:cubicBezTo>
                  <a:pt x="2136038" y="634219"/>
                  <a:pt x="2098735" y="532149"/>
                  <a:pt x="1977404" y="576499"/>
                </a:cubicBezTo>
                <a:cubicBezTo>
                  <a:pt x="1856073" y="620849"/>
                  <a:pt x="1893389" y="722907"/>
                  <a:pt x="1772058" y="767257"/>
                </a:cubicBezTo>
                <a:cubicBezTo>
                  <a:pt x="1650714" y="811607"/>
                  <a:pt x="1613398" y="709537"/>
                  <a:pt x="1492055" y="753887"/>
                </a:cubicBezTo>
                <a:cubicBezTo>
                  <a:pt x="1370711" y="798249"/>
                  <a:pt x="1408014" y="900307"/>
                  <a:pt x="1286671" y="944669"/>
                </a:cubicBezTo>
              </a:path>
            </a:pathLst>
          </a:custGeom>
          <a:noFill/>
          <a:ln w="12690" cap="flat">
            <a:solidFill>
              <a:srgbClr val="2F3541"/>
            </a:solidFill>
            <a:prstDash val="solid"/>
            <a:miter/>
          </a:ln>
        </p:spPr>
        <p:txBody>
          <a:bodyPr rtlCol="0" anchor="ctr"/>
          <a:lstStyle/>
          <a:p>
            <a:endParaRPr lang="en-US" sz="1350"/>
          </a:p>
        </p:txBody>
      </p:sp>
      <p:grpSp>
        <p:nvGrpSpPr>
          <p:cNvPr id="2" name="vert_logo_grp" descr="That is the end of the presentation.">
            <a:extLst>
              <a:ext uri="{FF2B5EF4-FFF2-40B4-BE49-F238E27FC236}">
                <a16:creationId xmlns:a16="http://schemas.microsoft.com/office/drawing/2014/main" id="{58F27916-420D-E19D-129E-C6D18DCAE107}"/>
              </a:ext>
            </a:extLst>
          </p:cNvPr>
          <p:cNvGrpSpPr>
            <a:grpSpLocks noChangeAspect="1"/>
          </p:cNvGrpSpPr>
          <p:nvPr userDrawn="1"/>
        </p:nvGrpSpPr>
        <p:grpSpPr bwMode="black">
          <a:xfrm>
            <a:off x="4206240" y="2773098"/>
            <a:ext cx="3779520" cy="1369860"/>
            <a:chOff x="5513695" y="815830"/>
            <a:chExt cx="4571796" cy="2209353"/>
          </a:xfrm>
        </p:grpSpPr>
        <p:sp>
          <p:nvSpPr>
            <p:cNvPr id="3" name="Equinix_white">
              <a:extLst>
                <a:ext uri="{FF2B5EF4-FFF2-40B4-BE49-F238E27FC236}">
                  <a16:creationId xmlns:a16="http://schemas.microsoft.com/office/drawing/2014/main" id="{D5EA4E32-FDED-76EE-4023-CECBD5F3697E}"/>
                </a:ext>
                <a:ext uri="{C183D7F6-B498-43B3-948B-1728B52AA6E4}">
                  <adec:decorative xmlns:adec="http://schemas.microsoft.com/office/drawing/2017/decorative" val="1"/>
                </a:ext>
              </a:extLst>
            </p:cNvPr>
            <p:cNvSpPr/>
            <p:nvPr/>
          </p:nvSpPr>
          <p:spPr bwMode="black">
            <a:xfrm>
              <a:off x="5513695" y="2504926"/>
              <a:ext cx="4571796" cy="520257"/>
            </a:xfrm>
            <a:custGeom>
              <a:avLst/>
              <a:gdLst>
                <a:gd name="connsiteX0" fmla="*/ 404209 w 4571796"/>
                <a:gd name="connsiteY0" fmla="*/ 18887 h 520257"/>
                <a:gd name="connsiteX1" fmla="*/ 404209 w 4571796"/>
                <a:gd name="connsiteY1" fmla="*/ 79924 h 520257"/>
                <a:gd name="connsiteX2" fmla="*/ 68108 w 4571796"/>
                <a:gd name="connsiteY2" fmla="*/ 79924 h 520257"/>
                <a:gd name="connsiteX3" fmla="*/ 68108 w 4571796"/>
                <a:gd name="connsiteY3" fmla="*/ 212048 h 520257"/>
                <a:gd name="connsiteX4" fmla="*/ 293526 w 4571796"/>
                <a:gd name="connsiteY4" fmla="*/ 212048 h 520257"/>
                <a:gd name="connsiteX5" fmla="*/ 293526 w 4571796"/>
                <a:gd name="connsiteY5" fmla="*/ 273275 h 520257"/>
                <a:gd name="connsiteX6" fmla="*/ 68108 w 4571796"/>
                <a:gd name="connsiteY6" fmla="*/ 273275 h 520257"/>
                <a:gd name="connsiteX7" fmla="*/ 68108 w 4571796"/>
                <a:gd name="connsiteY7" fmla="*/ 425080 h 520257"/>
                <a:gd name="connsiteX8" fmla="*/ 416089 w 4571796"/>
                <a:gd name="connsiteY8" fmla="*/ 425080 h 520257"/>
                <a:gd name="connsiteX9" fmla="*/ 416089 w 4571796"/>
                <a:gd name="connsiteY9" fmla="*/ 485162 h 520257"/>
                <a:gd name="connsiteX10" fmla="*/ 0 w 4571796"/>
                <a:gd name="connsiteY10" fmla="*/ 485162 h 520257"/>
                <a:gd name="connsiteX11" fmla="*/ 0 w 4571796"/>
                <a:gd name="connsiteY11" fmla="*/ 18887 h 520257"/>
                <a:gd name="connsiteX12" fmla="*/ 404209 w 4571796"/>
                <a:gd name="connsiteY12" fmla="*/ 18887 h 520257"/>
                <a:gd name="connsiteX13" fmla="*/ 1846339 w 4571796"/>
                <a:gd name="connsiteY13" fmla="*/ 299412 h 520257"/>
                <a:gd name="connsiteX14" fmla="*/ 1709282 w 4571796"/>
                <a:gd name="connsiteY14" fmla="*/ 437767 h 520257"/>
                <a:gd name="connsiteX15" fmla="*/ 1580063 w 4571796"/>
                <a:gd name="connsiteY15" fmla="*/ 299412 h 520257"/>
                <a:gd name="connsiteX16" fmla="*/ 1580063 w 4571796"/>
                <a:gd name="connsiteY16" fmla="*/ 20116 h 520257"/>
                <a:gd name="connsiteX17" fmla="*/ 1512641 w 4571796"/>
                <a:gd name="connsiteY17" fmla="*/ 20116 h 520257"/>
                <a:gd name="connsiteX18" fmla="*/ 1512641 w 4571796"/>
                <a:gd name="connsiteY18" fmla="*/ 302551 h 520257"/>
                <a:gd name="connsiteX19" fmla="*/ 1708783 w 4571796"/>
                <a:gd name="connsiteY19" fmla="*/ 498999 h 520257"/>
                <a:gd name="connsiteX20" fmla="*/ 1913146 w 4571796"/>
                <a:gd name="connsiteY20" fmla="*/ 302551 h 520257"/>
                <a:gd name="connsiteX21" fmla="*/ 1913146 w 4571796"/>
                <a:gd name="connsiteY21" fmla="*/ 20116 h 520257"/>
                <a:gd name="connsiteX22" fmla="*/ 1846339 w 4571796"/>
                <a:gd name="connsiteY22" fmla="*/ 20116 h 520257"/>
                <a:gd name="connsiteX23" fmla="*/ 1846339 w 4571796"/>
                <a:gd name="connsiteY23" fmla="*/ 299412 h 520257"/>
                <a:gd name="connsiteX24" fmla="*/ 2288572 w 4571796"/>
                <a:gd name="connsiteY24" fmla="*/ 485080 h 520257"/>
                <a:gd name="connsiteX25" fmla="*/ 2355540 w 4571796"/>
                <a:gd name="connsiteY25" fmla="*/ 485080 h 520257"/>
                <a:gd name="connsiteX26" fmla="*/ 2355540 w 4571796"/>
                <a:gd name="connsiteY26" fmla="*/ 18776 h 520257"/>
                <a:gd name="connsiteX27" fmla="*/ 2288572 w 4571796"/>
                <a:gd name="connsiteY27" fmla="*/ 18776 h 520257"/>
                <a:gd name="connsiteX28" fmla="*/ 2288572 w 4571796"/>
                <a:gd name="connsiteY28" fmla="*/ 485080 h 520257"/>
                <a:gd name="connsiteX29" fmla="*/ 3154627 w 4571796"/>
                <a:gd name="connsiteY29" fmla="*/ 18974 h 520257"/>
                <a:gd name="connsiteX30" fmla="*/ 3154627 w 4571796"/>
                <a:gd name="connsiteY30" fmla="*/ 384264 h 520257"/>
                <a:gd name="connsiteX31" fmla="*/ 2823718 w 4571796"/>
                <a:gd name="connsiteY31" fmla="*/ 18971 h 520257"/>
                <a:gd name="connsiteX32" fmla="*/ 2757554 w 4571796"/>
                <a:gd name="connsiteY32" fmla="*/ 18971 h 520257"/>
                <a:gd name="connsiteX33" fmla="*/ 2757554 w 4571796"/>
                <a:gd name="connsiteY33" fmla="*/ 485162 h 520257"/>
                <a:gd name="connsiteX34" fmla="*/ 2824562 w 4571796"/>
                <a:gd name="connsiteY34" fmla="*/ 485162 h 520257"/>
                <a:gd name="connsiteX35" fmla="*/ 2824562 w 4571796"/>
                <a:gd name="connsiteY35" fmla="*/ 116882 h 520257"/>
                <a:gd name="connsiteX36" fmla="*/ 3155965 w 4571796"/>
                <a:gd name="connsiteY36" fmla="*/ 485165 h 520257"/>
                <a:gd name="connsiteX37" fmla="*/ 3221313 w 4571796"/>
                <a:gd name="connsiteY37" fmla="*/ 485165 h 520257"/>
                <a:gd name="connsiteX38" fmla="*/ 3221313 w 4571796"/>
                <a:gd name="connsiteY38" fmla="*/ 18974 h 520257"/>
                <a:gd name="connsiteX39" fmla="*/ 3154627 w 4571796"/>
                <a:gd name="connsiteY39" fmla="*/ 18974 h 520257"/>
                <a:gd name="connsiteX40" fmla="*/ 3627316 w 4571796"/>
                <a:gd name="connsiteY40" fmla="*/ 485080 h 520257"/>
                <a:gd name="connsiteX41" fmla="*/ 3694131 w 4571796"/>
                <a:gd name="connsiteY41" fmla="*/ 485080 h 520257"/>
                <a:gd name="connsiteX42" fmla="*/ 3694131 w 4571796"/>
                <a:gd name="connsiteY42" fmla="*/ 18776 h 520257"/>
                <a:gd name="connsiteX43" fmla="*/ 3627316 w 4571796"/>
                <a:gd name="connsiteY43" fmla="*/ 18776 h 520257"/>
                <a:gd name="connsiteX44" fmla="*/ 3627316 w 4571796"/>
                <a:gd name="connsiteY44" fmla="*/ 485080 h 520257"/>
                <a:gd name="connsiteX45" fmla="*/ 4456524 w 4571796"/>
                <a:gd name="connsiteY45" fmla="*/ 18319 h 520257"/>
                <a:gd name="connsiteX46" fmla="*/ 4302426 w 4571796"/>
                <a:gd name="connsiteY46" fmla="*/ 185908 h 520257"/>
                <a:gd name="connsiteX47" fmla="*/ 4152526 w 4571796"/>
                <a:gd name="connsiteY47" fmla="*/ 18319 h 520257"/>
                <a:gd name="connsiteX48" fmla="*/ 4065160 w 4571796"/>
                <a:gd name="connsiteY48" fmla="*/ 18319 h 520257"/>
                <a:gd name="connsiteX49" fmla="*/ 4252430 w 4571796"/>
                <a:gd name="connsiteY49" fmla="*/ 232306 h 520257"/>
                <a:gd name="connsiteX50" fmla="*/ 4018234 w 4571796"/>
                <a:gd name="connsiteY50" fmla="*/ 485051 h 520257"/>
                <a:gd name="connsiteX51" fmla="*/ 4103696 w 4571796"/>
                <a:gd name="connsiteY51" fmla="*/ 485051 h 520257"/>
                <a:gd name="connsiteX52" fmla="*/ 4295860 w 4571796"/>
                <a:gd name="connsiteY52" fmla="*/ 277562 h 520257"/>
                <a:gd name="connsiteX53" fmla="*/ 4479038 w 4571796"/>
                <a:gd name="connsiteY53" fmla="*/ 485051 h 520257"/>
                <a:gd name="connsiteX54" fmla="*/ 4571797 w 4571796"/>
                <a:gd name="connsiteY54" fmla="*/ 485051 h 520257"/>
                <a:gd name="connsiteX55" fmla="*/ 4344928 w 4571796"/>
                <a:gd name="connsiteY55" fmla="*/ 232182 h 520257"/>
                <a:gd name="connsiteX56" fmla="*/ 4539165 w 4571796"/>
                <a:gd name="connsiteY56" fmla="*/ 18319 h 520257"/>
                <a:gd name="connsiteX57" fmla="*/ 4456524 w 4571796"/>
                <a:gd name="connsiteY57" fmla="*/ 18319 h 520257"/>
                <a:gd name="connsiteX58" fmla="*/ 924908 w 4571796"/>
                <a:gd name="connsiteY58" fmla="*/ 8 h 520257"/>
                <a:gd name="connsiteX59" fmla="*/ 1173255 w 4571796"/>
                <a:gd name="connsiteY59" fmla="*/ 247487 h 520257"/>
                <a:gd name="connsiteX60" fmla="*/ 1173255 w 4571796"/>
                <a:gd name="connsiteY60" fmla="*/ 249267 h 520257"/>
                <a:gd name="connsiteX61" fmla="*/ 1084506 w 4571796"/>
                <a:gd name="connsiteY61" fmla="*/ 443850 h 520257"/>
                <a:gd name="connsiteX62" fmla="*/ 1151010 w 4571796"/>
                <a:gd name="connsiteY62" fmla="*/ 520023 h 520257"/>
                <a:gd name="connsiteX63" fmla="*/ 1073201 w 4571796"/>
                <a:gd name="connsiteY63" fmla="*/ 520258 h 520257"/>
                <a:gd name="connsiteX64" fmla="*/ 1035288 w 4571796"/>
                <a:gd name="connsiteY64" fmla="*/ 476456 h 520257"/>
                <a:gd name="connsiteX65" fmla="*/ 926441 w 4571796"/>
                <a:gd name="connsiteY65" fmla="*/ 502136 h 520257"/>
                <a:gd name="connsiteX66" fmla="*/ 678854 w 4571796"/>
                <a:gd name="connsiteY66" fmla="*/ 254633 h 520257"/>
                <a:gd name="connsiteX67" fmla="*/ 678854 w 4571796"/>
                <a:gd name="connsiteY67" fmla="*/ 252834 h 520257"/>
                <a:gd name="connsiteX68" fmla="*/ 924908 w 4571796"/>
                <a:gd name="connsiteY68" fmla="*/ 8 h 520257"/>
                <a:gd name="connsiteX69" fmla="*/ 1103699 w 4571796"/>
                <a:gd name="connsiteY69" fmla="*/ 249890 h 520257"/>
                <a:gd name="connsiteX70" fmla="*/ 923338 w 4571796"/>
                <a:gd name="connsiteY70" fmla="*/ 59705 h 520257"/>
                <a:gd name="connsiteX71" fmla="*/ 748563 w 4571796"/>
                <a:gd name="connsiteY71" fmla="*/ 250568 h 520257"/>
                <a:gd name="connsiteX72" fmla="*/ 748682 w 4571796"/>
                <a:gd name="connsiteY72" fmla="*/ 252254 h 520257"/>
                <a:gd name="connsiteX73" fmla="*/ 927894 w 4571796"/>
                <a:gd name="connsiteY73" fmla="*/ 441708 h 520257"/>
                <a:gd name="connsiteX74" fmla="*/ 993208 w 4571796"/>
                <a:gd name="connsiteY74" fmla="*/ 428021 h 520257"/>
                <a:gd name="connsiteX75" fmla="*/ 929649 w 4571796"/>
                <a:gd name="connsiteY75" fmla="*/ 355075 h 520257"/>
                <a:gd name="connsiteX76" fmla="*/ 1007273 w 4571796"/>
                <a:gd name="connsiteY76" fmla="*/ 355183 h 520257"/>
                <a:gd name="connsiteX77" fmla="*/ 1043463 w 4571796"/>
                <a:gd name="connsiteY77" fmla="*/ 397146 h 520257"/>
                <a:gd name="connsiteX78" fmla="*/ 1103699 w 4571796"/>
                <a:gd name="connsiteY78" fmla="*/ 251713 h 520257"/>
                <a:gd name="connsiteX79" fmla="*/ 1103699 w 4571796"/>
                <a:gd name="connsiteY79" fmla="*/ 249890 h 5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571796" h="520257">
                  <a:moveTo>
                    <a:pt x="404209" y="18887"/>
                  </a:moveTo>
                  <a:lnTo>
                    <a:pt x="404209" y="79924"/>
                  </a:lnTo>
                  <a:lnTo>
                    <a:pt x="68108" y="79924"/>
                  </a:lnTo>
                  <a:lnTo>
                    <a:pt x="68108" y="212048"/>
                  </a:lnTo>
                  <a:lnTo>
                    <a:pt x="293526" y="212048"/>
                  </a:lnTo>
                  <a:lnTo>
                    <a:pt x="293526" y="273275"/>
                  </a:lnTo>
                  <a:lnTo>
                    <a:pt x="68108" y="273275"/>
                  </a:lnTo>
                  <a:lnTo>
                    <a:pt x="68108" y="425080"/>
                  </a:lnTo>
                  <a:lnTo>
                    <a:pt x="416089" y="425080"/>
                  </a:lnTo>
                  <a:lnTo>
                    <a:pt x="416089" y="485162"/>
                  </a:lnTo>
                  <a:lnTo>
                    <a:pt x="0" y="485162"/>
                  </a:lnTo>
                  <a:lnTo>
                    <a:pt x="0" y="18887"/>
                  </a:lnTo>
                  <a:lnTo>
                    <a:pt x="404209" y="18887"/>
                  </a:lnTo>
                  <a:close/>
                  <a:moveTo>
                    <a:pt x="1846339" y="299412"/>
                  </a:moveTo>
                  <a:cubicBezTo>
                    <a:pt x="1846339" y="382729"/>
                    <a:pt x="1791190" y="437767"/>
                    <a:pt x="1709282" y="437767"/>
                  </a:cubicBezTo>
                  <a:cubicBezTo>
                    <a:pt x="1629669" y="437767"/>
                    <a:pt x="1580063" y="382080"/>
                    <a:pt x="1580063" y="299412"/>
                  </a:cubicBezTo>
                  <a:lnTo>
                    <a:pt x="1580063" y="20116"/>
                  </a:lnTo>
                  <a:lnTo>
                    <a:pt x="1512641" y="20116"/>
                  </a:lnTo>
                  <a:lnTo>
                    <a:pt x="1512641" y="302551"/>
                  </a:lnTo>
                  <a:cubicBezTo>
                    <a:pt x="1512641" y="429670"/>
                    <a:pt x="1604450" y="498999"/>
                    <a:pt x="1708783" y="498999"/>
                  </a:cubicBezTo>
                  <a:cubicBezTo>
                    <a:pt x="1862959" y="498999"/>
                    <a:pt x="1913146" y="393664"/>
                    <a:pt x="1913146" y="302551"/>
                  </a:cubicBezTo>
                  <a:lnTo>
                    <a:pt x="1913146" y="20116"/>
                  </a:lnTo>
                  <a:lnTo>
                    <a:pt x="1846339" y="20116"/>
                  </a:lnTo>
                  <a:lnTo>
                    <a:pt x="1846339" y="299412"/>
                  </a:lnTo>
                  <a:close/>
                  <a:moveTo>
                    <a:pt x="2288572" y="485080"/>
                  </a:moveTo>
                  <a:lnTo>
                    <a:pt x="2355540" y="485080"/>
                  </a:lnTo>
                  <a:lnTo>
                    <a:pt x="2355540" y="18776"/>
                  </a:lnTo>
                  <a:lnTo>
                    <a:pt x="2288572" y="18776"/>
                  </a:lnTo>
                  <a:lnTo>
                    <a:pt x="2288572" y="485080"/>
                  </a:lnTo>
                  <a:close/>
                  <a:moveTo>
                    <a:pt x="3154627" y="18974"/>
                  </a:moveTo>
                  <a:lnTo>
                    <a:pt x="3154627" y="384264"/>
                  </a:lnTo>
                  <a:lnTo>
                    <a:pt x="2823718" y="18971"/>
                  </a:lnTo>
                  <a:lnTo>
                    <a:pt x="2757554" y="18971"/>
                  </a:lnTo>
                  <a:lnTo>
                    <a:pt x="2757554" y="485162"/>
                  </a:lnTo>
                  <a:lnTo>
                    <a:pt x="2824562" y="485162"/>
                  </a:lnTo>
                  <a:lnTo>
                    <a:pt x="2824562" y="116882"/>
                  </a:lnTo>
                  <a:lnTo>
                    <a:pt x="3155965" y="485165"/>
                  </a:lnTo>
                  <a:lnTo>
                    <a:pt x="3221313" y="485165"/>
                  </a:lnTo>
                  <a:lnTo>
                    <a:pt x="3221313" y="18974"/>
                  </a:lnTo>
                  <a:lnTo>
                    <a:pt x="3154627" y="18974"/>
                  </a:lnTo>
                  <a:close/>
                  <a:moveTo>
                    <a:pt x="3627316" y="485080"/>
                  </a:moveTo>
                  <a:lnTo>
                    <a:pt x="3694131" y="485080"/>
                  </a:lnTo>
                  <a:lnTo>
                    <a:pt x="3694131" y="18776"/>
                  </a:lnTo>
                  <a:lnTo>
                    <a:pt x="3627316" y="18776"/>
                  </a:lnTo>
                  <a:lnTo>
                    <a:pt x="3627316" y="485080"/>
                  </a:lnTo>
                  <a:close/>
                  <a:moveTo>
                    <a:pt x="4456524" y="18319"/>
                  </a:moveTo>
                  <a:lnTo>
                    <a:pt x="4302426" y="185908"/>
                  </a:lnTo>
                  <a:lnTo>
                    <a:pt x="4152526" y="18319"/>
                  </a:lnTo>
                  <a:lnTo>
                    <a:pt x="4065160" y="18319"/>
                  </a:lnTo>
                  <a:lnTo>
                    <a:pt x="4252430" y="232306"/>
                  </a:lnTo>
                  <a:lnTo>
                    <a:pt x="4018234" y="485051"/>
                  </a:lnTo>
                  <a:lnTo>
                    <a:pt x="4103696" y="485051"/>
                  </a:lnTo>
                  <a:lnTo>
                    <a:pt x="4295860" y="277562"/>
                  </a:lnTo>
                  <a:lnTo>
                    <a:pt x="4479038" y="485051"/>
                  </a:lnTo>
                  <a:lnTo>
                    <a:pt x="4571797" y="485051"/>
                  </a:lnTo>
                  <a:lnTo>
                    <a:pt x="4344928" y="232182"/>
                  </a:lnTo>
                  <a:lnTo>
                    <a:pt x="4539165" y="18319"/>
                  </a:lnTo>
                  <a:lnTo>
                    <a:pt x="4456524" y="18319"/>
                  </a:lnTo>
                  <a:close/>
                  <a:moveTo>
                    <a:pt x="924908" y="8"/>
                  </a:moveTo>
                  <a:cubicBezTo>
                    <a:pt x="1063263" y="-1029"/>
                    <a:pt x="1173255" y="102594"/>
                    <a:pt x="1173255" y="247487"/>
                  </a:cubicBezTo>
                  <a:lnTo>
                    <a:pt x="1173255" y="249267"/>
                  </a:lnTo>
                  <a:cubicBezTo>
                    <a:pt x="1173255" y="333859"/>
                    <a:pt x="1138977" y="402235"/>
                    <a:pt x="1084506" y="443850"/>
                  </a:cubicBezTo>
                  <a:lnTo>
                    <a:pt x="1151010" y="520023"/>
                  </a:lnTo>
                  <a:lnTo>
                    <a:pt x="1073201" y="520258"/>
                  </a:lnTo>
                  <a:lnTo>
                    <a:pt x="1035288" y="476456"/>
                  </a:lnTo>
                  <a:cubicBezTo>
                    <a:pt x="1003795" y="492615"/>
                    <a:pt x="961901" y="501862"/>
                    <a:pt x="926441" y="502136"/>
                  </a:cubicBezTo>
                  <a:cubicBezTo>
                    <a:pt x="788542" y="503049"/>
                    <a:pt x="678854" y="400310"/>
                    <a:pt x="678854" y="254633"/>
                  </a:cubicBezTo>
                  <a:lnTo>
                    <a:pt x="678854" y="252834"/>
                  </a:lnTo>
                  <a:cubicBezTo>
                    <a:pt x="678854" y="106034"/>
                    <a:pt x="785943" y="920"/>
                    <a:pt x="924908" y="8"/>
                  </a:cubicBezTo>
                  <a:moveTo>
                    <a:pt x="1103699" y="249890"/>
                  </a:moveTo>
                  <a:cubicBezTo>
                    <a:pt x="1103699" y="139014"/>
                    <a:pt x="1023782" y="58900"/>
                    <a:pt x="923338" y="59705"/>
                  </a:cubicBezTo>
                  <a:cubicBezTo>
                    <a:pt x="823013" y="60201"/>
                    <a:pt x="748563" y="139014"/>
                    <a:pt x="748563" y="250568"/>
                  </a:cubicBezTo>
                  <a:lnTo>
                    <a:pt x="748682" y="252254"/>
                  </a:lnTo>
                  <a:cubicBezTo>
                    <a:pt x="748682" y="361750"/>
                    <a:pt x="828023" y="442360"/>
                    <a:pt x="927894" y="441708"/>
                  </a:cubicBezTo>
                  <a:cubicBezTo>
                    <a:pt x="949675" y="441597"/>
                    <a:pt x="977651" y="435514"/>
                    <a:pt x="993208" y="428021"/>
                  </a:cubicBezTo>
                  <a:lnTo>
                    <a:pt x="929649" y="355075"/>
                  </a:lnTo>
                  <a:lnTo>
                    <a:pt x="1007273" y="355183"/>
                  </a:lnTo>
                  <a:lnTo>
                    <a:pt x="1043463" y="397146"/>
                  </a:lnTo>
                  <a:cubicBezTo>
                    <a:pt x="1082372" y="360531"/>
                    <a:pt x="1103699" y="317642"/>
                    <a:pt x="1103699" y="251713"/>
                  </a:cubicBezTo>
                  <a:lnTo>
                    <a:pt x="1103699" y="249890"/>
                  </a:lnTo>
                  <a:close/>
                </a:path>
              </a:pathLst>
            </a:custGeom>
            <a:solidFill>
              <a:schemeClr val="bg1"/>
            </a:solidFill>
            <a:ln w="2638" cap="flat">
              <a:noFill/>
              <a:prstDash val="solid"/>
              <a:miter/>
            </a:ln>
          </p:spPr>
          <p:txBody>
            <a:bodyPr rtlCol="0" anchor="ctr"/>
            <a:lstStyle/>
            <a:p>
              <a:endParaRPr lang="en-US" sz="1800"/>
            </a:p>
          </p:txBody>
        </p:sp>
        <p:sp>
          <p:nvSpPr>
            <p:cNvPr id="4" name="fortress_red">
              <a:extLst>
                <a:ext uri="{FF2B5EF4-FFF2-40B4-BE49-F238E27FC236}">
                  <a16:creationId xmlns:a16="http://schemas.microsoft.com/office/drawing/2014/main" id="{65569E95-2E80-9508-FC27-39853A892BC2}"/>
                </a:ext>
                <a:ext uri="{C183D7F6-B498-43B3-948B-1728B52AA6E4}">
                  <adec:decorative xmlns:adec="http://schemas.microsoft.com/office/drawing/2017/decorative" val="1"/>
                </a:ext>
              </a:extLst>
            </p:cNvPr>
            <p:cNvSpPr/>
            <p:nvPr/>
          </p:nvSpPr>
          <p:spPr bwMode="black">
            <a:xfrm>
              <a:off x="6885920" y="815830"/>
              <a:ext cx="2256122" cy="1241135"/>
            </a:xfrm>
            <a:custGeom>
              <a:avLst/>
              <a:gdLst>
                <a:gd name="connsiteX0" fmla="*/ 1139663 w 2256122"/>
                <a:gd name="connsiteY0" fmla="*/ 66158 h 1241135"/>
                <a:gd name="connsiteX1" fmla="*/ 1139663 w 2256122"/>
                <a:gd name="connsiteY1" fmla="*/ 1062688 h 1241135"/>
                <a:gd name="connsiteX2" fmla="*/ 1266365 w 2256122"/>
                <a:gd name="connsiteY2" fmla="*/ 1018627 h 1241135"/>
                <a:gd name="connsiteX3" fmla="*/ 1266365 w 2256122"/>
                <a:gd name="connsiteY3" fmla="*/ 110490 h 1241135"/>
                <a:gd name="connsiteX4" fmla="*/ 1646340 w 2256122"/>
                <a:gd name="connsiteY4" fmla="*/ 243152 h 1241135"/>
                <a:gd name="connsiteX5" fmla="*/ 1646340 w 2256122"/>
                <a:gd name="connsiteY5" fmla="*/ 885965 h 1241135"/>
                <a:gd name="connsiteX6" fmla="*/ 1772847 w 2256122"/>
                <a:gd name="connsiteY6" fmla="*/ 841710 h 1241135"/>
                <a:gd name="connsiteX7" fmla="*/ 1772847 w 2256122"/>
                <a:gd name="connsiteY7" fmla="*/ 287292 h 1241135"/>
                <a:gd name="connsiteX8" fmla="*/ 1899496 w 2256122"/>
                <a:gd name="connsiteY8" fmla="*/ 331632 h 1241135"/>
                <a:gd name="connsiteX9" fmla="*/ 1899496 w 2256122"/>
                <a:gd name="connsiteY9" fmla="*/ 931714 h 1241135"/>
                <a:gd name="connsiteX10" fmla="*/ 1519605 w 2256122"/>
                <a:gd name="connsiteY10" fmla="*/ 1064300 h 1241135"/>
                <a:gd name="connsiteX11" fmla="*/ 1519605 w 2256122"/>
                <a:gd name="connsiteY11" fmla="*/ 333009 h 1241135"/>
                <a:gd name="connsiteX12" fmla="*/ 1393162 w 2256122"/>
                <a:gd name="connsiteY12" fmla="*/ 288862 h 1241135"/>
                <a:gd name="connsiteX13" fmla="*/ 1393162 w 2256122"/>
                <a:gd name="connsiteY13" fmla="*/ 1108553 h 1241135"/>
                <a:gd name="connsiteX14" fmla="*/ 1013082 w 2256122"/>
                <a:gd name="connsiteY14" fmla="*/ 1241136 h 1241135"/>
                <a:gd name="connsiteX15" fmla="*/ 1013082 w 2256122"/>
                <a:gd name="connsiteY15" fmla="*/ 156166 h 1241135"/>
                <a:gd name="connsiteX16" fmla="*/ 949794 w 2256122"/>
                <a:gd name="connsiteY16" fmla="*/ 134071 h 1241135"/>
                <a:gd name="connsiteX17" fmla="*/ 886538 w 2256122"/>
                <a:gd name="connsiteY17" fmla="*/ 156166 h 1241135"/>
                <a:gd name="connsiteX18" fmla="*/ 886538 w 2256122"/>
                <a:gd name="connsiteY18" fmla="*/ 1241133 h 1241135"/>
                <a:gd name="connsiteX19" fmla="*/ 506635 w 2256122"/>
                <a:gd name="connsiteY19" fmla="*/ 1108550 h 1241135"/>
                <a:gd name="connsiteX20" fmla="*/ 506635 w 2256122"/>
                <a:gd name="connsiteY20" fmla="*/ 288859 h 1241135"/>
                <a:gd name="connsiteX21" fmla="*/ 379938 w 2256122"/>
                <a:gd name="connsiteY21" fmla="*/ 333007 h 1241135"/>
                <a:gd name="connsiteX22" fmla="*/ 379938 w 2256122"/>
                <a:gd name="connsiteY22" fmla="*/ 1064300 h 1241135"/>
                <a:gd name="connsiteX23" fmla="*/ 0 w 2256122"/>
                <a:gd name="connsiteY23" fmla="*/ 931714 h 1241135"/>
                <a:gd name="connsiteX24" fmla="*/ 0 w 2256122"/>
                <a:gd name="connsiteY24" fmla="*/ 331635 h 1241135"/>
                <a:gd name="connsiteX25" fmla="*/ 126739 w 2256122"/>
                <a:gd name="connsiteY25" fmla="*/ 287295 h 1241135"/>
                <a:gd name="connsiteX26" fmla="*/ 126739 w 2256122"/>
                <a:gd name="connsiteY26" fmla="*/ 841712 h 1241135"/>
                <a:gd name="connsiteX27" fmla="*/ 253317 w 2256122"/>
                <a:gd name="connsiteY27" fmla="*/ 885968 h 1241135"/>
                <a:gd name="connsiteX28" fmla="*/ 253317 w 2256122"/>
                <a:gd name="connsiteY28" fmla="*/ 243155 h 1241135"/>
                <a:gd name="connsiteX29" fmla="*/ 633221 w 2256122"/>
                <a:gd name="connsiteY29" fmla="*/ 110493 h 1241135"/>
                <a:gd name="connsiteX30" fmla="*/ 633221 w 2256122"/>
                <a:gd name="connsiteY30" fmla="*/ 1018630 h 1241135"/>
                <a:gd name="connsiteX31" fmla="*/ 759841 w 2256122"/>
                <a:gd name="connsiteY31" fmla="*/ 1062691 h 1241135"/>
                <a:gd name="connsiteX32" fmla="*/ 759841 w 2256122"/>
                <a:gd name="connsiteY32" fmla="*/ 66158 h 1241135"/>
                <a:gd name="connsiteX33" fmla="*/ 949794 w 2256122"/>
                <a:gd name="connsiteY33" fmla="*/ 0 h 1241135"/>
                <a:gd name="connsiteX34" fmla="*/ 1139663 w 2256122"/>
                <a:gd name="connsiteY34" fmla="*/ 66158 h 1241135"/>
                <a:gd name="connsiteX35" fmla="*/ 2142041 w 2256122"/>
                <a:gd name="connsiteY35" fmla="*/ 889712 h 1241135"/>
                <a:gd name="connsiteX36" fmla="*/ 2027994 w 2256122"/>
                <a:gd name="connsiteY36" fmla="*/ 775544 h 1241135"/>
                <a:gd name="connsiteX37" fmla="*/ 2027994 w 2256122"/>
                <a:gd name="connsiteY37" fmla="*/ 774979 h 1241135"/>
                <a:gd name="connsiteX38" fmla="*/ 2142041 w 2256122"/>
                <a:gd name="connsiteY38" fmla="*/ 660085 h 1241135"/>
                <a:gd name="connsiteX39" fmla="*/ 2256122 w 2256122"/>
                <a:gd name="connsiteY39" fmla="*/ 774243 h 1241135"/>
                <a:gd name="connsiteX40" fmla="*/ 2256122 w 2256122"/>
                <a:gd name="connsiteY40" fmla="*/ 774976 h 1241135"/>
                <a:gd name="connsiteX41" fmla="*/ 2142041 w 2256122"/>
                <a:gd name="connsiteY41" fmla="*/ 889712 h 1241135"/>
                <a:gd name="connsiteX42" fmla="*/ 2142041 w 2256122"/>
                <a:gd name="connsiteY42" fmla="*/ 877175 h 1241135"/>
                <a:gd name="connsiteX43" fmla="*/ 2242982 w 2256122"/>
                <a:gd name="connsiteY43" fmla="*/ 774979 h 1241135"/>
                <a:gd name="connsiteX44" fmla="*/ 2242982 w 2256122"/>
                <a:gd name="connsiteY44" fmla="*/ 774246 h 1241135"/>
                <a:gd name="connsiteX45" fmla="*/ 2142041 w 2256122"/>
                <a:gd name="connsiteY45" fmla="*/ 672662 h 1241135"/>
                <a:gd name="connsiteX46" fmla="*/ 2041143 w 2256122"/>
                <a:gd name="connsiteY46" fmla="*/ 774979 h 1241135"/>
                <a:gd name="connsiteX47" fmla="*/ 2041143 w 2256122"/>
                <a:gd name="connsiteY47" fmla="*/ 775544 h 1241135"/>
                <a:gd name="connsiteX48" fmla="*/ 2142041 w 2256122"/>
                <a:gd name="connsiteY48" fmla="*/ 877175 h 1241135"/>
                <a:gd name="connsiteX49" fmla="*/ 2094841 w 2256122"/>
                <a:gd name="connsiteY49" fmla="*/ 713250 h 1241135"/>
                <a:gd name="connsiteX50" fmla="*/ 2150571 w 2256122"/>
                <a:gd name="connsiteY50" fmla="*/ 713250 h 1241135"/>
                <a:gd name="connsiteX51" fmla="*/ 2198449 w 2256122"/>
                <a:gd name="connsiteY51" fmla="*/ 752692 h 1241135"/>
                <a:gd name="connsiteX52" fmla="*/ 2172201 w 2256122"/>
                <a:gd name="connsiteY52" fmla="*/ 789344 h 1241135"/>
                <a:gd name="connsiteX53" fmla="*/ 2202385 w 2256122"/>
                <a:gd name="connsiteY53" fmla="*/ 831922 h 1241135"/>
                <a:gd name="connsiteX54" fmla="*/ 2167650 w 2256122"/>
                <a:gd name="connsiteY54" fmla="*/ 831922 h 1241135"/>
                <a:gd name="connsiteX55" fmla="*/ 2142041 w 2256122"/>
                <a:gd name="connsiteY55" fmla="*/ 794583 h 1241135"/>
                <a:gd name="connsiteX56" fmla="*/ 2123656 w 2256122"/>
                <a:gd name="connsiteY56" fmla="*/ 794583 h 1241135"/>
                <a:gd name="connsiteX57" fmla="*/ 2123656 w 2256122"/>
                <a:gd name="connsiteY57" fmla="*/ 831922 h 1241135"/>
                <a:gd name="connsiteX58" fmla="*/ 2094839 w 2256122"/>
                <a:gd name="connsiteY58" fmla="*/ 831922 h 1241135"/>
                <a:gd name="connsiteX59" fmla="*/ 2094839 w 2256122"/>
                <a:gd name="connsiteY59" fmla="*/ 713250 h 1241135"/>
                <a:gd name="connsiteX60" fmla="*/ 2148618 w 2256122"/>
                <a:gd name="connsiteY60" fmla="*/ 770998 h 1241135"/>
                <a:gd name="connsiteX61" fmla="*/ 2168996 w 2256122"/>
                <a:gd name="connsiteY61" fmla="*/ 754562 h 1241135"/>
                <a:gd name="connsiteX62" fmla="*/ 2148618 w 2256122"/>
                <a:gd name="connsiteY62" fmla="*/ 738205 h 1241135"/>
                <a:gd name="connsiteX63" fmla="*/ 2123656 w 2256122"/>
                <a:gd name="connsiteY63" fmla="*/ 738205 h 1241135"/>
                <a:gd name="connsiteX64" fmla="*/ 2123656 w 2256122"/>
                <a:gd name="connsiteY64" fmla="*/ 770998 h 1241135"/>
                <a:gd name="connsiteX65" fmla="*/ 2148618 w 2256122"/>
                <a:gd name="connsiteY65" fmla="*/ 770998 h 124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256122" h="1241135">
                  <a:moveTo>
                    <a:pt x="1139663" y="66158"/>
                  </a:moveTo>
                  <a:lnTo>
                    <a:pt x="1139663" y="1062688"/>
                  </a:lnTo>
                  <a:lnTo>
                    <a:pt x="1266365" y="1018627"/>
                  </a:lnTo>
                  <a:lnTo>
                    <a:pt x="1266365" y="110490"/>
                  </a:lnTo>
                  <a:lnTo>
                    <a:pt x="1646340" y="243152"/>
                  </a:lnTo>
                  <a:lnTo>
                    <a:pt x="1646340" y="885965"/>
                  </a:lnTo>
                  <a:lnTo>
                    <a:pt x="1772847" y="841710"/>
                  </a:lnTo>
                  <a:lnTo>
                    <a:pt x="1772847" y="287292"/>
                  </a:lnTo>
                  <a:lnTo>
                    <a:pt x="1899496" y="331632"/>
                  </a:lnTo>
                  <a:lnTo>
                    <a:pt x="1899496" y="931714"/>
                  </a:lnTo>
                  <a:lnTo>
                    <a:pt x="1519605" y="1064300"/>
                  </a:lnTo>
                  <a:lnTo>
                    <a:pt x="1519605" y="333009"/>
                  </a:lnTo>
                  <a:lnTo>
                    <a:pt x="1393162" y="288862"/>
                  </a:lnTo>
                  <a:lnTo>
                    <a:pt x="1393162" y="1108553"/>
                  </a:lnTo>
                  <a:lnTo>
                    <a:pt x="1013082" y="1241136"/>
                  </a:lnTo>
                  <a:lnTo>
                    <a:pt x="1013082" y="156166"/>
                  </a:lnTo>
                  <a:lnTo>
                    <a:pt x="949794" y="134071"/>
                  </a:lnTo>
                  <a:lnTo>
                    <a:pt x="886538" y="156166"/>
                  </a:lnTo>
                  <a:lnTo>
                    <a:pt x="886538" y="1241133"/>
                  </a:lnTo>
                  <a:lnTo>
                    <a:pt x="506635" y="1108550"/>
                  </a:lnTo>
                  <a:lnTo>
                    <a:pt x="506635" y="288859"/>
                  </a:lnTo>
                  <a:lnTo>
                    <a:pt x="379938" y="333007"/>
                  </a:lnTo>
                  <a:lnTo>
                    <a:pt x="379938" y="1064300"/>
                  </a:lnTo>
                  <a:lnTo>
                    <a:pt x="0" y="931714"/>
                  </a:lnTo>
                  <a:lnTo>
                    <a:pt x="0" y="331635"/>
                  </a:lnTo>
                  <a:lnTo>
                    <a:pt x="126739" y="287295"/>
                  </a:lnTo>
                  <a:lnTo>
                    <a:pt x="126739" y="841712"/>
                  </a:lnTo>
                  <a:lnTo>
                    <a:pt x="253317" y="885968"/>
                  </a:lnTo>
                  <a:lnTo>
                    <a:pt x="253317" y="243155"/>
                  </a:lnTo>
                  <a:lnTo>
                    <a:pt x="633221" y="110493"/>
                  </a:lnTo>
                  <a:lnTo>
                    <a:pt x="633221" y="1018630"/>
                  </a:lnTo>
                  <a:lnTo>
                    <a:pt x="759841" y="1062691"/>
                  </a:lnTo>
                  <a:lnTo>
                    <a:pt x="759841" y="66158"/>
                  </a:lnTo>
                  <a:lnTo>
                    <a:pt x="949794" y="0"/>
                  </a:lnTo>
                  <a:lnTo>
                    <a:pt x="1139663" y="66158"/>
                  </a:lnTo>
                  <a:close/>
                  <a:moveTo>
                    <a:pt x="2142041" y="889712"/>
                  </a:moveTo>
                  <a:cubicBezTo>
                    <a:pt x="2077756" y="889712"/>
                    <a:pt x="2027994" y="837805"/>
                    <a:pt x="2027994" y="775544"/>
                  </a:cubicBezTo>
                  <a:lnTo>
                    <a:pt x="2027994" y="774979"/>
                  </a:lnTo>
                  <a:cubicBezTo>
                    <a:pt x="2027994" y="712641"/>
                    <a:pt x="2078445" y="660085"/>
                    <a:pt x="2142041" y="660085"/>
                  </a:cubicBezTo>
                  <a:cubicBezTo>
                    <a:pt x="2206258" y="660085"/>
                    <a:pt x="2256122" y="711952"/>
                    <a:pt x="2256122" y="774243"/>
                  </a:cubicBezTo>
                  <a:lnTo>
                    <a:pt x="2256122" y="774976"/>
                  </a:lnTo>
                  <a:cubicBezTo>
                    <a:pt x="2256122" y="837119"/>
                    <a:pt x="2205678" y="889712"/>
                    <a:pt x="2142041" y="889712"/>
                  </a:cubicBezTo>
                  <a:moveTo>
                    <a:pt x="2142041" y="877175"/>
                  </a:moveTo>
                  <a:cubicBezTo>
                    <a:pt x="2199069" y="877175"/>
                    <a:pt x="2242982" y="830582"/>
                    <a:pt x="2242982" y="774979"/>
                  </a:cubicBezTo>
                  <a:lnTo>
                    <a:pt x="2242982" y="774246"/>
                  </a:lnTo>
                  <a:cubicBezTo>
                    <a:pt x="2242982" y="718490"/>
                    <a:pt x="2199707" y="672662"/>
                    <a:pt x="2142041" y="672662"/>
                  </a:cubicBezTo>
                  <a:cubicBezTo>
                    <a:pt x="2084985" y="672662"/>
                    <a:pt x="2041143" y="719215"/>
                    <a:pt x="2041143" y="774979"/>
                  </a:cubicBezTo>
                  <a:lnTo>
                    <a:pt x="2041143" y="775544"/>
                  </a:lnTo>
                  <a:cubicBezTo>
                    <a:pt x="2041143" y="831349"/>
                    <a:pt x="2084405" y="877175"/>
                    <a:pt x="2142041" y="877175"/>
                  </a:cubicBezTo>
                  <a:moveTo>
                    <a:pt x="2094841" y="713250"/>
                  </a:moveTo>
                  <a:lnTo>
                    <a:pt x="2150571" y="713250"/>
                  </a:lnTo>
                  <a:cubicBezTo>
                    <a:pt x="2178048" y="713250"/>
                    <a:pt x="2198449" y="725829"/>
                    <a:pt x="2198449" y="752692"/>
                  </a:cubicBezTo>
                  <a:cubicBezTo>
                    <a:pt x="2198449" y="771689"/>
                    <a:pt x="2187983" y="784073"/>
                    <a:pt x="2172201" y="789344"/>
                  </a:cubicBezTo>
                  <a:lnTo>
                    <a:pt x="2202385" y="831922"/>
                  </a:lnTo>
                  <a:lnTo>
                    <a:pt x="2167650" y="831922"/>
                  </a:lnTo>
                  <a:lnTo>
                    <a:pt x="2142041" y="794583"/>
                  </a:lnTo>
                  <a:lnTo>
                    <a:pt x="2123656" y="794583"/>
                  </a:lnTo>
                  <a:lnTo>
                    <a:pt x="2123656" y="831922"/>
                  </a:lnTo>
                  <a:lnTo>
                    <a:pt x="2094839" y="831922"/>
                  </a:lnTo>
                  <a:lnTo>
                    <a:pt x="2094839" y="713250"/>
                  </a:lnTo>
                  <a:close/>
                  <a:moveTo>
                    <a:pt x="2148618" y="770998"/>
                  </a:moveTo>
                  <a:cubicBezTo>
                    <a:pt x="2161762" y="770998"/>
                    <a:pt x="2168996" y="764426"/>
                    <a:pt x="2168996" y="754562"/>
                  </a:cubicBezTo>
                  <a:cubicBezTo>
                    <a:pt x="2168996" y="744170"/>
                    <a:pt x="2161005" y="738205"/>
                    <a:pt x="2148618" y="738205"/>
                  </a:cubicBezTo>
                  <a:lnTo>
                    <a:pt x="2123656" y="738205"/>
                  </a:lnTo>
                  <a:lnTo>
                    <a:pt x="2123656" y="770998"/>
                  </a:lnTo>
                  <a:lnTo>
                    <a:pt x="2148618" y="770998"/>
                  </a:lnTo>
                  <a:close/>
                </a:path>
              </a:pathLst>
            </a:custGeom>
            <a:solidFill>
              <a:srgbClr val="E91C24"/>
            </a:solidFill>
            <a:ln w="2638"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1113609188"/>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4135DD1-3FB3-9255-88AD-1D700D81E722}"/>
              </a:ext>
              <a:ext uri="{C183D7F6-B498-43B3-948B-1728B52AA6E4}">
                <adec:decorative xmlns:adec="http://schemas.microsoft.com/office/drawing/2017/decorative" val="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000E5BE-C741-1904-0651-A79718480DA2}"/>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 2025 Equinix, Inc.</a:t>
            </a:r>
          </a:p>
        </p:txBody>
      </p:sp>
      <p:sp>
        <p:nvSpPr>
          <p:cNvPr id="9" name="Slide Number Placeholder 8">
            <a:extLst>
              <a:ext uri="{FF2B5EF4-FFF2-40B4-BE49-F238E27FC236}">
                <a16:creationId xmlns:a16="http://schemas.microsoft.com/office/drawing/2014/main" id="{8B3E9A9A-7034-E13C-175C-D9FBF10C6D7D}"/>
              </a:ext>
            </a:extLst>
          </p:cNvPr>
          <p:cNvSpPr>
            <a:spLocks noGrp="1"/>
          </p:cNvSpPr>
          <p:nvPr>
            <p:ph type="sldNum" sz="quarter" idx="12"/>
          </p:nvPr>
        </p:nvSpPr>
        <p:spPr/>
        <p:txBody>
          <a:bodyPr/>
          <a:lstStyle/>
          <a:p>
            <a:fld id="{F8A89D12-4F33-44AF-85FC-689FEAF79A41}" type="slidenum">
              <a:rPr lang="en-US" smtClean="0"/>
              <a:pPr/>
              <a:t>‹#›</a:t>
            </a:fld>
            <a:endParaRPr lang="en-US"/>
          </a:p>
        </p:txBody>
      </p:sp>
      <p:sp>
        <p:nvSpPr>
          <p:cNvPr id="6" name="Title 5">
            <a:extLst>
              <a:ext uri="{FF2B5EF4-FFF2-40B4-BE49-F238E27FC236}">
                <a16:creationId xmlns:a16="http://schemas.microsoft.com/office/drawing/2014/main" id="{7CA5A1C9-8553-DDBB-FA0E-F156254A83E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4722353"/>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9545649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Arial" panose="020B0604020202020204" pitchFamily="34" charset="0"/>
              <a:ea typeface="+mj-ea"/>
              <a:cs typeface="+mj-cs"/>
              <a:sym typeface="Trebuchet MS" panose="020B0603020202020204" pitchFamily="34" charset="0"/>
            </a:endParaRPr>
          </a:p>
        </p:txBody>
      </p:sp>
      <p:pic>
        <p:nvPicPr>
          <p:cNvPr id="17" name="Picture 16" descr="A red and purple gradient&#10;&#10;Description automatically generated">
            <a:extLst>
              <a:ext uri="{FF2B5EF4-FFF2-40B4-BE49-F238E27FC236}">
                <a16:creationId xmlns:a16="http://schemas.microsoft.com/office/drawing/2014/main" id="{C82890A4-A126-43BA-AEDD-46CA4E7F63F1}"/>
              </a:ext>
            </a:extLst>
          </p:cNvPr>
          <p:cNvPicPr>
            <a:picLocks noChangeAspect="1"/>
          </p:cNvPicPr>
          <p:nvPr userDrawn="1"/>
        </p:nvPicPr>
        <p:blipFill>
          <a:blip r:embed="rId6"/>
          <a:stretch>
            <a:fillRect/>
          </a:stretch>
        </p:blipFill>
        <p:spPr>
          <a:xfrm>
            <a:off x="0" y="-7004"/>
            <a:ext cx="12204452" cy="6865004"/>
          </a:xfrm>
          <a:prstGeom prst="rect">
            <a:avLst/>
          </a:prstGeom>
        </p:spPr>
      </p:pic>
      <p:pic>
        <p:nvPicPr>
          <p:cNvPr id="23" name="Picture 22">
            <a:extLst>
              <a:ext uri="{FF2B5EF4-FFF2-40B4-BE49-F238E27FC236}">
                <a16:creationId xmlns:a16="http://schemas.microsoft.com/office/drawing/2014/main" id="{F3B212C8-E88E-4B43-BA39-F6A64E24F061}"/>
              </a:ext>
            </a:extLst>
          </p:cNvPr>
          <p:cNvPicPr>
            <a:picLocks noChangeAspect="1"/>
          </p:cNvPicPr>
          <p:nvPr userDrawn="1"/>
        </p:nvPicPr>
        <p:blipFill>
          <a:blip r:embed="rId7"/>
          <a:stretch>
            <a:fillRect/>
          </a:stretch>
        </p:blipFill>
        <p:spPr>
          <a:xfrm>
            <a:off x="548640" y="640081"/>
            <a:ext cx="2288505" cy="334244"/>
          </a:xfrm>
          <a:prstGeom prst="rect">
            <a:avLst/>
          </a:prstGeom>
        </p:spPr>
      </p:pic>
      <p:sp>
        <p:nvSpPr>
          <p:cNvPr id="24" name="Title 1">
            <a:extLst>
              <a:ext uri="{FF2B5EF4-FFF2-40B4-BE49-F238E27FC236}">
                <a16:creationId xmlns:a16="http://schemas.microsoft.com/office/drawing/2014/main" id="{BAA9886B-26A2-401D-9EAD-4F963747E724}"/>
              </a:ext>
            </a:extLst>
          </p:cNvPr>
          <p:cNvSpPr>
            <a:spLocks noGrp="1"/>
          </p:cNvSpPr>
          <p:nvPr>
            <p:ph type="ctrTitle" hasCustomPrompt="1"/>
          </p:nvPr>
        </p:nvSpPr>
        <p:spPr>
          <a:xfrm>
            <a:off x="548640" y="1466850"/>
            <a:ext cx="8601710" cy="2190750"/>
          </a:xfrm>
        </p:spPr>
        <p:txBody>
          <a:bodyPr vert="horz" anchor="b"/>
          <a:lstStyle>
            <a:lvl1pPr algn="l">
              <a:lnSpc>
                <a:spcPct val="100000"/>
              </a:lnSpc>
              <a:defRPr sz="5400">
                <a:solidFill>
                  <a:schemeClr val="bg1"/>
                </a:solidFill>
              </a:defRPr>
            </a:lvl1pPr>
          </a:lstStyle>
          <a:p>
            <a:r>
              <a:rPr lang="en-US"/>
              <a:t>Master title style, </a:t>
            </a:r>
            <a:br>
              <a:rPr lang="en-US"/>
            </a:br>
            <a:r>
              <a:rPr lang="en-US"/>
              <a:t>Bold 54pt</a:t>
            </a:r>
          </a:p>
        </p:txBody>
      </p:sp>
      <p:sp>
        <p:nvSpPr>
          <p:cNvPr id="25" name="Subtitle 2">
            <a:extLst>
              <a:ext uri="{FF2B5EF4-FFF2-40B4-BE49-F238E27FC236}">
                <a16:creationId xmlns:a16="http://schemas.microsoft.com/office/drawing/2014/main" id="{6723F30F-0D1C-4213-856A-975BC7309DF9}"/>
              </a:ext>
            </a:extLst>
          </p:cNvPr>
          <p:cNvSpPr>
            <a:spLocks noGrp="1"/>
          </p:cNvSpPr>
          <p:nvPr>
            <p:ph type="subTitle" idx="1" hasCustomPrompt="1"/>
          </p:nvPr>
        </p:nvSpPr>
        <p:spPr>
          <a:xfrm>
            <a:off x="548640" y="3794760"/>
            <a:ext cx="8231823" cy="914400"/>
          </a:xfrm>
        </p:spPr>
        <p:txBody>
          <a:bodyPr/>
          <a:lstStyle>
            <a:lvl1pPr marL="0" indent="0" algn="l">
              <a:lnSpc>
                <a:spcPct val="100000"/>
              </a:lnSpc>
              <a:buNone/>
              <a:defRPr sz="2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style, Bold 28pt</a:t>
            </a:r>
          </a:p>
        </p:txBody>
      </p:sp>
    </p:spTree>
    <p:extLst>
      <p:ext uri="{BB962C8B-B14F-4D97-AF65-F5344CB8AC3E}">
        <p14:creationId xmlns:p14="http://schemas.microsoft.com/office/powerpoint/2010/main" val="39252106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34" Type="http://schemas.openxmlformats.org/officeDocument/2006/relationships/image" Target="../media/image10.emf"/><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oleObject" Target="../embeddings/oleObject1.bin"/><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tags" Target="../tags/tag1.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theme" Target="../theme/theme2.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8"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slideLayout" Target="../slideLayouts/slideLayout101.xml"/><Relationship Id="rId39" Type="http://schemas.openxmlformats.org/officeDocument/2006/relationships/slideLayout" Target="../slideLayouts/slideLayout114.xml"/><Relationship Id="rId21" Type="http://schemas.openxmlformats.org/officeDocument/2006/relationships/slideLayout" Target="../slideLayouts/slideLayout96.xml"/><Relationship Id="rId34" Type="http://schemas.openxmlformats.org/officeDocument/2006/relationships/slideLayout" Target="../slideLayouts/slideLayout109.xml"/><Relationship Id="rId42" Type="http://schemas.openxmlformats.org/officeDocument/2006/relationships/slideLayout" Target="../slideLayouts/slideLayout117.xml"/><Relationship Id="rId47" Type="http://schemas.openxmlformats.org/officeDocument/2006/relationships/theme" Target="../theme/theme3.xml"/><Relationship Id="rId7" Type="http://schemas.openxmlformats.org/officeDocument/2006/relationships/slideLayout" Target="../slideLayouts/slideLayout8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9" Type="http://schemas.openxmlformats.org/officeDocument/2006/relationships/slideLayout" Target="../slideLayouts/slideLayout104.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32" Type="http://schemas.openxmlformats.org/officeDocument/2006/relationships/slideLayout" Target="../slideLayouts/slideLayout107.xml"/><Relationship Id="rId37" Type="http://schemas.openxmlformats.org/officeDocument/2006/relationships/slideLayout" Target="../slideLayouts/slideLayout112.xml"/><Relationship Id="rId40" Type="http://schemas.openxmlformats.org/officeDocument/2006/relationships/slideLayout" Target="../slideLayouts/slideLayout115.xml"/><Relationship Id="rId45" Type="http://schemas.openxmlformats.org/officeDocument/2006/relationships/slideLayout" Target="../slideLayouts/slideLayout120.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slideLayout" Target="../slideLayouts/slideLayout103.xml"/><Relationship Id="rId36" Type="http://schemas.openxmlformats.org/officeDocument/2006/relationships/slideLayout" Target="../slideLayouts/slideLayout111.xml"/><Relationship Id="rId10" Type="http://schemas.openxmlformats.org/officeDocument/2006/relationships/slideLayout" Target="../slideLayouts/slideLayout85.xml"/><Relationship Id="rId19" Type="http://schemas.openxmlformats.org/officeDocument/2006/relationships/slideLayout" Target="../slideLayouts/slideLayout94.xml"/><Relationship Id="rId31" Type="http://schemas.openxmlformats.org/officeDocument/2006/relationships/slideLayout" Target="../slideLayouts/slideLayout106.xml"/><Relationship Id="rId44" Type="http://schemas.openxmlformats.org/officeDocument/2006/relationships/slideLayout" Target="../slideLayouts/slideLayout119.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slideLayout" Target="../slideLayouts/slideLayout102.xml"/><Relationship Id="rId30" Type="http://schemas.openxmlformats.org/officeDocument/2006/relationships/slideLayout" Target="../slideLayouts/slideLayout105.xml"/><Relationship Id="rId35" Type="http://schemas.openxmlformats.org/officeDocument/2006/relationships/slideLayout" Target="../slideLayouts/slideLayout110.xml"/><Relationship Id="rId43" Type="http://schemas.openxmlformats.org/officeDocument/2006/relationships/slideLayout" Target="../slideLayouts/slideLayout118.xml"/><Relationship Id="rId8" Type="http://schemas.openxmlformats.org/officeDocument/2006/relationships/slideLayout" Target="../slideLayouts/slideLayout83.xml"/><Relationship Id="rId3" Type="http://schemas.openxmlformats.org/officeDocument/2006/relationships/slideLayout" Target="../slideLayouts/slideLayout78.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33" Type="http://schemas.openxmlformats.org/officeDocument/2006/relationships/slideLayout" Target="../slideLayouts/slideLayout108.xml"/><Relationship Id="rId38" Type="http://schemas.openxmlformats.org/officeDocument/2006/relationships/slideLayout" Target="../slideLayouts/slideLayout113.xml"/><Relationship Id="rId46" Type="http://schemas.openxmlformats.org/officeDocument/2006/relationships/slideLayout" Target="../slideLayouts/slideLayout121.xml"/><Relationship Id="rId20" Type="http://schemas.openxmlformats.org/officeDocument/2006/relationships/slideLayout" Target="../slideLayouts/slideLayout95.xml"/><Relationship Id="rId41" Type="http://schemas.openxmlformats.org/officeDocument/2006/relationships/slideLayout" Target="../slideLayouts/slideLayout116.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4.xml"/><Relationship Id="rId18" Type="http://schemas.openxmlformats.org/officeDocument/2006/relationships/slideLayout" Target="../slideLayouts/slideLayout139.xml"/><Relationship Id="rId26" Type="http://schemas.openxmlformats.org/officeDocument/2006/relationships/slideLayout" Target="../slideLayouts/slideLayout147.xml"/><Relationship Id="rId39" Type="http://schemas.openxmlformats.org/officeDocument/2006/relationships/slideLayout" Target="../slideLayouts/slideLayout160.xml"/><Relationship Id="rId21" Type="http://schemas.openxmlformats.org/officeDocument/2006/relationships/slideLayout" Target="../slideLayouts/slideLayout142.xml"/><Relationship Id="rId34" Type="http://schemas.openxmlformats.org/officeDocument/2006/relationships/slideLayout" Target="../slideLayouts/slideLayout155.xml"/><Relationship Id="rId42" Type="http://schemas.openxmlformats.org/officeDocument/2006/relationships/oleObject" Target="../embeddings/oleObject2.bin"/><Relationship Id="rId7" Type="http://schemas.openxmlformats.org/officeDocument/2006/relationships/slideLayout" Target="../slideLayouts/slideLayout128.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20" Type="http://schemas.openxmlformats.org/officeDocument/2006/relationships/slideLayout" Target="../slideLayouts/slideLayout141.xml"/><Relationship Id="rId29" Type="http://schemas.openxmlformats.org/officeDocument/2006/relationships/slideLayout" Target="../slideLayouts/slideLayout150.xml"/><Relationship Id="rId41" Type="http://schemas.openxmlformats.org/officeDocument/2006/relationships/tags" Target="../tags/tag2.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24" Type="http://schemas.openxmlformats.org/officeDocument/2006/relationships/slideLayout" Target="../slideLayouts/slideLayout145.xml"/><Relationship Id="rId32" Type="http://schemas.openxmlformats.org/officeDocument/2006/relationships/slideLayout" Target="../slideLayouts/slideLayout153.xml"/><Relationship Id="rId37" Type="http://schemas.openxmlformats.org/officeDocument/2006/relationships/slideLayout" Target="../slideLayouts/slideLayout158.xml"/><Relationship Id="rId40" Type="http://schemas.openxmlformats.org/officeDocument/2006/relationships/theme" Target="../theme/theme4.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23" Type="http://schemas.openxmlformats.org/officeDocument/2006/relationships/slideLayout" Target="../slideLayouts/slideLayout144.xml"/><Relationship Id="rId28" Type="http://schemas.openxmlformats.org/officeDocument/2006/relationships/slideLayout" Target="../slideLayouts/slideLayout149.xml"/><Relationship Id="rId36" Type="http://schemas.openxmlformats.org/officeDocument/2006/relationships/slideLayout" Target="../slideLayouts/slideLayout157.xml"/><Relationship Id="rId10" Type="http://schemas.openxmlformats.org/officeDocument/2006/relationships/slideLayout" Target="../slideLayouts/slideLayout131.xml"/><Relationship Id="rId19" Type="http://schemas.openxmlformats.org/officeDocument/2006/relationships/slideLayout" Target="../slideLayouts/slideLayout140.xml"/><Relationship Id="rId31" Type="http://schemas.openxmlformats.org/officeDocument/2006/relationships/slideLayout" Target="../slideLayouts/slideLayout152.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 Id="rId22" Type="http://schemas.openxmlformats.org/officeDocument/2006/relationships/slideLayout" Target="../slideLayouts/slideLayout143.xml"/><Relationship Id="rId27" Type="http://schemas.openxmlformats.org/officeDocument/2006/relationships/slideLayout" Target="../slideLayouts/slideLayout148.xml"/><Relationship Id="rId30" Type="http://schemas.openxmlformats.org/officeDocument/2006/relationships/slideLayout" Target="../slideLayouts/slideLayout151.xml"/><Relationship Id="rId35" Type="http://schemas.openxmlformats.org/officeDocument/2006/relationships/slideLayout" Target="../slideLayouts/slideLayout156.xml"/><Relationship Id="rId43" Type="http://schemas.openxmlformats.org/officeDocument/2006/relationships/image" Target="../media/image20.emf"/><Relationship Id="rId8" Type="http://schemas.openxmlformats.org/officeDocument/2006/relationships/slideLayout" Target="../slideLayouts/slideLayout129.xml"/><Relationship Id="rId3" Type="http://schemas.openxmlformats.org/officeDocument/2006/relationships/slideLayout" Target="../slideLayouts/slideLayout124.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5" Type="http://schemas.openxmlformats.org/officeDocument/2006/relationships/slideLayout" Target="../slideLayouts/slideLayout146.xml"/><Relationship Id="rId33" Type="http://schemas.openxmlformats.org/officeDocument/2006/relationships/slideLayout" Target="../slideLayouts/slideLayout154.xml"/><Relationship Id="rId38" Type="http://schemas.openxmlformats.org/officeDocument/2006/relationships/slideLayout" Target="../slideLayouts/slideLayout15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73.xml"/><Relationship Id="rId18" Type="http://schemas.openxmlformats.org/officeDocument/2006/relationships/slideLayout" Target="../slideLayouts/slideLayout178.xml"/><Relationship Id="rId26" Type="http://schemas.openxmlformats.org/officeDocument/2006/relationships/slideLayout" Target="../slideLayouts/slideLayout186.xml"/><Relationship Id="rId39" Type="http://schemas.openxmlformats.org/officeDocument/2006/relationships/slideLayout" Target="../slideLayouts/slideLayout199.xml"/><Relationship Id="rId21" Type="http://schemas.openxmlformats.org/officeDocument/2006/relationships/slideLayout" Target="../slideLayouts/slideLayout181.xml"/><Relationship Id="rId34" Type="http://schemas.openxmlformats.org/officeDocument/2006/relationships/slideLayout" Target="../slideLayouts/slideLayout194.xml"/><Relationship Id="rId42" Type="http://schemas.openxmlformats.org/officeDocument/2006/relationships/slideLayout" Target="../slideLayouts/slideLayout202.xml"/><Relationship Id="rId47" Type="http://schemas.openxmlformats.org/officeDocument/2006/relationships/slideLayout" Target="../slideLayouts/slideLayout207.xml"/><Relationship Id="rId50" Type="http://schemas.openxmlformats.org/officeDocument/2006/relationships/slideLayout" Target="../slideLayouts/slideLayout210.xml"/><Relationship Id="rId7" Type="http://schemas.openxmlformats.org/officeDocument/2006/relationships/slideLayout" Target="../slideLayouts/slideLayout167.xml"/><Relationship Id="rId2" Type="http://schemas.openxmlformats.org/officeDocument/2006/relationships/slideLayout" Target="../slideLayouts/slideLayout162.xml"/><Relationship Id="rId16" Type="http://schemas.openxmlformats.org/officeDocument/2006/relationships/slideLayout" Target="../slideLayouts/slideLayout176.xml"/><Relationship Id="rId29" Type="http://schemas.openxmlformats.org/officeDocument/2006/relationships/slideLayout" Target="../slideLayouts/slideLayout189.xml"/><Relationship Id="rId11" Type="http://schemas.openxmlformats.org/officeDocument/2006/relationships/slideLayout" Target="../slideLayouts/slideLayout171.xml"/><Relationship Id="rId24" Type="http://schemas.openxmlformats.org/officeDocument/2006/relationships/slideLayout" Target="../slideLayouts/slideLayout184.xml"/><Relationship Id="rId32" Type="http://schemas.openxmlformats.org/officeDocument/2006/relationships/slideLayout" Target="../slideLayouts/slideLayout192.xml"/><Relationship Id="rId37" Type="http://schemas.openxmlformats.org/officeDocument/2006/relationships/slideLayout" Target="../slideLayouts/slideLayout197.xml"/><Relationship Id="rId40" Type="http://schemas.openxmlformats.org/officeDocument/2006/relationships/slideLayout" Target="../slideLayouts/slideLayout200.xml"/><Relationship Id="rId45" Type="http://schemas.openxmlformats.org/officeDocument/2006/relationships/slideLayout" Target="../slideLayouts/slideLayout205.xml"/><Relationship Id="rId53" Type="http://schemas.openxmlformats.org/officeDocument/2006/relationships/oleObject" Target="../embeddings/oleObject4.bin"/><Relationship Id="rId5" Type="http://schemas.openxmlformats.org/officeDocument/2006/relationships/slideLayout" Target="../slideLayouts/slideLayout165.xml"/><Relationship Id="rId10" Type="http://schemas.openxmlformats.org/officeDocument/2006/relationships/slideLayout" Target="../slideLayouts/slideLayout170.xml"/><Relationship Id="rId19" Type="http://schemas.openxmlformats.org/officeDocument/2006/relationships/slideLayout" Target="../slideLayouts/slideLayout179.xml"/><Relationship Id="rId31" Type="http://schemas.openxmlformats.org/officeDocument/2006/relationships/slideLayout" Target="../slideLayouts/slideLayout191.xml"/><Relationship Id="rId44" Type="http://schemas.openxmlformats.org/officeDocument/2006/relationships/slideLayout" Target="../slideLayouts/slideLayout204.xml"/><Relationship Id="rId52" Type="http://schemas.openxmlformats.org/officeDocument/2006/relationships/tags" Target="../tags/tag4.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slideLayout" Target="../slideLayouts/slideLayout174.xml"/><Relationship Id="rId22" Type="http://schemas.openxmlformats.org/officeDocument/2006/relationships/slideLayout" Target="../slideLayouts/slideLayout182.xml"/><Relationship Id="rId27" Type="http://schemas.openxmlformats.org/officeDocument/2006/relationships/slideLayout" Target="../slideLayouts/slideLayout187.xml"/><Relationship Id="rId30" Type="http://schemas.openxmlformats.org/officeDocument/2006/relationships/slideLayout" Target="../slideLayouts/slideLayout190.xml"/><Relationship Id="rId35" Type="http://schemas.openxmlformats.org/officeDocument/2006/relationships/slideLayout" Target="../slideLayouts/slideLayout195.xml"/><Relationship Id="rId43" Type="http://schemas.openxmlformats.org/officeDocument/2006/relationships/slideLayout" Target="../slideLayouts/slideLayout203.xml"/><Relationship Id="rId48" Type="http://schemas.openxmlformats.org/officeDocument/2006/relationships/slideLayout" Target="../slideLayouts/slideLayout208.xml"/><Relationship Id="rId8" Type="http://schemas.openxmlformats.org/officeDocument/2006/relationships/slideLayout" Target="../slideLayouts/slideLayout168.xml"/><Relationship Id="rId51" Type="http://schemas.openxmlformats.org/officeDocument/2006/relationships/theme" Target="../theme/theme5.xml"/><Relationship Id="rId3" Type="http://schemas.openxmlformats.org/officeDocument/2006/relationships/slideLayout" Target="../slideLayouts/slideLayout163.xml"/><Relationship Id="rId12" Type="http://schemas.openxmlformats.org/officeDocument/2006/relationships/slideLayout" Target="../slideLayouts/slideLayout172.xml"/><Relationship Id="rId17" Type="http://schemas.openxmlformats.org/officeDocument/2006/relationships/slideLayout" Target="../slideLayouts/slideLayout177.xml"/><Relationship Id="rId25" Type="http://schemas.openxmlformats.org/officeDocument/2006/relationships/slideLayout" Target="../slideLayouts/slideLayout185.xml"/><Relationship Id="rId33" Type="http://schemas.openxmlformats.org/officeDocument/2006/relationships/slideLayout" Target="../slideLayouts/slideLayout193.xml"/><Relationship Id="rId38" Type="http://schemas.openxmlformats.org/officeDocument/2006/relationships/slideLayout" Target="../slideLayouts/slideLayout198.xml"/><Relationship Id="rId46" Type="http://schemas.openxmlformats.org/officeDocument/2006/relationships/slideLayout" Target="../slideLayouts/slideLayout206.xml"/><Relationship Id="rId20" Type="http://schemas.openxmlformats.org/officeDocument/2006/relationships/slideLayout" Target="../slideLayouts/slideLayout180.xml"/><Relationship Id="rId41" Type="http://schemas.openxmlformats.org/officeDocument/2006/relationships/slideLayout" Target="../slideLayouts/slideLayout201.xml"/><Relationship Id="rId54" Type="http://schemas.openxmlformats.org/officeDocument/2006/relationships/image" Target="../media/image26.emf"/><Relationship Id="rId1" Type="http://schemas.openxmlformats.org/officeDocument/2006/relationships/slideLayout" Target="../slideLayouts/slideLayout161.xml"/><Relationship Id="rId6" Type="http://schemas.openxmlformats.org/officeDocument/2006/relationships/slideLayout" Target="../slideLayouts/slideLayout166.xml"/><Relationship Id="rId15" Type="http://schemas.openxmlformats.org/officeDocument/2006/relationships/slideLayout" Target="../slideLayouts/slideLayout175.xml"/><Relationship Id="rId23" Type="http://schemas.openxmlformats.org/officeDocument/2006/relationships/slideLayout" Target="../slideLayouts/slideLayout183.xml"/><Relationship Id="rId28" Type="http://schemas.openxmlformats.org/officeDocument/2006/relationships/slideLayout" Target="../slideLayouts/slideLayout188.xml"/><Relationship Id="rId36" Type="http://schemas.openxmlformats.org/officeDocument/2006/relationships/slideLayout" Target="../slideLayouts/slideLayout196.xml"/><Relationship Id="rId49" Type="http://schemas.openxmlformats.org/officeDocument/2006/relationships/slideLayout" Target="../slideLayouts/slideLayout209.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23.xml"/><Relationship Id="rId18" Type="http://schemas.openxmlformats.org/officeDocument/2006/relationships/slideLayout" Target="../slideLayouts/slideLayout228.xml"/><Relationship Id="rId26" Type="http://schemas.openxmlformats.org/officeDocument/2006/relationships/slideLayout" Target="../slideLayouts/slideLayout236.xml"/><Relationship Id="rId39" Type="http://schemas.openxmlformats.org/officeDocument/2006/relationships/slideLayout" Target="../slideLayouts/slideLayout249.xml"/><Relationship Id="rId21" Type="http://schemas.openxmlformats.org/officeDocument/2006/relationships/slideLayout" Target="../slideLayouts/slideLayout231.xml"/><Relationship Id="rId34" Type="http://schemas.openxmlformats.org/officeDocument/2006/relationships/slideLayout" Target="../slideLayouts/slideLayout244.xml"/><Relationship Id="rId42" Type="http://schemas.openxmlformats.org/officeDocument/2006/relationships/slideLayout" Target="../slideLayouts/slideLayout252.xml"/><Relationship Id="rId47" Type="http://schemas.openxmlformats.org/officeDocument/2006/relationships/slideLayout" Target="../slideLayouts/slideLayout257.xml"/><Relationship Id="rId50" Type="http://schemas.openxmlformats.org/officeDocument/2006/relationships/theme" Target="../theme/theme6.xml"/><Relationship Id="rId7" Type="http://schemas.openxmlformats.org/officeDocument/2006/relationships/slideLayout" Target="../slideLayouts/slideLayout217.xml"/><Relationship Id="rId2" Type="http://schemas.openxmlformats.org/officeDocument/2006/relationships/slideLayout" Target="../slideLayouts/slideLayout212.xml"/><Relationship Id="rId16" Type="http://schemas.openxmlformats.org/officeDocument/2006/relationships/slideLayout" Target="../slideLayouts/slideLayout226.xml"/><Relationship Id="rId29" Type="http://schemas.openxmlformats.org/officeDocument/2006/relationships/slideLayout" Target="../slideLayouts/slideLayout239.xml"/><Relationship Id="rId11" Type="http://schemas.openxmlformats.org/officeDocument/2006/relationships/slideLayout" Target="../slideLayouts/slideLayout221.xml"/><Relationship Id="rId24" Type="http://schemas.openxmlformats.org/officeDocument/2006/relationships/slideLayout" Target="../slideLayouts/slideLayout234.xml"/><Relationship Id="rId32" Type="http://schemas.openxmlformats.org/officeDocument/2006/relationships/slideLayout" Target="../slideLayouts/slideLayout242.xml"/><Relationship Id="rId37" Type="http://schemas.openxmlformats.org/officeDocument/2006/relationships/slideLayout" Target="../slideLayouts/slideLayout247.xml"/><Relationship Id="rId40" Type="http://schemas.openxmlformats.org/officeDocument/2006/relationships/slideLayout" Target="../slideLayouts/slideLayout250.xml"/><Relationship Id="rId45" Type="http://schemas.openxmlformats.org/officeDocument/2006/relationships/slideLayout" Target="../slideLayouts/slideLayout255.xml"/><Relationship Id="rId53" Type="http://schemas.openxmlformats.org/officeDocument/2006/relationships/image" Target="../media/image26.emf"/><Relationship Id="rId5" Type="http://schemas.openxmlformats.org/officeDocument/2006/relationships/slideLayout" Target="../slideLayouts/slideLayout215.xml"/><Relationship Id="rId10" Type="http://schemas.openxmlformats.org/officeDocument/2006/relationships/slideLayout" Target="../slideLayouts/slideLayout220.xml"/><Relationship Id="rId19" Type="http://schemas.openxmlformats.org/officeDocument/2006/relationships/slideLayout" Target="../slideLayouts/slideLayout229.xml"/><Relationship Id="rId31" Type="http://schemas.openxmlformats.org/officeDocument/2006/relationships/slideLayout" Target="../slideLayouts/slideLayout241.xml"/><Relationship Id="rId44" Type="http://schemas.openxmlformats.org/officeDocument/2006/relationships/slideLayout" Target="../slideLayouts/slideLayout254.xml"/><Relationship Id="rId52" Type="http://schemas.openxmlformats.org/officeDocument/2006/relationships/oleObject" Target="../embeddings/oleObject4.bin"/><Relationship Id="rId4" Type="http://schemas.openxmlformats.org/officeDocument/2006/relationships/slideLayout" Target="../slideLayouts/slideLayout214.xml"/><Relationship Id="rId9" Type="http://schemas.openxmlformats.org/officeDocument/2006/relationships/slideLayout" Target="../slideLayouts/slideLayout219.xml"/><Relationship Id="rId14" Type="http://schemas.openxmlformats.org/officeDocument/2006/relationships/slideLayout" Target="../slideLayouts/slideLayout224.xml"/><Relationship Id="rId22" Type="http://schemas.openxmlformats.org/officeDocument/2006/relationships/slideLayout" Target="../slideLayouts/slideLayout232.xml"/><Relationship Id="rId27" Type="http://schemas.openxmlformats.org/officeDocument/2006/relationships/slideLayout" Target="../slideLayouts/slideLayout237.xml"/><Relationship Id="rId30" Type="http://schemas.openxmlformats.org/officeDocument/2006/relationships/slideLayout" Target="../slideLayouts/slideLayout240.xml"/><Relationship Id="rId35" Type="http://schemas.openxmlformats.org/officeDocument/2006/relationships/slideLayout" Target="../slideLayouts/slideLayout245.xml"/><Relationship Id="rId43" Type="http://schemas.openxmlformats.org/officeDocument/2006/relationships/slideLayout" Target="../slideLayouts/slideLayout253.xml"/><Relationship Id="rId48" Type="http://schemas.openxmlformats.org/officeDocument/2006/relationships/slideLayout" Target="../slideLayouts/slideLayout258.xml"/><Relationship Id="rId8" Type="http://schemas.openxmlformats.org/officeDocument/2006/relationships/slideLayout" Target="../slideLayouts/slideLayout218.xml"/><Relationship Id="rId51" Type="http://schemas.openxmlformats.org/officeDocument/2006/relationships/tags" Target="../tags/tag7.xml"/><Relationship Id="rId3" Type="http://schemas.openxmlformats.org/officeDocument/2006/relationships/slideLayout" Target="../slideLayouts/slideLayout213.xml"/><Relationship Id="rId12" Type="http://schemas.openxmlformats.org/officeDocument/2006/relationships/slideLayout" Target="../slideLayouts/slideLayout222.xml"/><Relationship Id="rId17" Type="http://schemas.openxmlformats.org/officeDocument/2006/relationships/slideLayout" Target="../slideLayouts/slideLayout227.xml"/><Relationship Id="rId25" Type="http://schemas.openxmlformats.org/officeDocument/2006/relationships/slideLayout" Target="../slideLayouts/slideLayout235.xml"/><Relationship Id="rId33" Type="http://schemas.openxmlformats.org/officeDocument/2006/relationships/slideLayout" Target="../slideLayouts/slideLayout243.xml"/><Relationship Id="rId38" Type="http://schemas.openxmlformats.org/officeDocument/2006/relationships/slideLayout" Target="../slideLayouts/slideLayout248.xml"/><Relationship Id="rId46" Type="http://schemas.openxmlformats.org/officeDocument/2006/relationships/slideLayout" Target="../slideLayouts/slideLayout256.xml"/><Relationship Id="rId20" Type="http://schemas.openxmlformats.org/officeDocument/2006/relationships/slideLayout" Target="../slideLayouts/slideLayout230.xml"/><Relationship Id="rId41" Type="http://schemas.openxmlformats.org/officeDocument/2006/relationships/slideLayout" Target="../slideLayouts/slideLayout251.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5" Type="http://schemas.openxmlformats.org/officeDocument/2006/relationships/slideLayout" Target="../slideLayouts/slideLayout225.xml"/><Relationship Id="rId23" Type="http://schemas.openxmlformats.org/officeDocument/2006/relationships/slideLayout" Target="../slideLayouts/slideLayout233.xml"/><Relationship Id="rId28" Type="http://schemas.openxmlformats.org/officeDocument/2006/relationships/slideLayout" Target="../slideLayouts/slideLayout238.xml"/><Relationship Id="rId36" Type="http://schemas.openxmlformats.org/officeDocument/2006/relationships/slideLayout" Target="../slideLayouts/slideLayout246.xml"/><Relationship Id="rId49" Type="http://schemas.openxmlformats.org/officeDocument/2006/relationships/slideLayout" Target="../slideLayouts/slideLayout259.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72.xml"/><Relationship Id="rId18" Type="http://schemas.openxmlformats.org/officeDocument/2006/relationships/slideLayout" Target="../slideLayouts/slideLayout277.xml"/><Relationship Id="rId26" Type="http://schemas.openxmlformats.org/officeDocument/2006/relationships/slideLayout" Target="../slideLayouts/slideLayout285.xml"/><Relationship Id="rId39" Type="http://schemas.openxmlformats.org/officeDocument/2006/relationships/tags" Target="../tags/tag10.xml"/><Relationship Id="rId21" Type="http://schemas.openxmlformats.org/officeDocument/2006/relationships/slideLayout" Target="../slideLayouts/slideLayout280.xml"/><Relationship Id="rId34" Type="http://schemas.openxmlformats.org/officeDocument/2006/relationships/slideLayout" Target="../slideLayouts/slideLayout293.xml"/><Relationship Id="rId7" Type="http://schemas.openxmlformats.org/officeDocument/2006/relationships/slideLayout" Target="../slideLayouts/slideLayout266.xml"/><Relationship Id="rId2" Type="http://schemas.openxmlformats.org/officeDocument/2006/relationships/slideLayout" Target="../slideLayouts/slideLayout261.xml"/><Relationship Id="rId16" Type="http://schemas.openxmlformats.org/officeDocument/2006/relationships/slideLayout" Target="../slideLayouts/slideLayout275.xml"/><Relationship Id="rId20" Type="http://schemas.openxmlformats.org/officeDocument/2006/relationships/slideLayout" Target="../slideLayouts/slideLayout279.xml"/><Relationship Id="rId29" Type="http://schemas.openxmlformats.org/officeDocument/2006/relationships/slideLayout" Target="../slideLayouts/slideLayout288.xml"/><Relationship Id="rId41" Type="http://schemas.openxmlformats.org/officeDocument/2006/relationships/image" Target="../media/image26.emf"/><Relationship Id="rId1" Type="http://schemas.openxmlformats.org/officeDocument/2006/relationships/slideLayout" Target="../slideLayouts/slideLayout260.xml"/><Relationship Id="rId6" Type="http://schemas.openxmlformats.org/officeDocument/2006/relationships/slideLayout" Target="../slideLayouts/slideLayout265.xml"/><Relationship Id="rId11" Type="http://schemas.openxmlformats.org/officeDocument/2006/relationships/slideLayout" Target="../slideLayouts/slideLayout270.xml"/><Relationship Id="rId24" Type="http://schemas.openxmlformats.org/officeDocument/2006/relationships/slideLayout" Target="../slideLayouts/slideLayout283.xml"/><Relationship Id="rId32" Type="http://schemas.openxmlformats.org/officeDocument/2006/relationships/slideLayout" Target="../slideLayouts/slideLayout291.xml"/><Relationship Id="rId37" Type="http://schemas.openxmlformats.org/officeDocument/2006/relationships/slideLayout" Target="../slideLayouts/slideLayout296.xml"/><Relationship Id="rId40" Type="http://schemas.openxmlformats.org/officeDocument/2006/relationships/oleObject" Target="../embeddings/oleObject6.bin"/><Relationship Id="rId5" Type="http://schemas.openxmlformats.org/officeDocument/2006/relationships/slideLayout" Target="../slideLayouts/slideLayout264.xml"/><Relationship Id="rId15" Type="http://schemas.openxmlformats.org/officeDocument/2006/relationships/slideLayout" Target="../slideLayouts/slideLayout274.xml"/><Relationship Id="rId23" Type="http://schemas.openxmlformats.org/officeDocument/2006/relationships/slideLayout" Target="../slideLayouts/slideLayout282.xml"/><Relationship Id="rId28" Type="http://schemas.openxmlformats.org/officeDocument/2006/relationships/slideLayout" Target="../slideLayouts/slideLayout287.xml"/><Relationship Id="rId36" Type="http://schemas.openxmlformats.org/officeDocument/2006/relationships/slideLayout" Target="../slideLayouts/slideLayout295.xml"/><Relationship Id="rId10" Type="http://schemas.openxmlformats.org/officeDocument/2006/relationships/slideLayout" Target="../slideLayouts/slideLayout269.xml"/><Relationship Id="rId19" Type="http://schemas.openxmlformats.org/officeDocument/2006/relationships/slideLayout" Target="../slideLayouts/slideLayout278.xml"/><Relationship Id="rId31" Type="http://schemas.openxmlformats.org/officeDocument/2006/relationships/slideLayout" Target="../slideLayouts/slideLayout290.xml"/><Relationship Id="rId4" Type="http://schemas.openxmlformats.org/officeDocument/2006/relationships/slideLayout" Target="../slideLayouts/slideLayout263.xml"/><Relationship Id="rId9" Type="http://schemas.openxmlformats.org/officeDocument/2006/relationships/slideLayout" Target="../slideLayouts/slideLayout268.xml"/><Relationship Id="rId14" Type="http://schemas.openxmlformats.org/officeDocument/2006/relationships/slideLayout" Target="../slideLayouts/slideLayout273.xml"/><Relationship Id="rId22" Type="http://schemas.openxmlformats.org/officeDocument/2006/relationships/slideLayout" Target="../slideLayouts/slideLayout281.xml"/><Relationship Id="rId27" Type="http://schemas.openxmlformats.org/officeDocument/2006/relationships/slideLayout" Target="../slideLayouts/slideLayout286.xml"/><Relationship Id="rId30" Type="http://schemas.openxmlformats.org/officeDocument/2006/relationships/slideLayout" Target="../slideLayouts/slideLayout289.xml"/><Relationship Id="rId35" Type="http://schemas.openxmlformats.org/officeDocument/2006/relationships/slideLayout" Target="../slideLayouts/slideLayout294.xml"/><Relationship Id="rId8" Type="http://schemas.openxmlformats.org/officeDocument/2006/relationships/slideLayout" Target="../slideLayouts/slideLayout267.xml"/><Relationship Id="rId3" Type="http://schemas.openxmlformats.org/officeDocument/2006/relationships/slideLayout" Target="../slideLayouts/slideLayout262.xml"/><Relationship Id="rId12" Type="http://schemas.openxmlformats.org/officeDocument/2006/relationships/slideLayout" Target="../slideLayouts/slideLayout271.xml"/><Relationship Id="rId17" Type="http://schemas.openxmlformats.org/officeDocument/2006/relationships/slideLayout" Target="../slideLayouts/slideLayout276.xml"/><Relationship Id="rId25" Type="http://schemas.openxmlformats.org/officeDocument/2006/relationships/slideLayout" Target="../slideLayouts/slideLayout284.xml"/><Relationship Id="rId33" Type="http://schemas.openxmlformats.org/officeDocument/2006/relationships/slideLayout" Target="../slideLayouts/slideLayout292.xml"/><Relationship Id="rId38"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309.xml"/><Relationship Id="rId18" Type="http://schemas.openxmlformats.org/officeDocument/2006/relationships/slideLayout" Target="../slideLayouts/slideLayout314.xml"/><Relationship Id="rId26" Type="http://schemas.openxmlformats.org/officeDocument/2006/relationships/slideLayout" Target="../slideLayouts/slideLayout322.xml"/><Relationship Id="rId39" Type="http://schemas.openxmlformats.org/officeDocument/2006/relationships/slideLayout" Target="../slideLayouts/slideLayout335.xml"/><Relationship Id="rId21" Type="http://schemas.openxmlformats.org/officeDocument/2006/relationships/slideLayout" Target="../slideLayouts/slideLayout317.xml"/><Relationship Id="rId34" Type="http://schemas.openxmlformats.org/officeDocument/2006/relationships/slideLayout" Target="../slideLayouts/slideLayout330.xml"/><Relationship Id="rId42" Type="http://schemas.openxmlformats.org/officeDocument/2006/relationships/slideLayout" Target="../slideLayouts/slideLayout338.xml"/><Relationship Id="rId47" Type="http://schemas.openxmlformats.org/officeDocument/2006/relationships/tags" Target="../tags/tag11.xml"/><Relationship Id="rId7" Type="http://schemas.openxmlformats.org/officeDocument/2006/relationships/slideLayout" Target="../slideLayouts/slideLayout303.xml"/><Relationship Id="rId2" Type="http://schemas.openxmlformats.org/officeDocument/2006/relationships/slideLayout" Target="../slideLayouts/slideLayout298.xml"/><Relationship Id="rId16" Type="http://schemas.openxmlformats.org/officeDocument/2006/relationships/slideLayout" Target="../slideLayouts/slideLayout312.xml"/><Relationship Id="rId29" Type="http://schemas.openxmlformats.org/officeDocument/2006/relationships/slideLayout" Target="../slideLayouts/slideLayout325.xml"/><Relationship Id="rId11" Type="http://schemas.openxmlformats.org/officeDocument/2006/relationships/slideLayout" Target="../slideLayouts/slideLayout307.xml"/><Relationship Id="rId24" Type="http://schemas.openxmlformats.org/officeDocument/2006/relationships/slideLayout" Target="../slideLayouts/slideLayout320.xml"/><Relationship Id="rId32" Type="http://schemas.openxmlformats.org/officeDocument/2006/relationships/slideLayout" Target="../slideLayouts/slideLayout328.xml"/><Relationship Id="rId37" Type="http://schemas.openxmlformats.org/officeDocument/2006/relationships/slideLayout" Target="../slideLayouts/slideLayout333.xml"/><Relationship Id="rId40" Type="http://schemas.openxmlformats.org/officeDocument/2006/relationships/slideLayout" Target="../slideLayouts/slideLayout336.xml"/><Relationship Id="rId45" Type="http://schemas.openxmlformats.org/officeDocument/2006/relationships/slideLayout" Target="../slideLayouts/slideLayout341.xml"/><Relationship Id="rId5" Type="http://schemas.openxmlformats.org/officeDocument/2006/relationships/slideLayout" Target="../slideLayouts/slideLayout301.xml"/><Relationship Id="rId15" Type="http://schemas.openxmlformats.org/officeDocument/2006/relationships/slideLayout" Target="../slideLayouts/slideLayout311.xml"/><Relationship Id="rId23" Type="http://schemas.openxmlformats.org/officeDocument/2006/relationships/slideLayout" Target="../slideLayouts/slideLayout319.xml"/><Relationship Id="rId28" Type="http://schemas.openxmlformats.org/officeDocument/2006/relationships/slideLayout" Target="../slideLayouts/slideLayout324.xml"/><Relationship Id="rId36" Type="http://schemas.openxmlformats.org/officeDocument/2006/relationships/slideLayout" Target="../slideLayouts/slideLayout332.xml"/><Relationship Id="rId49" Type="http://schemas.openxmlformats.org/officeDocument/2006/relationships/image" Target="../media/image26.emf"/><Relationship Id="rId10" Type="http://schemas.openxmlformats.org/officeDocument/2006/relationships/slideLayout" Target="../slideLayouts/slideLayout306.xml"/><Relationship Id="rId19" Type="http://schemas.openxmlformats.org/officeDocument/2006/relationships/slideLayout" Target="../slideLayouts/slideLayout315.xml"/><Relationship Id="rId31" Type="http://schemas.openxmlformats.org/officeDocument/2006/relationships/slideLayout" Target="../slideLayouts/slideLayout327.xml"/><Relationship Id="rId44" Type="http://schemas.openxmlformats.org/officeDocument/2006/relationships/slideLayout" Target="../slideLayouts/slideLayout340.xml"/><Relationship Id="rId4" Type="http://schemas.openxmlformats.org/officeDocument/2006/relationships/slideLayout" Target="../slideLayouts/slideLayout300.xml"/><Relationship Id="rId9" Type="http://schemas.openxmlformats.org/officeDocument/2006/relationships/slideLayout" Target="../slideLayouts/slideLayout305.xml"/><Relationship Id="rId14" Type="http://schemas.openxmlformats.org/officeDocument/2006/relationships/slideLayout" Target="../slideLayouts/slideLayout310.xml"/><Relationship Id="rId22" Type="http://schemas.openxmlformats.org/officeDocument/2006/relationships/slideLayout" Target="../slideLayouts/slideLayout318.xml"/><Relationship Id="rId27" Type="http://schemas.openxmlformats.org/officeDocument/2006/relationships/slideLayout" Target="../slideLayouts/slideLayout323.xml"/><Relationship Id="rId30" Type="http://schemas.openxmlformats.org/officeDocument/2006/relationships/slideLayout" Target="../slideLayouts/slideLayout326.xml"/><Relationship Id="rId35" Type="http://schemas.openxmlformats.org/officeDocument/2006/relationships/slideLayout" Target="../slideLayouts/slideLayout331.xml"/><Relationship Id="rId43" Type="http://schemas.openxmlformats.org/officeDocument/2006/relationships/slideLayout" Target="../slideLayouts/slideLayout339.xml"/><Relationship Id="rId48" Type="http://schemas.openxmlformats.org/officeDocument/2006/relationships/oleObject" Target="../embeddings/oleObject4.bin"/><Relationship Id="rId8" Type="http://schemas.openxmlformats.org/officeDocument/2006/relationships/slideLayout" Target="../slideLayouts/slideLayout304.xml"/><Relationship Id="rId3" Type="http://schemas.openxmlformats.org/officeDocument/2006/relationships/slideLayout" Target="../slideLayouts/slideLayout299.xml"/><Relationship Id="rId12" Type="http://schemas.openxmlformats.org/officeDocument/2006/relationships/slideLayout" Target="../slideLayouts/slideLayout308.xml"/><Relationship Id="rId17" Type="http://schemas.openxmlformats.org/officeDocument/2006/relationships/slideLayout" Target="../slideLayouts/slideLayout313.xml"/><Relationship Id="rId25" Type="http://schemas.openxmlformats.org/officeDocument/2006/relationships/slideLayout" Target="../slideLayouts/slideLayout321.xml"/><Relationship Id="rId33" Type="http://schemas.openxmlformats.org/officeDocument/2006/relationships/slideLayout" Target="../slideLayouts/slideLayout329.xml"/><Relationship Id="rId38" Type="http://schemas.openxmlformats.org/officeDocument/2006/relationships/slideLayout" Target="../slideLayouts/slideLayout334.xml"/><Relationship Id="rId46" Type="http://schemas.openxmlformats.org/officeDocument/2006/relationships/theme" Target="../theme/theme8.xml"/><Relationship Id="rId20" Type="http://schemas.openxmlformats.org/officeDocument/2006/relationships/slideLayout" Target="../slideLayouts/slideLayout316.xml"/><Relationship Id="rId41" Type="http://schemas.openxmlformats.org/officeDocument/2006/relationships/slideLayout" Target="../slideLayouts/slideLayout337.xml"/><Relationship Id="rId1" Type="http://schemas.openxmlformats.org/officeDocument/2006/relationships/slideLayout" Target="../slideLayouts/slideLayout297.xml"/><Relationship Id="rId6" Type="http://schemas.openxmlformats.org/officeDocument/2006/relationships/slideLayout" Target="../slideLayouts/slideLayout3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tress_red_logo">
            <a:extLst>
              <a:ext uri="{FF2B5EF4-FFF2-40B4-BE49-F238E27FC236}">
                <a16:creationId xmlns:a16="http://schemas.microsoft.com/office/drawing/2014/main" id="{A541C233-9CFB-39FC-B267-2DA54A5B6B83}"/>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0" cy="365760"/>
          </a:xfrm>
          <a:prstGeom prst="rect">
            <a:avLst/>
          </a:prstGeom>
        </p:spPr>
        <p:txBody>
          <a:bodyPr vert="horz" lIns="0" tIns="0" rIns="0" bIns="0" rtlCol="0" anchor="t">
            <a:noAutofit/>
          </a:bodyPr>
          <a:lstStyle>
            <a:lvl1pPr algn="l">
              <a:defRPr sz="800">
                <a:solidFill>
                  <a:schemeClr val="tx1"/>
                </a:solidFill>
              </a:defRPr>
            </a:lvl1pPr>
          </a:lstStyle>
          <a:p>
            <a:r>
              <a:rPr lang="en-US"/>
              <a:t>© 2025 Equinix, Inc.</a:t>
            </a:r>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5"/>
            <a:ext cx="457200" cy="365125"/>
          </a:xfrm>
          <a:prstGeom prst="rect">
            <a:avLst/>
          </a:prstGeom>
        </p:spPr>
        <p:txBody>
          <a:bodyPr vert="horz" lIns="0" tIns="0" rIns="0" bIns="0" rtlCol="0" anchor="t">
            <a:noAutofit/>
          </a:bodyPr>
          <a:lstStyle>
            <a:lvl1pPr algn="l">
              <a:defRPr sz="8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7200"/>
            <a:ext cx="11091672" cy="54864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554480"/>
            <a:ext cx="11094720" cy="4617720"/>
          </a:xfrm>
          <a:prstGeom prst="rect">
            <a:avLst/>
          </a:prstGeom>
        </p:spPr>
        <p:txBody>
          <a:bodyPr vert="horz" lIns="0" tIns="0" rIns="0" bIns="0" rtlCol="0">
            <a:noAutofit/>
          </a:bodyPr>
          <a:lstStyle/>
          <a:p>
            <a:pPr lvl="0"/>
            <a:r>
              <a:rPr lang="en-US"/>
              <a:t>First level, reg 16pt no bullet</a:t>
            </a:r>
          </a:p>
          <a:p>
            <a:pPr lvl="1"/>
            <a:r>
              <a:rPr lang="en-US"/>
              <a:t>Second level, reg 16pt first bullet</a:t>
            </a:r>
          </a:p>
          <a:p>
            <a:pPr lvl="2"/>
            <a:r>
              <a:rPr lang="en-US"/>
              <a:t>Third level, reg 14pt second bullet</a:t>
            </a:r>
          </a:p>
          <a:p>
            <a:pPr lvl="3"/>
            <a:r>
              <a:rPr lang="en-US"/>
              <a:t>Fourth level, reg 12pt third bullet</a:t>
            </a:r>
          </a:p>
          <a:p>
            <a:pPr lvl="4"/>
            <a:r>
              <a:rPr lang="en-US"/>
              <a:t>Fifth level, reg 12pt fourth bullet</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0"/>
              </a:ext>
            </a:extLst>
          </p:cNvPr>
          <p:cNvSpPr>
            <a:spLocks noGrp="1"/>
          </p:cNvSpPr>
          <p:nvPr>
            <p:ph type="dt" sz="half" idx="2"/>
          </p:nvPr>
        </p:nvSpPr>
        <p:spPr>
          <a:xfrm>
            <a:off x="6281737" y="6249782"/>
            <a:ext cx="4638675" cy="365125"/>
          </a:xfrm>
          <a:prstGeom prst="rect">
            <a:avLst/>
          </a:prstGeom>
        </p:spPr>
        <p:txBody>
          <a:bodyPr vert="horz" lIns="0" tIns="0" rIns="0" bIns="0" rtlCol="0" anchor="b">
            <a:noAutofit/>
          </a:bodyPr>
          <a:lstStyle>
            <a:lvl1pPr marL="91440" indent="-91440" algn="l">
              <a:defRPr sz="800">
                <a:solidFill>
                  <a:schemeClr val="tx1"/>
                </a:solidFill>
              </a:defRPr>
            </a:lvl1pPr>
          </a:lstStyle>
          <a:p>
            <a:r>
              <a:rPr lang="en-US"/>
              <a:t>Source: DataGatherer Inc.™</a:t>
            </a:r>
          </a:p>
        </p:txBody>
      </p:sp>
    </p:spTree>
    <p:extLst>
      <p:ext uri="{BB962C8B-B14F-4D97-AF65-F5344CB8AC3E}">
        <p14:creationId xmlns:p14="http://schemas.microsoft.com/office/powerpoint/2010/main" val="912093586"/>
      </p:ext>
    </p:extLst>
  </p:cSld>
  <p:clrMap bg1="lt1" tx1="dk1" bg2="lt2" tx2="dk2" accent1="accent1" accent2="accent2" accent3="accent3" accent4="accent4" accent5="accent5" accent6="accent6" hlink="hlink" folHlink="folHlink"/>
  <p:sldLayoutIdLst>
    <p:sldLayoutId id="2147483649" r:id="rId1"/>
    <p:sldLayoutId id="2147483695" r:id="rId2"/>
    <p:sldLayoutId id="2147483698" r:id="rId3"/>
    <p:sldLayoutId id="2147483679" r:id="rId4"/>
    <p:sldLayoutId id="2147483690" r:id="rId5"/>
    <p:sldLayoutId id="2147483699" r:id="rId6"/>
    <p:sldLayoutId id="2147483660" r:id="rId7"/>
    <p:sldLayoutId id="2147483650" r:id="rId8"/>
    <p:sldLayoutId id="2147483692" r:id="rId9"/>
    <p:sldLayoutId id="2147483691" r:id="rId10"/>
    <p:sldLayoutId id="2147483693" r:id="rId11"/>
    <p:sldLayoutId id="2147483697" r:id="rId12"/>
    <p:sldLayoutId id="2147483696" r:id="rId13"/>
    <p:sldLayoutId id="2147483652" r:id="rId14"/>
    <p:sldLayoutId id="2147483670" r:id="rId15"/>
    <p:sldLayoutId id="2147483671" r:id="rId16"/>
    <p:sldLayoutId id="2147483672" r:id="rId17"/>
    <p:sldLayoutId id="2147483673" r:id="rId18"/>
    <p:sldLayoutId id="2147483674" r:id="rId19"/>
    <p:sldLayoutId id="2147483675" r:id="rId20"/>
    <p:sldLayoutId id="2147483662" r:id="rId21"/>
    <p:sldLayoutId id="2147483663" r:id="rId22"/>
    <p:sldLayoutId id="2147483661" r:id="rId23"/>
    <p:sldLayoutId id="2147483664" r:id="rId24"/>
    <p:sldLayoutId id="2147483665" r:id="rId25"/>
    <p:sldLayoutId id="2147483669" r:id="rId26"/>
    <p:sldLayoutId id="2147483667" r:id="rId27"/>
    <p:sldLayoutId id="2147483668" r:id="rId28"/>
    <p:sldLayoutId id="2147483653" r:id="rId29"/>
    <p:sldLayoutId id="2147483687" r:id="rId30"/>
    <p:sldLayoutId id="2147483702" r:id="rId31"/>
    <p:sldLayoutId id="2147483656" r:id="rId32"/>
    <p:sldLayoutId id="2147483680" r:id="rId33"/>
    <p:sldLayoutId id="2147483700" r:id="rId34"/>
    <p:sldLayoutId id="2147483681" r:id="rId35"/>
    <p:sldLayoutId id="2147483682" r:id="rId36"/>
    <p:sldLayoutId id="2147483683" r:id="rId37"/>
    <p:sldLayoutId id="2147483685" r:id="rId38"/>
    <p:sldLayoutId id="2147483694" r:id="rId39"/>
    <p:sldLayoutId id="2147483657" r:id="rId40"/>
    <p:sldLayoutId id="2147483654" r:id="rId41"/>
    <p:sldLayoutId id="2147483655" r:id="rId42"/>
    <p:sldLayoutId id="2147483686" r:id="rId43"/>
    <p:sldLayoutId id="2147483703" r:id="rId44"/>
    <p:sldLayoutId id="2147483736" r:id="rId45"/>
  </p:sldLayoutIdLst>
  <p:hf hdr="0"/>
  <p:txStyles>
    <p:titleStyle>
      <a:lvl1pPr algn="l" defTabSz="914400" rtl="0" eaLnBrk="1" latinLnBrk="0" hangingPunct="1">
        <a:lnSpc>
          <a:spcPct val="100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b="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365760" indent="-18288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548640" indent="-18288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731520" indent="-18288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48" userDrawn="1">
          <p15:clr>
            <a:srgbClr val="A4A3A4"/>
          </p15:clr>
        </p15:guide>
        <p15:guide id="4" pos="7333" userDrawn="1">
          <p15:clr>
            <a:srgbClr val="A4A3A4"/>
          </p15:clr>
        </p15:guide>
        <p15:guide id="5" orient="horz" pos="4150" userDrawn="1">
          <p15:clr>
            <a:srgbClr val="A4A3A4"/>
          </p15:clr>
        </p15:guide>
        <p15:guide id="6" pos="1919" userDrawn="1">
          <p15:clr>
            <a:srgbClr val="5ACBF0"/>
          </p15:clr>
        </p15:guide>
        <p15:guide id="7" pos="2148" userDrawn="1">
          <p15:clr>
            <a:srgbClr val="5ACBF0"/>
          </p15:clr>
        </p15:guide>
        <p15:guide id="8" pos="3722" userDrawn="1">
          <p15:clr>
            <a:srgbClr val="5ACBF0"/>
          </p15:clr>
        </p15:guide>
        <p15:guide id="9" pos="3957" userDrawn="1">
          <p15:clr>
            <a:srgbClr val="5ACBF0"/>
          </p15:clr>
        </p15:guide>
        <p15:guide id="10" pos="5764" userDrawn="1">
          <p15:clr>
            <a:srgbClr val="5ACBF0"/>
          </p15:clr>
        </p15:guide>
        <p15:guide id="11" pos="5531" userDrawn="1">
          <p15:clr>
            <a:srgbClr val="5ACBF0"/>
          </p15:clr>
        </p15:guide>
        <p15:guide id="12" pos="2518" userDrawn="1">
          <p15:clr>
            <a:srgbClr val="9FCC3B"/>
          </p15:clr>
        </p15:guide>
        <p15:guide id="13" pos="2746" userDrawn="1">
          <p15:clr>
            <a:srgbClr val="9FCC3B"/>
          </p15:clr>
        </p15:guide>
        <p15:guide id="14" pos="5164" userDrawn="1">
          <p15:clr>
            <a:srgbClr val="9FCC3B"/>
          </p15:clr>
        </p15:guide>
        <p15:guide id="15" pos="4933" userDrawn="1">
          <p15:clr>
            <a:srgbClr val="9FCC3B"/>
          </p15:clr>
        </p15:guide>
        <p15:guide id="16" orient="horz" pos="287" userDrawn="1">
          <p15:clr>
            <a:srgbClr val="A4A3A4"/>
          </p15:clr>
        </p15:guide>
        <p15:guide id="17" orient="horz" pos="789" userDrawn="1">
          <p15:clr>
            <a:srgbClr val="A4A3A4"/>
          </p15:clr>
        </p15:guide>
        <p15:guide id="18" orient="horz" pos="2406" userDrawn="1">
          <p15:clr>
            <a:srgbClr val="A4A3A4"/>
          </p15:clr>
        </p15:guide>
        <p15:guide id="19" orient="horz" pos="3888" userDrawn="1">
          <p15:clr>
            <a:srgbClr val="A4A3A4"/>
          </p15:clr>
        </p15:guide>
        <p15:guide id="20" orient="horz" pos="1102" userDrawn="1">
          <p15:clr>
            <a:srgbClr val="A4A3A4"/>
          </p15:clr>
        </p15:guide>
        <p15:guide id="21" pos="3840" userDrawn="1">
          <p15:clr>
            <a:srgbClr val="A4A3A4"/>
          </p15:clr>
        </p15:guide>
        <p15:guide id="22" orient="horz" pos="5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F89FAD3-34BE-EDD6-6F72-C158905BEAD2}"/>
              </a:ext>
            </a:extLst>
          </p:cNvPr>
          <p:cNvGraphicFramePr>
            <a:graphicFrameLocks noChangeAspect="1"/>
          </p:cNvGraphicFramePr>
          <p:nvPr userDrawn="1">
            <p:custDataLst>
              <p:tags r:id="rId32"/>
            </p:custDataLst>
            <p:extLst>
              <p:ext uri="{D42A27DB-BD31-4B8C-83A1-F6EECF244321}">
                <p14:modId xmlns:p14="http://schemas.microsoft.com/office/powerpoint/2010/main" val="1276361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359" imgH="360" progId="TCLayout.ActiveDocument.1">
                  <p:embed/>
                </p:oleObj>
              </mc:Choice>
              <mc:Fallback>
                <p:oleObj name="think-cell Slide" r:id="rId33" imgW="359" imgH="360" progId="TCLayout.ActiveDocument.1">
                  <p:embed/>
                  <p:pic>
                    <p:nvPicPr>
                      <p:cNvPr id="5" name="think-cell data - do not delete" hidden="1">
                        <a:extLst>
                          <a:ext uri="{FF2B5EF4-FFF2-40B4-BE49-F238E27FC236}">
                            <a16:creationId xmlns:a16="http://schemas.microsoft.com/office/drawing/2014/main" id="{EF89FAD3-34BE-EDD6-6F72-C158905BEAD2}"/>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10" name="Title Placeholder 9">
            <a:extLst>
              <a:ext uri="{FF2B5EF4-FFF2-40B4-BE49-F238E27FC236}">
                <a16:creationId xmlns:a16="http://schemas.microsoft.com/office/drawing/2014/main" id="{633BD78B-7B9D-4066-97A6-F69CCD3DD313}"/>
              </a:ext>
            </a:extLst>
          </p:cNvPr>
          <p:cNvSpPr>
            <a:spLocks noGrp="1"/>
          </p:cNvSpPr>
          <p:nvPr>
            <p:ph type="title"/>
          </p:nvPr>
        </p:nvSpPr>
        <p:spPr>
          <a:xfrm>
            <a:off x="553420" y="536935"/>
            <a:ext cx="11089796" cy="352661"/>
          </a:xfrm>
          <a:prstGeom prst="rect">
            <a:avLst/>
          </a:prstGeom>
        </p:spPr>
        <p:txBody>
          <a:bodyPr vert="horz" lIns="0" tIns="0" rIns="0" bIns="0" rtlCol="0" anchor="t" anchorCtr="0">
            <a:spAutoFit/>
          </a:bodyPr>
          <a:lstStyle/>
          <a:p>
            <a:r>
              <a:rPr lang="en-US"/>
              <a:t>Click to edit Master title style</a:t>
            </a:r>
          </a:p>
        </p:txBody>
      </p:sp>
      <p:sp>
        <p:nvSpPr>
          <p:cNvPr id="4" name="Text Placeholder 3">
            <a:extLst>
              <a:ext uri="{FF2B5EF4-FFF2-40B4-BE49-F238E27FC236}">
                <a16:creationId xmlns:a16="http://schemas.microsoft.com/office/drawing/2014/main" id="{6EDF1B0C-2450-472C-8D1F-A15BE9E2F7D9}"/>
              </a:ext>
            </a:extLst>
          </p:cNvPr>
          <p:cNvSpPr>
            <a:spLocks noGrp="1"/>
          </p:cNvSpPr>
          <p:nvPr>
            <p:ph type="body" idx="1"/>
          </p:nvPr>
        </p:nvSpPr>
        <p:spPr>
          <a:xfrm>
            <a:off x="553420" y="1633083"/>
            <a:ext cx="11089798" cy="476088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grpSp>
        <p:nvGrpSpPr>
          <p:cNvPr id="26" name="Group 25">
            <a:extLst>
              <a:ext uri="{FF2B5EF4-FFF2-40B4-BE49-F238E27FC236}">
                <a16:creationId xmlns:a16="http://schemas.microsoft.com/office/drawing/2014/main" id="{F2BD41A4-B3BC-E997-318F-744CFB7563B5}"/>
              </a:ext>
            </a:extLst>
          </p:cNvPr>
          <p:cNvGrpSpPr/>
          <p:nvPr/>
        </p:nvGrpSpPr>
        <p:grpSpPr>
          <a:xfrm>
            <a:off x="11311343" y="6472282"/>
            <a:ext cx="393294" cy="216291"/>
            <a:chOff x="11071294" y="6230730"/>
            <a:chExt cx="393192" cy="216291"/>
          </a:xfrm>
          <a:solidFill>
            <a:schemeClr val="tx1"/>
          </a:solidFill>
        </p:grpSpPr>
        <p:sp>
          <p:nvSpPr>
            <p:cNvPr id="24" name="Freeform: Shape 23">
              <a:extLst>
                <a:ext uri="{FF2B5EF4-FFF2-40B4-BE49-F238E27FC236}">
                  <a16:creationId xmlns:a16="http://schemas.microsoft.com/office/drawing/2014/main" id="{70BD6A43-12D4-E0F3-D0C6-1F7CC891D4EC}"/>
                </a:ext>
              </a:extLst>
            </p:cNvPr>
            <p:cNvSpPr/>
            <p:nvPr/>
          </p:nvSpPr>
          <p:spPr>
            <a:xfrm>
              <a:off x="11071294" y="6230730"/>
              <a:ext cx="331035" cy="216291"/>
            </a:xfrm>
            <a:custGeom>
              <a:avLst/>
              <a:gdLst>
                <a:gd name="connsiteX0" fmla="*/ 165530 w 331035"/>
                <a:gd name="connsiteY0" fmla="*/ 0 h 216291"/>
                <a:gd name="connsiteX1" fmla="*/ 132429 w 331035"/>
                <a:gd name="connsiteY1" fmla="*/ 11519 h 216291"/>
                <a:gd name="connsiteX2" fmla="*/ 132429 w 331035"/>
                <a:gd name="connsiteY2" fmla="*/ 185188 h 216291"/>
                <a:gd name="connsiteX3" fmla="*/ 110353 w 331035"/>
                <a:gd name="connsiteY3" fmla="*/ 177517 h 216291"/>
                <a:gd name="connsiteX4" fmla="*/ 110353 w 331035"/>
                <a:gd name="connsiteY4" fmla="*/ 19264 h 216291"/>
                <a:gd name="connsiteX5" fmla="*/ 44151 w 331035"/>
                <a:gd name="connsiteY5" fmla="*/ 42375 h 216291"/>
                <a:gd name="connsiteX6" fmla="*/ 44151 w 331035"/>
                <a:gd name="connsiteY6" fmla="*/ 154406 h 216291"/>
                <a:gd name="connsiteX7" fmla="*/ 22100 w 331035"/>
                <a:gd name="connsiteY7" fmla="*/ 146685 h 216291"/>
                <a:gd name="connsiteX8" fmla="*/ 22100 w 331035"/>
                <a:gd name="connsiteY8" fmla="*/ 50071 h 216291"/>
                <a:gd name="connsiteX9" fmla="*/ 0 w 331035"/>
                <a:gd name="connsiteY9" fmla="*/ 57791 h 216291"/>
                <a:gd name="connsiteX10" fmla="*/ 0 w 331035"/>
                <a:gd name="connsiteY10" fmla="*/ 162373 h 216291"/>
                <a:gd name="connsiteX11" fmla="*/ 66227 w 331035"/>
                <a:gd name="connsiteY11" fmla="*/ 185484 h 216291"/>
                <a:gd name="connsiteX12" fmla="*/ 66227 w 331035"/>
                <a:gd name="connsiteY12" fmla="*/ 58038 h 216291"/>
                <a:gd name="connsiteX13" fmla="*/ 88302 w 331035"/>
                <a:gd name="connsiteY13" fmla="*/ 50342 h 216291"/>
                <a:gd name="connsiteX14" fmla="*/ 88302 w 331035"/>
                <a:gd name="connsiteY14" fmla="*/ 193180 h 216291"/>
                <a:gd name="connsiteX15" fmla="*/ 154504 w 331035"/>
                <a:gd name="connsiteY15" fmla="*/ 216291 h 216291"/>
                <a:gd name="connsiteX16" fmla="*/ 154504 w 331035"/>
                <a:gd name="connsiteY16" fmla="*/ 27206 h 216291"/>
                <a:gd name="connsiteX17" fmla="*/ 165530 w 331035"/>
                <a:gd name="connsiteY17" fmla="*/ 23358 h 216291"/>
                <a:gd name="connsiteX18" fmla="*/ 176555 w 331035"/>
                <a:gd name="connsiteY18" fmla="*/ 27206 h 216291"/>
                <a:gd name="connsiteX19" fmla="*/ 176555 w 331035"/>
                <a:gd name="connsiteY19" fmla="*/ 216291 h 216291"/>
                <a:gd name="connsiteX20" fmla="*/ 242807 w 331035"/>
                <a:gd name="connsiteY20" fmla="*/ 193180 h 216291"/>
                <a:gd name="connsiteX21" fmla="*/ 242807 w 331035"/>
                <a:gd name="connsiteY21" fmla="*/ 50342 h 216291"/>
                <a:gd name="connsiteX22" fmla="*/ 264833 w 331035"/>
                <a:gd name="connsiteY22" fmla="*/ 58038 h 216291"/>
                <a:gd name="connsiteX23" fmla="*/ 264833 w 331035"/>
                <a:gd name="connsiteY23" fmla="*/ 185484 h 216291"/>
                <a:gd name="connsiteX24" fmla="*/ 331035 w 331035"/>
                <a:gd name="connsiteY24" fmla="*/ 162373 h 216291"/>
                <a:gd name="connsiteX25" fmla="*/ 331035 w 331035"/>
                <a:gd name="connsiteY25" fmla="*/ 57791 h 216291"/>
                <a:gd name="connsiteX26" fmla="*/ 308959 w 331035"/>
                <a:gd name="connsiteY26" fmla="*/ 50071 h 216291"/>
                <a:gd name="connsiteX27" fmla="*/ 308959 w 331035"/>
                <a:gd name="connsiteY27" fmla="*/ 146685 h 216291"/>
                <a:gd name="connsiteX28" fmla="*/ 286909 w 331035"/>
                <a:gd name="connsiteY28" fmla="*/ 154406 h 216291"/>
                <a:gd name="connsiteX29" fmla="*/ 286909 w 331035"/>
                <a:gd name="connsiteY29" fmla="*/ 42375 h 216291"/>
                <a:gd name="connsiteX30" fmla="*/ 220706 w 331035"/>
                <a:gd name="connsiteY30" fmla="*/ 19264 h 216291"/>
                <a:gd name="connsiteX31" fmla="*/ 220706 w 331035"/>
                <a:gd name="connsiteY31" fmla="*/ 177517 h 216291"/>
                <a:gd name="connsiteX32" fmla="*/ 198631 w 331035"/>
                <a:gd name="connsiteY32" fmla="*/ 185188 h 216291"/>
                <a:gd name="connsiteX33" fmla="*/ 198631 w 331035"/>
                <a:gd name="connsiteY33" fmla="*/ 11519 h 216291"/>
                <a:gd name="connsiteX34" fmla="*/ 165530 w 331035"/>
                <a:gd name="connsiteY34" fmla="*/ 0 h 21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31035" h="216291">
                  <a:moveTo>
                    <a:pt x="165530" y="0"/>
                  </a:moveTo>
                  <a:lnTo>
                    <a:pt x="132429" y="11519"/>
                  </a:lnTo>
                  <a:lnTo>
                    <a:pt x="132429" y="185188"/>
                  </a:lnTo>
                  <a:lnTo>
                    <a:pt x="110353" y="177517"/>
                  </a:lnTo>
                  <a:lnTo>
                    <a:pt x="110353" y="19264"/>
                  </a:lnTo>
                  <a:lnTo>
                    <a:pt x="44151" y="42375"/>
                  </a:lnTo>
                  <a:lnTo>
                    <a:pt x="44151" y="154406"/>
                  </a:lnTo>
                  <a:lnTo>
                    <a:pt x="22100" y="146685"/>
                  </a:lnTo>
                  <a:lnTo>
                    <a:pt x="22100" y="50071"/>
                  </a:lnTo>
                  <a:lnTo>
                    <a:pt x="0" y="57791"/>
                  </a:lnTo>
                  <a:lnTo>
                    <a:pt x="0" y="162373"/>
                  </a:lnTo>
                  <a:lnTo>
                    <a:pt x="66227" y="185484"/>
                  </a:lnTo>
                  <a:lnTo>
                    <a:pt x="66227" y="58038"/>
                  </a:lnTo>
                  <a:lnTo>
                    <a:pt x="88302" y="50342"/>
                  </a:lnTo>
                  <a:lnTo>
                    <a:pt x="88302" y="193180"/>
                  </a:lnTo>
                  <a:lnTo>
                    <a:pt x="154504" y="216291"/>
                  </a:lnTo>
                  <a:lnTo>
                    <a:pt x="154504" y="27206"/>
                  </a:lnTo>
                  <a:lnTo>
                    <a:pt x="165530" y="23358"/>
                  </a:lnTo>
                  <a:lnTo>
                    <a:pt x="176555" y="27206"/>
                  </a:lnTo>
                  <a:lnTo>
                    <a:pt x="176555" y="216291"/>
                  </a:lnTo>
                  <a:lnTo>
                    <a:pt x="242807" y="193180"/>
                  </a:lnTo>
                  <a:lnTo>
                    <a:pt x="242807" y="50342"/>
                  </a:lnTo>
                  <a:lnTo>
                    <a:pt x="264833" y="58038"/>
                  </a:lnTo>
                  <a:lnTo>
                    <a:pt x="264833" y="185484"/>
                  </a:lnTo>
                  <a:lnTo>
                    <a:pt x="331035" y="162373"/>
                  </a:lnTo>
                  <a:lnTo>
                    <a:pt x="331035" y="57791"/>
                  </a:lnTo>
                  <a:lnTo>
                    <a:pt x="308959" y="50071"/>
                  </a:lnTo>
                  <a:lnTo>
                    <a:pt x="308959" y="146685"/>
                  </a:lnTo>
                  <a:lnTo>
                    <a:pt x="286909" y="154406"/>
                  </a:lnTo>
                  <a:lnTo>
                    <a:pt x="286909" y="42375"/>
                  </a:lnTo>
                  <a:lnTo>
                    <a:pt x="220706" y="19264"/>
                  </a:lnTo>
                  <a:lnTo>
                    <a:pt x="220706" y="177517"/>
                  </a:lnTo>
                  <a:lnTo>
                    <a:pt x="198631" y="185188"/>
                  </a:lnTo>
                  <a:lnTo>
                    <a:pt x="198631" y="11519"/>
                  </a:lnTo>
                  <a:lnTo>
                    <a:pt x="165530" y="0"/>
                  </a:lnTo>
                  <a:close/>
                </a:path>
              </a:pathLst>
            </a:custGeom>
            <a:grpFill/>
            <a:ln w="2448" cap="flat">
              <a:noFill/>
              <a:prstDash val="solid"/>
              <a:miter/>
            </a:ln>
          </p:spPr>
          <p:txBody>
            <a:bodyPr rtlCol="0" anchor="ctr"/>
            <a:lstStyle/>
            <a:p>
              <a:endParaRPr lang="en-US" sz="1799"/>
            </a:p>
          </p:txBody>
        </p:sp>
        <p:sp>
          <p:nvSpPr>
            <p:cNvPr id="25" name="Freeform: Shape 24">
              <a:extLst>
                <a:ext uri="{FF2B5EF4-FFF2-40B4-BE49-F238E27FC236}">
                  <a16:creationId xmlns:a16="http://schemas.microsoft.com/office/drawing/2014/main" id="{1C3F9264-15F6-7663-B5F9-A9806EF93844}"/>
                </a:ext>
              </a:extLst>
            </p:cNvPr>
            <p:cNvSpPr/>
            <p:nvPr/>
          </p:nvSpPr>
          <p:spPr>
            <a:xfrm>
              <a:off x="11424725" y="6345917"/>
              <a:ext cx="39761" cy="39859"/>
            </a:xfrm>
            <a:custGeom>
              <a:avLst/>
              <a:gdLst>
                <a:gd name="connsiteX0" fmla="*/ 19620 w 39761"/>
                <a:gd name="connsiteY0" fmla="*/ 39640 h 39859"/>
                <a:gd name="connsiteX1" fmla="*/ 39525 w 39761"/>
                <a:gd name="connsiteY1" fmla="*/ 19661 h 39859"/>
                <a:gd name="connsiteX2" fmla="*/ 39525 w 39761"/>
                <a:gd name="connsiteY2" fmla="*/ 19661 h 39859"/>
                <a:gd name="connsiteX3" fmla="*/ 19644 w 39761"/>
                <a:gd name="connsiteY3" fmla="*/ -219 h 39859"/>
                <a:gd name="connsiteX4" fmla="*/ -236 w 39761"/>
                <a:gd name="connsiteY4" fmla="*/ 19661 h 39859"/>
                <a:gd name="connsiteX5" fmla="*/ -236 w 39761"/>
                <a:gd name="connsiteY5" fmla="*/ 19661 h 39859"/>
                <a:gd name="connsiteX6" fmla="*/ 19347 w 39761"/>
                <a:gd name="connsiteY6" fmla="*/ 39542 h 39859"/>
                <a:gd name="connsiteX7" fmla="*/ 19620 w 39761"/>
                <a:gd name="connsiteY7" fmla="*/ 39542 h 39859"/>
                <a:gd name="connsiteX8" fmla="*/ 19620 w 39761"/>
                <a:gd name="connsiteY8" fmla="*/ 37371 h 39859"/>
                <a:gd name="connsiteX9" fmla="*/ 2056 w 39761"/>
                <a:gd name="connsiteY9" fmla="*/ 20009 h 39859"/>
                <a:gd name="connsiteX10" fmla="*/ 2058 w 39761"/>
                <a:gd name="connsiteY10" fmla="*/ 19661 h 39859"/>
                <a:gd name="connsiteX11" fmla="*/ 2058 w 39761"/>
                <a:gd name="connsiteY11" fmla="*/ 19661 h 39859"/>
                <a:gd name="connsiteX12" fmla="*/ 19644 w 39761"/>
                <a:gd name="connsiteY12" fmla="*/ 2075 h 39859"/>
                <a:gd name="connsiteX13" fmla="*/ 37231 w 39761"/>
                <a:gd name="connsiteY13" fmla="*/ 19661 h 39859"/>
                <a:gd name="connsiteX14" fmla="*/ 37231 w 39761"/>
                <a:gd name="connsiteY14" fmla="*/ 19661 h 39859"/>
                <a:gd name="connsiteX15" fmla="*/ 19719 w 39761"/>
                <a:gd name="connsiteY15" fmla="*/ 37469 h 39859"/>
                <a:gd name="connsiteX16" fmla="*/ 19620 w 39761"/>
                <a:gd name="connsiteY16" fmla="*/ 37470 h 39859"/>
                <a:gd name="connsiteX17" fmla="*/ 11406 w 39761"/>
                <a:gd name="connsiteY17" fmla="*/ 29577 h 39859"/>
                <a:gd name="connsiteX18" fmla="*/ 16339 w 39761"/>
                <a:gd name="connsiteY18" fmla="*/ 29577 h 39859"/>
                <a:gd name="connsiteX19" fmla="*/ 16339 w 39761"/>
                <a:gd name="connsiteY19" fmla="*/ 23065 h 39859"/>
                <a:gd name="connsiteX20" fmla="*/ 19521 w 39761"/>
                <a:gd name="connsiteY20" fmla="*/ 23065 h 39859"/>
                <a:gd name="connsiteX21" fmla="*/ 23985 w 39761"/>
                <a:gd name="connsiteY21" fmla="*/ 29577 h 39859"/>
                <a:gd name="connsiteX22" fmla="*/ 30053 w 39761"/>
                <a:gd name="connsiteY22" fmla="*/ 29577 h 39859"/>
                <a:gd name="connsiteX23" fmla="*/ 24799 w 39761"/>
                <a:gd name="connsiteY23" fmla="*/ 22177 h 39859"/>
                <a:gd name="connsiteX24" fmla="*/ 29363 w 39761"/>
                <a:gd name="connsiteY24" fmla="*/ 15789 h 39859"/>
                <a:gd name="connsiteX25" fmla="*/ 21026 w 39761"/>
                <a:gd name="connsiteY25" fmla="*/ 8932 h 39859"/>
                <a:gd name="connsiteX26" fmla="*/ 11307 w 39761"/>
                <a:gd name="connsiteY26" fmla="*/ 8932 h 39859"/>
                <a:gd name="connsiteX27" fmla="*/ 16339 w 39761"/>
                <a:gd name="connsiteY27" fmla="*/ 18971 h 39859"/>
                <a:gd name="connsiteX28" fmla="*/ 16339 w 39761"/>
                <a:gd name="connsiteY28" fmla="*/ 13248 h 39859"/>
                <a:gd name="connsiteX29" fmla="*/ 20680 w 39761"/>
                <a:gd name="connsiteY29" fmla="*/ 13248 h 39859"/>
                <a:gd name="connsiteX30" fmla="*/ 24232 w 39761"/>
                <a:gd name="connsiteY30" fmla="*/ 16110 h 39859"/>
                <a:gd name="connsiteX31" fmla="*/ 20680 w 39761"/>
                <a:gd name="connsiteY31" fmla="*/ 18971 h 3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61" h="39859">
                  <a:moveTo>
                    <a:pt x="19620" y="39640"/>
                  </a:moveTo>
                  <a:cubicBezTo>
                    <a:pt x="30619" y="39586"/>
                    <a:pt x="39511" y="30661"/>
                    <a:pt x="39525" y="19661"/>
                  </a:cubicBezTo>
                  <a:lnTo>
                    <a:pt x="39525" y="19661"/>
                  </a:lnTo>
                  <a:cubicBezTo>
                    <a:pt x="39525" y="8682"/>
                    <a:pt x="30624" y="-219"/>
                    <a:pt x="19644" y="-219"/>
                  </a:cubicBezTo>
                  <a:cubicBezTo>
                    <a:pt x="8665" y="-219"/>
                    <a:pt x="-236" y="8682"/>
                    <a:pt x="-236" y="19661"/>
                  </a:cubicBezTo>
                  <a:lnTo>
                    <a:pt x="-236" y="19661"/>
                  </a:lnTo>
                  <a:cubicBezTo>
                    <a:pt x="-318" y="30559"/>
                    <a:pt x="8450" y="39460"/>
                    <a:pt x="19347" y="39542"/>
                  </a:cubicBezTo>
                  <a:cubicBezTo>
                    <a:pt x="19438" y="39542"/>
                    <a:pt x="19529" y="39542"/>
                    <a:pt x="19620" y="39542"/>
                  </a:cubicBezTo>
                  <a:moveTo>
                    <a:pt x="19620" y="37371"/>
                  </a:moveTo>
                  <a:cubicBezTo>
                    <a:pt x="9975" y="37427"/>
                    <a:pt x="2112" y="29653"/>
                    <a:pt x="2056" y="20009"/>
                  </a:cubicBezTo>
                  <a:cubicBezTo>
                    <a:pt x="2056" y="19893"/>
                    <a:pt x="2056" y="19777"/>
                    <a:pt x="2058" y="19661"/>
                  </a:cubicBezTo>
                  <a:lnTo>
                    <a:pt x="2058" y="19661"/>
                  </a:lnTo>
                  <a:cubicBezTo>
                    <a:pt x="2058" y="9949"/>
                    <a:pt x="9932" y="2075"/>
                    <a:pt x="19644" y="2075"/>
                  </a:cubicBezTo>
                  <a:cubicBezTo>
                    <a:pt x="29357" y="2075"/>
                    <a:pt x="37231" y="9949"/>
                    <a:pt x="37231" y="19661"/>
                  </a:cubicBezTo>
                  <a:lnTo>
                    <a:pt x="37231" y="19661"/>
                  </a:lnTo>
                  <a:cubicBezTo>
                    <a:pt x="37313" y="29415"/>
                    <a:pt x="29472" y="37387"/>
                    <a:pt x="19719" y="37469"/>
                  </a:cubicBezTo>
                  <a:cubicBezTo>
                    <a:pt x="19686" y="37470"/>
                    <a:pt x="19653" y="37470"/>
                    <a:pt x="19620" y="37470"/>
                  </a:cubicBezTo>
                  <a:moveTo>
                    <a:pt x="11406" y="29577"/>
                  </a:moveTo>
                  <a:lnTo>
                    <a:pt x="16339" y="29577"/>
                  </a:lnTo>
                  <a:lnTo>
                    <a:pt x="16339" y="23065"/>
                  </a:lnTo>
                  <a:lnTo>
                    <a:pt x="19521" y="23065"/>
                  </a:lnTo>
                  <a:lnTo>
                    <a:pt x="23985" y="29577"/>
                  </a:lnTo>
                  <a:lnTo>
                    <a:pt x="30053" y="29577"/>
                  </a:lnTo>
                  <a:lnTo>
                    <a:pt x="24799" y="22177"/>
                  </a:lnTo>
                  <a:cubicBezTo>
                    <a:pt x="27615" y="21359"/>
                    <a:pt x="29502" y="18717"/>
                    <a:pt x="29363" y="15789"/>
                  </a:cubicBezTo>
                  <a:cubicBezTo>
                    <a:pt x="29363" y="11102"/>
                    <a:pt x="25811" y="8932"/>
                    <a:pt x="21026" y="8932"/>
                  </a:cubicBezTo>
                  <a:lnTo>
                    <a:pt x="11307" y="8932"/>
                  </a:lnTo>
                  <a:close/>
                  <a:moveTo>
                    <a:pt x="16339" y="18971"/>
                  </a:moveTo>
                  <a:lnTo>
                    <a:pt x="16339" y="13248"/>
                  </a:lnTo>
                  <a:lnTo>
                    <a:pt x="20680" y="13248"/>
                  </a:lnTo>
                  <a:cubicBezTo>
                    <a:pt x="22826" y="13248"/>
                    <a:pt x="24232" y="14284"/>
                    <a:pt x="24232" y="16110"/>
                  </a:cubicBezTo>
                  <a:cubicBezTo>
                    <a:pt x="24232" y="17935"/>
                    <a:pt x="22974" y="18971"/>
                    <a:pt x="20680" y="18971"/>
                  </a:cubicBezTo>
                  <a:close/>
                </a:path>
              </a:pathLst>
            </a:custGeom>
            <a:grpFill/>
            <a:ln w="2448" cap="flat">
              <a:noFill/>
              <a:prstDash val="solid"/>
              <a:miter/>
            </a:ln>
          </p:spPr>
          <p:txBody>
            <a:bodyPr rtlCol="0" anchor="ctr"/>
            <a:lstStyle/>
            <a:p>
              <a:endParaRPr lang="en-US" sz="1799"/>
            </a:p>
          </p:txBody>
        </p:sp>
      </p:grpSp>
      <p:sp>
        <p:nvSpPr>
          <p:cNvPr id="9" name="Google Shape;10;p1">
            <a:extLst>
              <a:ext uri="{FF2B5EF4-FFF2-40B4-BE49-F238E27FC236}">
                <a16:creationId xmlns:a16="http://schemas.microsoft.com/office/drawing/2014/main" id="{1D189E2C-D94B-C486-2B89-DA8DDF0DF902}"/>
              </a:ext>
            </a:extLst>
          </p:cNvPr>
          <p:cNvSpPr txBox="1"/>
          <p:nvPr/>
        </p:nvSpPr>
        <p:spPr>
          <a:xfrm>
            <a:off x="548784" y="6537516"/>
            <a:ext cx="691075" cy="92333"/>
          </a:xfrm>
          <a:prstGeom prst="rect">
            <a:avLst/>
          </a:prstGeom>
          <a:noFill/>
          <a:ln>
            <a:noFill/>
          </a:ln>
        </p:spPr>
        <p:txBody>
          <a:bodyPr spcFirstLastPara="1" wrap="none" lIns="0" tIns="0" rIns="0" bIns="0" anchor="ctr" anchorCtr="0">
            <a:spAutoFit/>
          </a:bodyPr>
          <a:lstStyle/>
          <a:p>
            <a:pPr marL="0" marR="0" lvl="0" indent="0" rtl="0">
              <a:lnSpc>
                <a:spcPct val="100000"/>
              </a:lnSpc>
              <a:spcBef>
                <a:spcPts val="0"/>
              </a:spcBef>
              <a:spcAft>
                <a:spcPts val="0"/>
              </a:spcAft>
              <a:buNone/>
            </a:pPr>
            <a:r>
              <a:rPr lang="en-US" sz="600" b="0" i="0" u="none" strike="noStrike" cap="none">
                <a:solidFill>
                  <a:schemeClr val="tx1"/>
                </a:solidFill>
                <a:latin typeface="+mn-lt"/>
                <a:ea typeface="Arial"/>
                <a:cs typeface="Arial"/>
                <a:sym typeface="Arial"/>
              </a:rPr>
              <a:t>© </a:t>
            </a:r>
            <a:r>
              <a:rPr lang="en-US" sz="600">
                <a:solidFill>
                  <a:schemeClr val="tx1"/>
                </a:solidFill>
                <a:latin typeface="+mn-lt"/>
              </a:rPr>
              <a:t>2023</a:t>
            </a:r>
            <a:r>
              <a:rPr lang="en-US" sz="600" b="0" i="0" u="none" strike="noStrike" cap="none">
                <a:solidFill>
                  <a:schemeClr val="tx1"/>
                </a:solidFill>
                <a:latin typeface="+mn-lt"/>
                <a:ea typeface="Arial"/>
                <a:cs typeface="Arial"/>
                <a:sym typeface="Arial"/>
              </a:rPr>
              <a:t> Equinix, Inc.</a:t>
            </a:r>
            <a:endParaRPr sz="1799">
              <a:solidFill>
                <a:schemeClr val="tx1"/>
              </a:solidFill>
              <a:latin typeface="+mn-lt"/>
            </a:endParaRPr>
          </a:p>
        </p:txBody>
      </p:sp>
      <p:sp>
        <p:nvSpPr>
          <p:cNvPr id="11" name="Google Shape;11;p1">
            <a:extLst>
              <a:ext uri="{FF2B5EF4-FFF2-40B4-BE49-F238E27FC236}">
                <a16:creationId xmlns:a16="http://schemas.microsoft.com/office/drawing/2014/main" id="{0BDD6208-C03A-00F8-6D10-E87FC0EEADAE}"/>
              </a:ext>
            </a:extLst>
          </p:cNvPr>
          <p:cNvSpPr txBox="1">
            <a:spLocks/>
          </p:cNvSpPr>
          <p:nvPr/>
        </p:nvSpPr>
        <p:spPr>
          <a:xfrm>
            <a:off x="1287878" y="6537516"/>
            <a:ext cx="162474" cy="92333"/>
          </a:xfrm>
          <a:prstGeom prst="rect">
            <a:avLst/>
          </a:prstGeom>
          <a:noFill/>
          <a:ln>
            <a:noFill/>
          </a:ln>
        </p:spPr>
        <p:txBody>
          <a:bodyPr spcFirstLastPara="1" wrap="square" lIns="0" tIns="0" rIns="0" bIns="0" anchor="ctr" anchorCtr="0">
            <a:sp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600" b="0" i="0" u="none" strike="noStrike" cap="none">
                <a:solidFill>
                  <a:schemeClr val="tx2"/>
                </a:solidFill>
                <a:latin typeface="Arial"/>
                <a:ea typeface="Arial"/>
                <a:cs typeface="Arial"/>
                <a:sym typeface="Arial"/>
              </a:defRPr>
            </a:lvl1pPr>
            <a:lvl2pPr marL="0" marR="0" lvl="1"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z="600" smtClean="0">
                <a:solidFill>
                  <a:schemeClr val="tx1"/>
                </a:solidFill>
                <a:latin typeface="+mn-lt"/>
              </a:rPr>
              <a:pPr/>
              <a:t>‹#›</a:t>
            </a:fld>
            <a:endParaRPr lang="en-US" sz="600">
              <a:solidFill>
                <a:schemeClr val="tx1"/>
              </a:solidFill>
              <a:latin typeface="+mn-lt"/>
            </a:endParaRPr>
          </a:p>
        </p:txBody>
      </p:sp>
    </p:spTree>
    <p:extLst>
      <p:ext uri="{BB962C8B-B14F-4D97-AF65-F5344CB8AC3E}">
        <p14:creationId xmlns:p14="http://schemas.microsoft.com/office/powerpoint/2010/main" val="191313841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Lst>
  <p:hf hdr="0" ftr="0" dt="0"/>
  <p:txStyles>
    <p:titleStyle>
      <a:lvl1pPr algn="l" defTabSz="913852" rtl="0" eaLnBrk="1" fontAlgn="ctr" latinLnBrk="0" hangingPunct="1">
        <a:lnSpc>
          <a:spcPct val="94000"/>
        </a:lnSpc>
        <a:spcBef>
          <a:spcPct val="0"/>
        </a:spcBef>
        <a:buNone/>
        <a:defRPr sz="2399" b="0" i="0" kern="1200" spc="0" baseline="0">
          <a:solidFill>
            <a:schemeClr val="tx1"/>
          </a:solidFill>
          <a:latin typeface="+mj-lt"/>
          <a:ea typeface="+mj-ea"/>
          <a:cs typeface="+mj-cs"/>
        </a:defRPr>
      </a:lvl1pPr>
    </p:titleStyle>
    <p:bodyStyle>
      <a:lvl1pPr marL="0" indent="0" algn="l" defTabSz="913852" rtl="0" eaLnBrk="1" fontAlgn="ctr" latinLnBrk="0" hangingPunct="1">
        <a:lnSpc>
          <a:spcPct val="100000"/>
        </a:lnSpc>
        <a:spcBef>
          <a:spcPts val="1200"/>
        </a:spcBef>
        <a:spcAft>
          <a:spcPts val="0"/>
        </a:spcAft>
        <a:buFontTx/>
        <a:buNone/>
        <a:defRPr sz="1400" kern="1200" spc="0" baseline="0">
          <a:solidFill>
            <a:schemeClr val="tx1"/>
          </a:solidFill>
          <a:latin typeface="+mn-lt"/>
          <a:ea typeface="+mn-ea"/>
          <a:cs typeface="+mn-cs"/>
        </a:defRPr>
      </a:lvl1pPr>
      <a:lvl2pPr marL="137119" indent="-137119" algn="l" defTabSz="913852" rtl="0" eaLnBrk="1" fontAlgn="ctr" latinLnBrk="0" hangingPunct="1">
        <a:lnSpc>
          <a:spcPct val="100000"/>
        </a:lnSpc>
        <a:spcBef>
          <a:spcPts val="800"/>
        </a:spcBef>
        <a:spcAft>
          <a:spcPts val="0"/>
        </a:spcAft>
        <a:buSzPct val="100000"/>
        <a:buFont typeface="Wingdings" panose="05000000000000000000" pitchFamily="2" charset="2"/>
        <a:buChar char="§"/>
        <a:defRPr sz="1200" kern="1200" spc="0" baseline="0">
          <a:solidFill>
            <a:schemeClr val="tx1"/>
          </a:solidFill>
          <a:latin typeface="+mn-lt"/>
          <a:ea typeface="+mn-ea"/>
          <a:cs typeface="+mn-cs"/>
        </a:defRPr>
      </a:lvl2pPr>
      <a:lvl3pPr marL="301661" indent="-137119" algn="l" defTabSz="913852" rtl="0" eaLnBrk="1" fontAlgn="ctr" latinLnBrk="0" hangingPunct="1">
        <a:lnSpc>
          <a:spcPct val="100000"/>
        </a:lnSpc>
        <a:spcBef>
          <a:spcPts val="600"/>
        </a:spcBef>
        <a:spcAft>
          <a:spcPts val="0"/>
        </a:spcAft>
        <a:buSzPct val="100000"/>
        <a:buFont typeface="Wingdings" panose="05000000000000000000" pitchFamily="2" charset="2"/>
        <a:buChar char="§"/>
        <a:defRPr sz="1200" kern="1200" spc="0" baseline="0">
          <a:solidFill>
            <a:schemeClr val="tx1"/>
          </a:solidFill>
          <a:latin typeface="+mn-lt"/>
          <a:ea typeface="+mn-ea"/>
          <a:cs typeface="+mn-cs"/>
        </a:defRPr>
      </a:lvl3pPr>
      <a:lvl4pPr marL="361841" indent="-115853" algn="l" defTabSz="913852" rtl="0" eaLnBrk="1" fontAlgn="ctr" latinLnBrk="0" hangingPunct="1">
        <a:lnSpc>
          <a:spcPct val="99000"/>
        </a:lnSpc>
        <a:spcBef>
          <a:spcPts val="300"/>
        </a:spcBef>
        <a:spcAft>
          <a:spcPts val="0"/>
        </a:spcAft>
        <a:buSzPct val="85000"/>
        <a:buFont typeface="Arial" panose="020B0604020202020204" pitchFamily="34" charset="0"/>
        <a:buChar char="•"/>
        <a:defRPr sz="1200" kern="1200" spc="0" baseline="0">
          <a:solidFill>
            <a:schemeClr val="tx1"/>
          </a:solidFill>
          <a:latin typeface="+mn-lt"/>
          <a:ea typeface="+mn-ea"/>
          <a:cs typeface="+mn-cs"/>
        </a:defRPr>
      </a:lvl4pPr>
      <a:lvl5pPr marL="466585" indent="-99983" algn="l" defTabSz="913852" rtl="0" eaLnBrk="1" fontAlgn="ctr" latinLnBrk="0" hangingPunct="1">
        <a:lnSpc>
          <a:spcPct val="99000"/>
        </a:lnSpc>
        <a:spcBef>
          <a:spcPts val="200"/>
        </a:spcBef>
        <a:spcAft>
          <a:spcPts val="0"/>
        </a:spcAft>
        <a:buFont typeface="Arial" panose="020B0604020202020204" pitchFamily="34" charset="0"/>
        <a:buChar char="•"/>
        <a:defRPr sz="1200" kern="1200" spc="0" baseline="0">
          <a:solidFill>
            <a:schemeClr val="tx1"/>
          </a:solidFill>
          <a:latin typeface="+mn-lt"/>
          <a:ea typeface="+mn-ea"/>
          <a:cs typeface="+mn-cs"/>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6"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2"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852" rtl="0" eaLnBrk="1" fontAlgn="ctr" latinLnBrk="0" hangingPunct="1">
        <a:defRPr sz="1400" kern="1200">
          <a:solidFill>
            <a:schemeClr val="tx1"/>
          </a:solidFill>
          <a:latin typeface="+mn-lt"/>
          <a:ea typeface="+mn-ea"/>
          <a:cs typeface="+mn-cs"/>
        </a:defRPr>
      </a:lvl1pPr>
      <a:lvl2pPr marL="456926" algn="l" defTabSz="913852" rtl="0" eaLnBrk="1" fontAlgn="ctr" latinLnBrk="0" hangingPunct="1">
        <a:defRPr sz="1400" kern="1200">
          <a:solidFill>
            <a:schemeClr val="tx1"/>
          </a:solidFill>
          <a:latin typeface="+mn-lt"/>
          <a:ea typeface="+mn-ea"/>
          <a:cs typeface="+mn-cs"/>
        </a:defRPr>
      </a:lvl2pPr>
      <a:lvl3pPr marL="913852" algn="l" defTabSz="913852" rtl="0" eaLnBrk="1" fontAlgn="ctr" latinLnBrk="0" hangingPunct="1">
        <a:defRPr sz="1400" kern="1200">
          <a:solidFill>
            <a:schemeClr val="tx1"/>
          </a:solidFill>
          <a:latin typeface="+mn-lt"/>
          <a:ea typeface="+mn-ea"/>
          <a:cs typeface="+mn-cs"/>
        </a:defRPr>
      </a:lvl3pPr>
      <a:lvl4pPr marL="1370778" algn="l" defTabSz="913852" rtl="0" eaLnBrk="1" fontAlgn="ctr" latinLnBrk="0" hangingPunct="1">
        <a:defRPr sz="1400" kern="1200">
          <a:solidFill>
            <a:schemeClr val="tx1"/>
          </a:solidFill>
          <a:latin typeface="+mn-lt"/>
          <a:ea typeface="+mn-ea"/>
          <a:cs typeface="+mn-cs"/>
        </a:defRPr>
      </a:lvl4pPr>
      <a:lvl5pPr marL="1827702" algn="l" defTabSz="913852" rtl="0" eaLnBrk="1" fontAlgn="ctr" latinLnBrk="0" hangingPunct="1">
        <a:defRPr sz="1400" kern="1200">
          <a:solidFill>
            <a:schemeClr val="tx1"/>
          </a:solidFill>
          <a:latin typeface="+mn-lt"/>
          <a:ea typeface="+mn-ea"/>
          <a:cs typeface="+mn-cs"/>
        </a:defRPr>
      </a:lvl5pPr>
      <a:lvl6pPr marL="2284628" algn="l" defTabSz="913852" rtl="0" eaLnBrk="1" fontAlgn="ctr" latinLnBrk="0" hangingPunct="1">
        <a:defRPr sz="1400" kern="1200">
          <a:solidFill>
            <a:schemeClr val="tx1"/>
          </a:solidFill>
          <a:latin typeface="+mn-lt"/>
          <a:ea typeface="+mn-ea"/>
          <a:cs typeface="+mn-cs"/>
        </a:defRPr>
      </a:lvl6pPr>
      <a:lvl7pPr marL="2741554" algn="l" defTabSz="913852" rtl="0" eaLnBrk="1" fontAlgn="ctr" latinLnBrk="0" hangingPunct="1">
        <a:defRPr sz="1400" kern="1200">
          <a:solidFill>
            <a:schemeClr val="tx1"/>
          </a:solidFill>
          <a:latin typeface="+mn-lt"/>
          <a:ea typeface="+mn-ea"/>
          <a:cs typeface="+mn-cs"/>
        </a:defRPr>
      </a:lvl7pPr>
      <a:lvl8pPr marL="3198480" algn="l" defTabSz="913852" rtl="0" eaLnBrk="1" fontAlgn="ctr" latinLnBrk="0" hangingPunct="1">
        <a:defRPr sz="1400" kern="1200">
          <a:solidFill>
            <a:schemeClr val="tx1"/>
          </a:solidFill>
          <a:latin typeface="+mn-lt"/>
          <a:ea typeface="+mn-ea"/>
          <a:cs typeface="+mn-cs"/>
        </a:defRPr>
      </a:lvl8pPr>
      <a:lvl9pPr marL="3655406" algn="l" defTabSz="913852" rtl="0" eaLnBrk="1" fontAlgn="ctr"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22">
          <p15:clr>
            <a:srgbClr val="F26B43"/>
          </p15:clr>
        </p15:guide>
        <p15:guide id="2" pos="3839">
          <p15:clr>
            <a:srgbClr val="F26B43"/>
          </p15:clr>
        </p15:guide>
        <p15:guide id="3" orient="horz" pos="1022">
          <p15:clr>
            <a:srgbClr val="F26B43"/>
          </p15:clr>
        </p15:guide>
        <p15:guide id="4" pos="7496">
          <p15:clr>
            <a:srgbClr val="F26B43"/>
          </p15:clr>
        </p15:guide>
        <p15:guide id="5" pos="7295">
          <p15:clr>
            <a:srgbClr val="F26B43"/>
          </p15:clr>
        </p15:guide>
        <p15:guide id="6" pos="383">
          <p15:clr>
            <a:srgbClr val="F26B43"/>
          </p15:clr>
        </p15:guide>
        <p15:guide id="7" pos="2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tress_red_logo">
            <a:extLst>
              <a:ext uri="{FF2B5EF4-FFF2-40B4-BE49-F238E27FC236}">
                <a16:creationId xmlns:a16="http://schemas.microsoft.com/office/drawing/2014/main" id="{A541C233-9CFB-39FC-B267-2DA54A5B6B83}"/>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0" cy="365760"/>
          </a:xfrm>
          <a:prstGeom prst="rect">
            <a:avLst/>
          </a:prstGeom>
        </p:spPr>
        <p:txBody>
          <a:bodyPr vert="horz" lIns="0" tIns="0" rIns="0" bIns="0" rtlCol="0" anchor="t">
            <a:noAutofit/>
          </a:bodyPr>
          <a:lstStyle>
            <a:lvl1pPr algn="l">
              <a:defRPr sz="800">
                <a:solidFill>
                  <a:schemeClr val="tx1"/>
                </a:solidFill>
              </a:defRPr>
            </a:lvl1pPr>
          </a:lstStyle>
          <a:p>
            <a:r>
              <a:rPr lang="en-US"/>
              <a:t>© 2025 Equinix, Inc.</a:t>
            </a:r>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5"/>
            <a:ext cx="457200" cy="365125"/>
          </a:xfrm>
          <a:prstGeom prst="rect">
            <a:avLst/>
          </a:prstGeom>
        </p:spPr>
        <p:txBody>
          <a:bodyPr vert="horz" lIns="0" tIns="0" rIns="0" bIns="0" rtlCol="0" anchor="t">
            <a:noAutofit/>
          </a:bodyPr>
          <a:lstStyle>
            <a:lvl1pPr algn="l">
              <a:defRPr sz="8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7200"/>
            <a:ext cx="11091672" cy="54864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554480"/>
            <a:ext cx="11094720" cy="4617720"/>
          </a:xfrm>
          <a:prstGeom prst="rect">
            <a:avLst/>
          </a:prstGeom>
        </p:spPr>
        <p:txBody>
          <a:bodyPr vert="horz" lIns="0" tIns="0" rIns="0" bIns="0" rtlCol="0">
            <a:noAutofit/>
          </a:bodyPr>
          <a:lstStyle/>
          <a:p>
            <a:pPr lvl="0"/>
            <a:r>
              <a:rPr lang="en-US"/>
              <a:t>First level, reg 16pt no bullet</a:t>
            </a:r>
          </a:p>
          <a:p>
            <a:pPr lvl="1"/>
            <a:r>
              <a:rPr lang="en-US"/>
              <a:t>Second level, reg 16pt first bullet</a:t>
            </a:r>
          </a:p>
          <a:p>
            <a:pPr lvl="2"/>
            <a:r>
              <a:rPr lang="en-US"/>
              <a:t>Third level, reg 14pt second bullet</a:t>
            </a:r>
          </a:p>
          <a:p>
            <a:pPr lvl="3"/>
            <a:r>
              <a:rPr lang="en-US"/>
              <a:t>Fourth level, reg 12pt third bullet</a:t>
            </a:r>
          </a:p>
          <a:p>
            <a:pPr lvl="4"/>
            <a:r>
              <a:rPr lang="en-US"/>
              <a:t>Fifth level, reg 12pt fourth bullet</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0"/>
              </a:ext>
            </a:extLst>
          </p:cNvPr>
          <p:cNvSpPr>
            <a:spLocks noGrp="1"/>
          </p:cNvSpPr>
          <p:nvPr>
            <p:ph type="dt" sz="half" idx="2"/>
          </p:nvPr>
        </p:nvSpPr>
        <p:spPr>
          <a:xfrm>
            <a:off x="6281737" y="6249782"/>
            <a:ext cx="4638675" cy="365125"/>
          </a:xfrm>
          <a:prstGeom prst="rect">
            <a:avLst/>
          </a:prstGeom>
        </p:spPr>
        <p:txBody>
          <a:bodyPr vert="horz" lIns="0" tIns="0" rIns="0" bIns="0" rtlCol="0" anchor="b">
            <a:noAutofit/>
          </a:bodyPr>
          <a:lstStyle>
            <a:lvl1pPr marL="91440" indent="-91440" algn="l">
              <a:defRPr sz="800">
                <a:solidFill>
                  <a:schemeClr val="tx1"/>
                </a:solidFill>
              </a:defRPr>
            </a:lvl1pPr>
          </a:lstStyle>
          <a:p>
            <a:r>
              <a:rPr lang="en-US"/>
              <a:t>Source: DataGatherer Inc.™</a:t>
            </a:r>
          </a:p>
        </p:txBody>
      </p:sp>
    </p:spTree>
    <p:extLst>
      <p:ext uri="{BB962C8B-B14F-4D97-AF65-F5344CB8AC3E}">
        <p14:creationId xmlns:p14="http://schemas.microsoft.com/office/powerpoint/2010/main" val="403787120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 id="2147483761" r:id="rId24"/>
    <p:sldLayoutId id="2147483762" r:id="rId25"/>
    <p:sldLayoutId id="2147483763" r:id="rId26"/>
    <p:sldLayoutId id="2147483764" r:id="rId27"/>
    <p:sldLayoutId id="2147483765" r:id="rId28"/>
    <p:sldLayoutId id="2147483766" r:id="rId29"/>
    <p:sldLayoutId id="2147483767" r:id="rId30"/>
    <p:sldLayoutId id="2147483768" r:id="rId31"/>
    <p:sldLayoutId id="2147483769" r:id="rId32"/>
    <p:sldLayoutId id="2147483770" r:id="rId33"/>
    <p:sldLayoutId id="2147483771" r:id="rId34"/>
    <p:sldLayoutId id="2147483772" r:id="rId35"/>
    <p:sldLayoutId id="2147483773" r:id="rId36"/>
    <p:sldLayoutId id="2147483774" r:id="rId37"/>
    <p:sldLayoutId id="2147483775" r:id="rId38"/>
    <p:sldLayoutId id="2147483776" r:id="rId39"/>
    <p:sldLayoutId id="2147483777" r:id="rId40"/>
    <p:sldLayoutId id="2147483778" r:id="rId41"/>
    <p:sldLayoutId id="2147483779" r:id="rId42"/>
    <p:sldLayoutId id="2147483780" r:id="rId43"/>
    <p:sldLayoutId id="2147483781" r:id="rId44"/>
    <p:sldLayoutId id="2147483782" r:id="rId45"/>
    <p:sldLayoutId id="2147483785" r:id="rId46"/>
  </p:sldLayoutIdLst>
  <p:hf hdr="0"/>
  <p:txStyles>
    <p:titleStyle>
      <a:lvl1pPr algn="l" defTabSz="914400" rtl="0" eaLnBrk="1" latinLnBrk="0" hangingPunct="1">
        <a:lnSpc>
          <a:spcPct val="100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b="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2pPr>
      <a:lvl3pPr marL="365760" indent="-18288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548640" indent="-18288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731520" indent="-182880"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48">
          <p15:clr>
            <a:srgbClr val="A4A3A4"/>
          </p15:clr>
        </p15:guide>
        <p15:guide id="4" pos="7333">
          <p15:clr>
            <a:srgbClr val="A4A3A4"/>
          </p15:clr>
        </p15:guide>
        <p15:guide id="5" orient="horz" pos="4150">
          <p15:clr>
            <a:srgbClr val="A4A3A4"/>
          </p15:clr>
        </p15:guide>
        <p15:guide id="6" pos="1919">
          <p15:clr>
            <a:srgbClr val="5ACBF0"/>
          </p15:clr>
        </p15:guide>
        <p15:guide id="7" pos="2148">
          <p15:clr>
            <a:srgbClr val="5ACBF0"/>
          </p15:clr>
        </p15:guide>
        <p15:guide id="8" pos="3722">
          <p15:clr>
            <a:srgbClr val="5ACBF0"/>
          </p15:clr>
        </p15:guide>
        <p15:guide id="9" pos="3957">
          <p15:clr>
            <a:srgbClr val="5ACBF0"/>
          </p15:clr>
        </p15:guide>
        <p15:guide id="10" pos="5764">
          <p15:clr>
            <a:srgbClr val="5ACBF0"/>
          </p15:clr>
        </p15:guide>
        <p15:guide id="11" pos="5531">
          <p15:clr>
            <a:srgbClr val="5ACBF0"/>
          </p15:clr>
        </p15:guide>
        <p15:guide id="12" pos="2518">
          <p15:clr>
            <a:srgbClr val="9FCC3B"/>
          </p15:clr>
        </p15:guide>
        <p15:guide id="13" pos="2746">
          <p15:clr>
            <a:srgbClr val="9FCC3B"/>
          </p15:clr>
        </p15:guide>
        <p15:guide id="14" pos="5164">
          <p15:clr>
            <a:srgbClr val="9FCC3B"/>
          </p15:clr>
        </p15:guide>
        <p15:guide id="15" pos="4933">
          <p15:clr>
            <a:srgbClr val="9FCC3B"/>
          </p15:clr>
        </p15:guide>
        <p15:guide id="16" orient="horz" pos="287">
          <p15:clr>
            <a:srgbClr val="A4A3A4"/>
          </p15:clr>
        </p15:guide>
        <p15:guide id="17" orient="horz" pos="789">
          <p15:clr>
            <a:srgbClr val="A4A3A4"/>
          </p15:clr>
        </p15:guide>
        <p15:guide id="18" orient="horz" pos="2406">
          <p15:clr>
            <a:srgbClr val="A4A3A4"/>
          </p15:clr>
        </p15:guide>
        <p15:guide id="19" orient="horz" pos="3888">
          <p15:clr>
            <a:srgbClr val="A4A3A4"/>
          </p15:clr>
        </p15:guide>
        <p15:guide id="20" orient="horz" pos="1102">
          <p15:clr>
            <a:srgbClr val="A4A3A4"/>
          </p15:clr>
        </p15:guide>
        <p15:guide id="21" pos="3840">
          <p15:clr>
            <a:srgbClr val="A4A3A4"/>
          </p15:clr>
        </p15:guide>
        <p15:guide id="22" orient="horz" pos="5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14F4544-2E1B-A122-AF83-CE69969425DB}"/>
              </a:ext>
            </a:extLst>
          </p:cNvPr>
          <p:cNvGraphicFramePr>
            <a:graphicFrameLocks noChangeAspect="1"/>
          </p:cNvGraphicFramePr>
          <p:nvPr userDrawn="1">
            <p:custDataLst>
              <p:tags r:id="rId41"/>
            </p:custDataLst>
            <p:extLst>
              <p:ext uri="{D42A27DB-BD31-4B8C-83A1-F6EECF244321}">
                <p14:modId xmlns:p14="http://schemas.microsoft.com/office/powerpoint/2010/main" val="3139079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2" imgW="464" imgH="463" progId="TCLayout.ActiveDocument.1">
                  <p:embed/>
                </p:oleObj>
              </mc:Choice>
              <mc:Fallback>
                <p:oleObj name="think-cell Slide" r:id="rId42" imgW="464" imgH="463" progId="TCLayout.ActiveDocument.1">
                  <p:embed/>
                  <p:pic>
                    <p:nvPicPr>
                      <p:cNvPr id="9" name="think-cell data - do not delete" hidden="1">
                        <a:extLst>
                          <a:ext uri="{FF2B5EF4-FFF2-40B4-BE49-F238E27FC236}">
                            <a16:creationId xmlns:a16="http://schemas.microsoft.com/office/drawing/2014/main" id="{314F4544-2E1B-A122-AF83-CE69969425DB}"/>
                          </a:ext>
                        </a:extLst>
                      </p:cNvPr>
                      <p:cNvPicPr/>
                      <p:nvPr/>
                    </p:nvPicPr>
                    <p:blipFill>
                      <a:blip r:embed="rId43"/>
                      <a:stretch>
                        <a:fillRect/>
                      </a:stretch>
                    </p:blipFill>
                    <p:spPr>
                      <a:xfrm>
                        <a:off x="1588" y="1588"/>
                        <a:ext cx="1588" cy="1588"/>
                      </a:xfrm>
                      <a:prstGeom prst="rect">
                        <a:avLst/>
                      </a:prstGeom>
                    </p:spPr>
                  </p:pic>
                </p:oleObj>
              </mc:Fallback>
            </mc:AlternateContent>
          </a:graphicData>
        </a:graphic>
      </p:graphicFrame>
      <p:sp>
        <p:nvSpPr>
          <p:cNvPr id="7" name="fortress_black_logo">
            <a:extLst>
              <a:ext uri="{FF2B5EF4-FFF2-40B4-BE49-F238E27FC236}">
                <a16:creationId xmlns:a16="http://schemas.microsoft.com/office/drawing/2014/main" id="{A541C233-9CFB-39FC-B267-2DA54A5B6B83}"/>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0" cy="365760"/>
          </a:xfrm>
          <a:prstGeom prst="rect">
            <a:avLst/>
          </a:prstGeom>
        </p:spPr>
        <p:txBody>
          <a:bodyPr vert="horz" lIns="0" tIns="0" rIns="0" bIns="0" rtlCol="0" anchor="t">
            <a:noAutofit/>
          </a:bodyPr>
          <a:lstStyle>
            <a:lvl1pPr algn="l">
              <a:defRPr sz="800">
                <a:solidFill>
                  <a:schemeClr val="tx1"/>
                </a:solidFill>
              </a:defRPr>
            </a:lvl1pPr>
          </a:lstStyle>
          <a:p>
            <a:r>
              <a:rPr lang="en-US"/>
              <a:t>© 2024 Equinix, Inc.</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1"/>
              </a:ext>
            </a:extLst>
          </p:cNvPr>
          <p:cNvSpPr>
            <a:spLocks noGrp="1"/>
          </p:cNvSpPr>
          <p:nvPr>
            <p:ph type="dt" sz="half" idx="2"/>
          </p:nvPr>
        </p:nvSpPr>
        <p:spPr>
          <a:xfrm>
            <a:off x="6281737" y="6492875"/>
            <a:ext cx="4638675" cy="365125"/>
          </a:xfrm>
          <a:prstGeom prst="rect">
            <a:avLst/>
          </a:prstGeom>
        </p:spPr>
        <p:txBody>
          <a:bodyPr vert="horz" lIns="0" tIns="0" rIns="0" bIns="0" rtlCol="0" anchor="t">
            <a:noAutofit/>
          </a:bodyPr>
          <a:lstStyle>
            <a:lvl1pPr algn="l">
              <a:defRPr sz="8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5"/>
            <a:ext cx="457200" cy="365125"/>
          </a:xfrm>
          <a:prstGeom prst="rect">
            <a:avLst/>
          </a:prstGeom>
        </p:spPr>
        <p:txBody>
          <a:bodyPr vert="horz" lIns="0" tIns="0" rIns="0" bIns="0" rtlCol="0" anchor="t">
            <a:noAutofit/>
          </a:bodyPr>
          <a:lstStyle>
            <a:lvl1pPr algn="l">
              <a:defRPr sz="8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1537"/>
            <a:ext cx="8601710" cy="924831"/>
          </a:xfrm>
          <a:prstGeom prst="rect">
            <a:avLst/>
          </a:prstGeom>
        </p:spPr>
        <p:txBody>
          <a:bodyPr vert="horz" lIns="0" tIns="0" rIns="0" bIns="0" rtlCol="0" anchor="t">
            <a:noAutofit/>
          </a:bodyPr>
          <a:lstStyle/>
          <a:p>
            <a:r>
              <a:rPr lang="en-US"/>
              <a:t>Click to edit </a:t>
            </a:r>
            <a:br>
              <a:rPr lang="en-US"/>
            </a:br>
            <a:r>
              <a:rPr lang="en-US"/>
              <a:t>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466850"/>
            <a:ext cx="11094720" cy="4705349"/>
          </a:xfrm>
          <a:prstGeom prst="rect">
            <a:avLst/>
          </a:prstGeom>
        </p:spPr>
        <p:txBody>
          <a:bodyPr vert="horz" lIns="0" tIns="0" rIns="0" bIns="0" rtlCol="0">
            <a:noAutofit/>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1545935729"/>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 id="2147483804" r:id="rId18"/>
    <p:sldLayoutId id="2147483805" r:id="rId19"/>
    <p:sldLayoutId id="2147483806" r:id="rId20"/>
    <p:sldLayoutId id="2147483807" r:id="rId21"/>
    <p:sldLayoutId id="2147483808" r:id="rId22"/>
    <p:sldLayoutId id="2147483809" r:id="rId23"/>
    <p:sldLayoutId id="2147483810" r:id="rId24"/>
    <p:sldLayoutId id="2147483811" r:id="rId25"/>
    <p:sldLayoutId id="2147483812" r:id="rId26"/>
    <p:sldLayoutId id="2147483813" r:id="rId27"/>
    <p:sldLayoutId id="2147483814" r:id="rId28"/>
    <p:sldLayoutId id="2147483815" r:id="rId29"/>
    <p:sldLayoutId id="2147483816" r:id="rId30"/>
    <p:sldLayoutId id="2147483817" r:id="rId31"/>
    <p:sldLayoutId id="2147483818" r:id="rId32"/>
    <p:sldLayoutId id="2147483819" r:id="rId33"/>
    <p:sldLayoutId id="2147483820" r:id="rId34"/>
    <p:sldLayoutId id="2147483821" r:id="rId35"/>
    <p:sldLayoutId id="2147483822" r:id="rId36"/>
    <p:sldLayoutId id="2147483823" r:id="rId37"/>
    <p:sldLayoutId id="2147483824" r:id="rId38"/>
    <p:sldLayoutId id="2147483825" r:id="rId39"/>
  </p:sldLayoutIdLst>
  <p:hf hdr="0" dt="0"/>
  <p:txStyles>
    <p:titleStyle>
      <a:lvl1pPr algn="l" defTabSz="914400" rtl="0" eaLnBrk="1" latinLnBrk="0" hangingPunct="1">
        <a:lnSpc>
          <a:spcPct val="100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1400" kern="1200">
          <a:solidFill>
            <a:schemeClr val="tx1"/>
          </a:solidFill>
          <a:latin typeface="+mn-lt"/>
          <a:ea typeface="+mn-ea"/>
          <a:cs typeface="+mn-cs"/>
        </a:defRPr>
      </a:lvl2pPr>
      <a:lvl3pPr marL="182880" indent="-182880" algn="l" defTabSz="914400" rtl="0" eaLnBrk="1" latinLnBrk="0" hangingPunct="1">
        <a:lnSpc>
          <a:spcPct val="100000"/>
        </a:lnSpc>
        <a:spcBef>
          <a:spcPts val="900"/>
        </a:spcBef>
        <a:buFont typeface="Arial" panose="020B0604020202020204" pitchFamily="34" charset="0"/>
        <a:buChar char="•"/>
        <a:defRPr sz="1400" kern="1200">
          <a:solidFill>
            <a:schemeClr val="tx1"/>
          </a:solidFill>
          <a:latin typeface="+mn-lt"/>
          <a:ea typeface="+mn-ea"/>
          <a:cs typeface="+mn-cs"/>
        </a:defRPr>
      </a:lvl3pPr>
      <a:lvl4pPr marL="365760" indent="-182880" algn="l" defTabSz="914400" rtl="0" eaLnBrk="1" latinLnBrk="0" hangingPunct="1">
        <a:lnSpc>
          <a:spcPct val="100000"/>
        </a:lnSpc>
        <a:spcBef>
          <a:spcPts val="900"/>
        </a:spcBef>
        <a:buFont typeface="Arial" panose="020B0604020202020204" pitchFamily="34" charset="0"/>
        <a:buChar char="–"/>
        <a:defRPr sz="1200" kern="1200">
          <a:solidFill>
            <a:schemeClr val="tx1"/>
          </a:solidFill>
          <a:latin typeface="+mn-lt"/>
          <a:ea typeface="+mn-ea"/>
          <a:cs typeface="+mn-cs"/>
        </a:defRPr>
      </a:lvl4pPr>
      <a:lvl5pPr marL="548640" indent="-182880" algn="l" defTabSz="914400" rtl="0" eaLnBrk="1" latinLnBrk="0" hangingPunct="1">
        <a:lnSpc>
          <a:spcPct val="100000"/>
        </a:lnSpc>
        <a:spcBef>
          <a:spcPts val="8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48">
          <p15:clr>
            <a:srgbClr val="A4A3A4"/>
          </p15:clr>
        </p15:guide>
        <p15:guide id="4" pos="7333">
          <p15:clr>
            <a:srgbClr val="A4A3A4"/>
          </p15:clr>
        </p15:guide>
        <p15:guide id="5" orient="horz" pos="4088">
          <p15:clr>
            <a:srgbClr val="A4A3A4"/>
          </p15:clr>
        </p15:guide>
        <p15:guide id="6" pos="1919">
          <p15:clr>
            <a:srgbClr val="5ACBF0"/>
          </p15:clr>
        </p15:guide>
        <p15:guide id="7" pos="2148">
          <p15:clr>
            <a:srgbClr val="5ACBF0"/>
          </p15:clr>
        </p15:guide>
        <p15:guide id="8" pos="3722">
          <p15:clr>
            <a:srgbClr val="5ACBF0"/>
          </p15:clr>
        </p15:guide>
        <p15:guide id="9" pos="3957">
          <p15:clr>
            <a:srgbClr val="5ACBF0"/>
          </p15:clr>
        </p15:guide>
        <p15:guide id="10" pos="5764">
          <p15:clr>
            <a:srgbClr val="5ACBF0"/>
          </p15:clr>
        </p15:guide>
        <p15:guide id="11" pos="5531">
          <p15:clr>
            <a:srgbClr val="5ACBF0"/>
          </p15:clr>
        </p15:guide>
        <p15:guide id="12" pos="2518">
          <p15:clr>
            <a:srgbClr val="9FCC3B"/>
          </p15:clr>
        </p15:guide>
        <p15:guide id="13" pos="2746">
          <p15:clr>
            <a:srgbClr val="9FCC3B"/>
          </p15:clr>
        </p15:guide>
        <p15:guide id="14" pos="5164">
          <p15:clr>
            <a:srgbClr val="9FCC3B"/>
          </p15:clr>
        </p15:guide>
        <p15:guide id="15" pos="4933">
          <p15:clr>
            <a:srgbClr val="9FCC3B"/>
          </p15:clr>
        </p15:guide>
        <p15:guide id="16" orient="horz" pos="345">
          <p15:clr>
            <a:srgbClr val="A4A3A4"/>
          </p15:clr>
        </p15:guide>
        <p15:guide id="17" orient="horz" pos="804">
          <p15:clr>
            <a:srgbClr val="A4A3A4"/>
          </p15:clr>
        </p15:guide>
        <p15:guide id="18" orient="horz" pos="2406">
          <p15:clr>
            <a:srgbClr val="A4A3A4"/>
          </p15:clr>
        </p15:guide>
        <p15:guide id="19" orient="horz" pos="3888">
          <p15:clr>
            <a:srgbClr val="A4A3A4"/>
          </p15:clr>
        </p15:guide>
        <p15:guide id="20" orient="horz" pos="924">
          <p15:clr>
            <a:srgbClr val="A4A3A4"/>
          </p15:clr>
        </p15:guide>
        <p15:guide id="21" pos="3840">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1B6B887-2C4B-113F-2E00-CEEE26D96297}"/>
              </a:ext>
            </a:extLst>
          </p:cNvPr>
          <p:cNvGraphicFramePr>
            <a:graphicFrameLocks noChangeAspect="1"/>
          </p:cNvGraphicFramePr>
          <p:nvPr userDrawn="1">
            <p:custDataLst>
              <p:tags r:id="rId52"/>
            </p:custDataLst>
            <p:extLst>
              <p:ext uri="{D42A27DB-BD31-4B8C-83A1-F6EECF244321}">
                <p14:modId xmlns:p14="http://schemas.microsoft.com/office/powerpoint/2010/main" val="33647725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425" imgH="425" progId="TCLayout.ActiveDocument.1">
                  <p:embed/>
                </p:oleObj>
              </mc:Choice>
              <mc:Fallback>
                <p:oleObj name="think-cell Slide" r:id="rId53" imgW="425" imgH="425" progId="TCLayout.ActiveDocument.1">
                  <p:embed/>
                  <p:pic>
                    <p:nvPicPr>
                      <p:cNvPr id="9" name="think-cell data - do not delete" hidden="1">
                        <a:extLst>
                          <a:ext uri="{FF2B5EF4-FFF2-40B4-BE49-F238E27FC236}">
                            <a16:creationId xmlns:a16="http://schemas.microsoft.com/office/drawing/2014/main" id="{01B6B887-2C4B-113F-2E00-CEEE26D96297}"/>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1" cy="365760"/>
          </a:xfrm>
          <a:prstGeom prst="rect">
            <a:avLst/>
          </a:prstGeom>
        </p:spPr>
        <p:txBody>
          <a:bodyPr vert="horz" lIns="0" tIns="0" rIns="0" bIns="0" rtlCol="0" anchor="t">
            <a:noAutofit/>
          </a:bodyPr>
          <a:lstStyle>
            <a:lvl1pPr algn="l">
              <a:defRPr sz="600">
                <a:solidFill>
                  <a:schemeClr val="tx1"/>
                </a:solidFill>
              </a:defRPr>
            </a:lvl1pPr>
          </a:lstStyle>
          <a:p>
            <a:r>
              <a:rPr lang="en-US"/>
              <a:t>© 2025 Equinix, Inc.</a:t>
            </a:r>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7"/>
            <a:ext cx="457200" cy="365125"/>
          </a:xfrm>
          <a:prstGeom prst="rect">
            <a:avLst/>
          </a:prstGeom>
        </p:spPr>
        <p:txBody>
          <a:bodyPr vert="horz" lIns="0" tIns="0" rIns="0" bIns="0" rtlCol="0" anchor="t">
            <a:noAutofit/>
          </a:bodyPr>
          <a:lstStyle>
            <a:lvl1pPr algn="l">
              <a:defRPr sz="6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7200"/>
            <a:ext cx="11091672" cy="54864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554480"/>
            <a:ext cx="11094720" cy="4617720"/>
          </a:xfrm>
          <a:prstGeom prst="rect">
            <a:avLst/>
          </a:prstGeom>
        </p:spPr>
        <p:txBody>
          <a:bodyPr vert="horz" lIns="0" tIns="0" rIns="0" bIns="0" rtlCol="0">
            <a:noAutofit/>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
        <p:nvSpPr>
          <p:cNvPr id="8" name="fortress_black_logo">
            <a:extLst>
              <a:ext uri="{FF2B5EF4-FFF2-40B4-BE49-F238E27FC236}">
                <a16:creationId xmlns:a16="http://schemas.microsoft.com/office/drawing/2014/main" id="{ABF56586-0EDC-0821-3181-FE32D0AF850B}"/>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3268216189"/>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2" r:id="rId35"/>
    <p:sldLayoutId id="2147483863" r:id="rId36"/>
    <p:sldLayoutId id="2147483864" r:id="rId37"/>
    <p:sldLayoutId id="2147483865" r:id="rId38"/>
    <p:sldLayoutId id="2147483866" r:id="rId39"/>
    <p:sldLayoutId id="2147483867" r:id="rId40"/>
    <p:sldLayoutId id="2147483868" r:id="rId41"/>
    <p:sldLayoutId id="2147483869" r:id="rId42"/>
    <p:sldLayoutId id="2147483870" r:id="rId43"/>
    <p:sldLayoutId id="2147483871" r:id="rId44"/>
    <p:sldLayoutId id="2147483872" r:id="rId45"/>
    <p:sldLayoutId id="2147483873" r:id="rId46"/>
    <p:sldLayoutId id="2147483874" r:id="rId47"/>
    <p:sldLayoutId id="2147483875" r:id="rId48"/>
    <p:sldLayoutId id="2147483876" r:id="rId49"/>
    <p:sldLayoutId id="2147483877" r:id="rId50"/>
  </p:sldLayoutIdLst>
  <p:hf sldNum="0" hdr="0"/>
  <p:txStyles>
    <p:titleStyle>
      <a:lvl1pPr algn="l" defTabSz="6858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900"/>
        </a:spcBef>
        <a:buFont typeface="Arial" panose="020B0604020202020204" pitchFamily="34" charset="0"/>
        <a:buNone/>
        <a:defRPr sz="1400" b="0" kern="1200">
          <a:solidFill>
            <a:schemeClr val="tx1"/>
          </a:solidFill>
          <a:latin typeface="+mn-lt"/>
          <a:ea typeface="+mn-ea"/>
          <a:cs typeface="+mn-cs"/>
        </a:defRPr>
      </a:lvl1pPr>
      <a:lvl2pPr marL="137160" indent="-137160" algn="l" defTabSz="685800" rtl="0" eaLnBrk="1" latinLnBrk="0" hangingPunct="1">
        <a:lnSpc>
          <a:spcPct val="100000"/>
        </a:lnSpc>
        <a:spcBef>
          <a:spcPts val="450"/>
        </a:spcBef>
        <a:buFont typeface="Arial" panose="020B0604020202020204" pitchFamily="34" charset="0"/>
        <a:buChar char="•"/>
        <a:defRPr sz="1400" kern="1200">
          <a:solidFill>
            <a:schemeClr val="tx1"/>
          </a:solidFill>
          <a:latin typeface="+mn-lt"/>
          <a:ea typeface="+mn-ea"/>
          <a:cs typeface="+mn-cs"/>
        </a:defRPr>
      </a:lvl2pPr>
      <a:lvl3pPr marL="274320" indent="-137160" algn="l" defTabSz="685800" rtl="0" eaLnBrk="1" latinLnBrk="0" hangingPunct="1">
        <a:lnSpc>
          <a:spcPct val="100000"/>
        </a:lnSpc>
        <a:spcBef>
          <a:spcPts val="450"/>
        </a:spcBef>
        <a:buFont typeface="Arial" panose="020B0604020202020204" pitchFamily="34" charset="0"/>
        <a:buChar char="–"/>
        <a:defRPr sz="1200" kern="1200">
          <a:solidFill>
            <a:schemeClr val="tx1"/>
          </a:solidFill>
          <a:latin typeface="+mn-lt"/>
          <a:ea typeface="+mn-ea"/>
          <a:cs typeface="+mn-cs"/>
        </a:defRPr>
      </a:lvl3pPr>
      <a:lvl4pPr marL="411480" indent="-137160" algn="l" defTabSz="685800" rtl="0" eaLnBrk="1" latinLnBrk="0" hangingPunct="1">
        <a:lnSpc>
          <a:spcPct val="100000"/>
        </a:lnSpc>
        <a:spcBef>
          <a:spcPts val="450"/>
        </a:spcBef>
        <a:buFont typeface="Arial" panose="020B0604020202020204" pitchFamily="34" charset="0"/>
        <a:buChar char="•"/>
        <a:defRPr sz="1100" kern="1200">
          <a:solidFill>
            <a:schemeClr val="tx1"/>
          </a:solidFill>
          <a:latin typeface="+mn-lt"/>
          <a:ea typeface="+mn-ea"/>
          <a:cs typeface="+mn-cs"/>
        </a:defRPr>
      </a:lvl4pPr>
      <a:lvl5pPr marL="548640" indent="-137160" algn="l" defTabSz="685800" rtl="0" eaLnBrk="1" latinLnBrk="0" hangingPunct="1">
        <a:lnSpc>
          <a:spcPct val="100000"/>
        </a:lnSpc>
        <a:spcBef>
          <a:spcPts val="450"/>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1">
          <p15:clr>
            <a:srgbClr val="A4A3A4"/>
          </p15:clr>
        </p15:guide>
        <p15:guide id="4" pos="5500">
          <p15:clr>
            <a:srgbClr val="A4A3A4"/>
          </p15:clr>
        </p15:guide>
        <p15:guide id="5" orient="horz" pos="4136">
          <p15:clr>
            <a:srgbClr val="A4A3A4"/>
          </p15:clr>
        </p15:guide>
        <p15:guide id="6" pos="1439">
          <p15:clr>
            <a:srgbClr val="5ACBF0"/>
          </p15:clr>
        </p15:guide>
        <p15:guide id="7" pos="1611">
          <p15:clr>
            <a:srgbClr val="5ACBF0"/>
          </p15:clr>
        </p15:guide>
        <p15:guide id="8" pos="2792">
          <p15:clr>
            <a:srgbClr val="5ACBF0"/>
          </p15:clr>
        </p15:guide>
        <p15:guide id="9" pos="2968">
          <p15:clr>
            <a:srgbClr val="5ACBF0"/>
          </p15:clr>
        </p15:guide>
        <p15:guide id="10" pos="4323">
          <p15:clr>
            <a:srgbClr val="5ACBF0"/>
          </p15:clr>
        </p15:guide>
        <p15:guide id="11" pos="4148">
          <p15:clr>
            <a:srgbClr val="5ACBF0"/>
          </p15:clr>
        </p15:guide>
        <p15:guide id="12" pos="1889">
          <p15:clr>
            <a:srgbClr val="9FCC3B"/>
          </p15:clr>
        </p15:guide>
        <p15:guide id="13" pos="2060">
          <p15:clr>
            <a:srgbClr val="9FCC3B"/>
          </p15:clr>
        </p15:guide>
        <p15:guide id="14" pos="3873">
          <p15:clr>
            <a:srgbClr val="9FCC3B"/>
          </p15:clr>
        </p15:guide>
        <p15:guide id="15" pos="3700">
          <p15:clr>
            <a:srgbClr val="9FCC3B"/>
          </p15:clr>
        </p15:guide>
        <p15:guide id="16" orient="horz" pos="287">
          <p15:clr>
            <a:srgbClr val="A4A3A4"/>
          </p15:clr>
        </p15:guide>
        <p15:guide id="17" orient="horz" pos="755">
          <p15:clr>
            <a:srgbClr val="A4A3A4"/>
          </p15:clr>
        </p15:guide>
        <p15:guide id="18" orient="horz" pos="2406">
          <p15:clr>
            <a:srgbClr val="A4A3A4"/>
          </p15:clr>
        </p15:guide>
        <p15:guide id="19" orient="horz" pos="3888">
          <p15:clr>
            <a:srgbClr val="A4A3A4"/>
          </p15:clr>
        </p15:guide>
        <p15:guide id="20" orient="horz" pos="1088">
          <p15:clr>
            <a:srgbClr val="A4A3A4"/>
          </p15:clr>
        </p15:guide>
        <p15:guide id="21" pos="2880">
          <p15:clr>
            <a:srgbClr val="A4A3A4"/>
          </p15:clr>
        </p15:guide>
        <p15:guide id="22" orient="horz" pos="477">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1B6B887-2C4B-113F-2E00-CEEE26D96297}"/>
              </a:ext>
            </a:extLst>
          </p:cNvPr>
          <p:cNvGraphicFramePr>
            <a:graphicFrameLocks noChangeAspect="1"/>
          </p:cNvGraphicFramePr>
          <p:nvPr userDrawn="1">
            <p:custDataLst>
              <p:tags r:id="rId51"/>
            </p:custDataLst>
            <p:extLst>
              <p:ext uri="{D42A27DB-BD31-4B8C-83A1-F6EECF244321}">
                <p14:modId xmlns:p14="http://schemas.microsoft.com/office/powerpoint/2010/main" val="33647725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2" imgW="425" imgH="425" progId="TCLayout.ActiveDocument.1">
                  <p:embed/>
                </p:oleObj>
              </mc:Choice>
              <mc:Fallback>
                <p:oleObj name="think-cell Slide" r:id="rId52" imgW="425" imgH="425" progId="TCLayout.ActiveDocument.1">
                  <p:embed/>
                  <p:pic>
                    <p:nvPicPr>
                      <p:cNvPr id="9" name="think-cell data - do not delete" hidden="1">
                        <a:extLst>
                          <a:ext uri="{FF2B5EF4-FFF2-40B4-BE49-F238E27FC236}">
                            <a16:creationId xmlns:a16="http://schemas.microsoft.com/office/drawing/2014/main" id="{01B6B887-2C4B-113F-2E00-CEEE26D96297}"/>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1" cy="365760"/>
          </a:xfrm>
          <a:prstGeom prst="rect">
            <a:avLst/>
          </a:prstGeom>
        </p:spPr>
        <p:txBody>
          <a:bodyPr vert="horz" lIns="0" tIns="0" rIns="0" bIns="0" rtlCol="0" anchor="t">
            <a:noAutofit/>
          </a:bodyPr>
          <a:lstStyle>
            <a:lvl1pPr algn="l">
              <a:defRPr sz="600">
                <a:solidFill>
                  <a:schemeClr val="tx1"/>
                </a:solidFill>
              </a:defRPr>
            </a:lvl1pPr>
          </a:lstStyle>
          <a:p>
            <a:r>
              <a:rPr lang="en-US"/>
              <a:t>© 2025 Equinix, Inc.</a:t>
            </a:r>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7"/>
            <a:ext cx="457200" cy="365125"/>
          </a:xfrm>
          <a:prstGeom prst="rect">
            <a:avLst/>
          </a:prstGeom>
        </p:spPr>
        <p:txBody>
          <a:bodyPr vert="horz" lIns="0" tIns="0" rIns="0" bIns="0" rtlCol="0" anchor="t">
            <a:noAutofit/>
          </a:bodyPr>
          <a:lstStyle>
            <a:lvl1pPr algn="l">
              <a:defRPr sz="6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7200"/>
            <a:ext cx="11091672" cy="54864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554480"/>
            <a:ext cx="11094720" cy="4617720"/>
          </a:xfrm>
          <a:prstGeom prst="rect">
            <a:avLst/>
          </a:prstGeom>
        </p:spPr>
        <p:txBody>
          <a:bodyPr vert="horz" lIns="0" tIns="0" rIns="0" bIns="0" rtlCol="0">
            <a:noAutofit/>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r>
              <a:rPr lang="en-US"/>
              <a:t>05/28/25</a:t>
            </a:r>
          </a:p>
        </p:txBody>
      </p:sp>
      <p:sp>
        <p:nvSpPr>
          <p:cNvPr id="8" name="fortress_black_logo">
            <a:extLst>
              <a:ext uri="{FF2B5EF4-FFF2-40B4-BE49-F238E27FC236}">
                <a16:creationId xmlns:a16="http://schemas.microsoft.com/office/drawing/2014/main" id="{ABF56586-0EDC-0821-3181-FE32D0AF850B}"/>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1286412401"/>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 id="2147483896" r:id="rId18"/>
    <p:sldLayoutId id="2147483897" r:id="rId19"/>
    <p:sldLayoutId id="2147483898" r:id="rId20"/>
    <p:sldLayoutId id="2147483899" r:id="rId21"/>
    <p:sldLayoutId id="2147483900" r:id="rId22"/>
    <p:sldLayoutId id="2147483901" r:id="rId23"/>
    <p:sldLayoutId id="2147483902" r:id="rId24"/>
    <p:sldLayoutId id="2147483903" r:id="rId25"/>
    <p:sldLayoutId id="2147483904" r:id="rId26"/>
    <p:sldLayoutId id="2147483905" r:id="rId27"/>
    <p:sldLayoutId id="2147483906" r:id="rId28"/>
    <p:sldLayoutId id="2147483907" r:id="rId29"/>
    <p:sldLayoutId id="2147483908" r:id="rId30"/>
    <p:sldLayoutId id="2147483909" r:id="rId31"/>
    <p:sldLayoutId id="2147483910" r:id="rId32"/>
    <p:sldLayoutId id="2147483911" r:id="rId33"/>
    <p:sldLayoutId id="2147483912" r:id="rId34"/>
    <p:sldLayoutId id="2147483913" r:id="rId35"/>
    <p:sldLayoutId id="2147483914" r:id="rId36"/>
    <p:sldLayoutId id="2147483915" r:id="rId37"/>
    <p:sldLayoutId id="2147483916" r:id="rId38"/>
    <p:sldLayoutId id="2147483917" r:id="rId39"/>
    <p:sldLayoutId id="2147483918" r:id="rId40"/>
    <p:sldLayoutId id="2147483919" r:id="rId41"/>
    <p:sldLayoutId id="2147483920" r:id="rId42"/>
    <p:sldLayoutId id="2147483921" r:id="rId43"/>
    <p:sldLayoutId id="2147483922" r:id="rId44"/>
    <p:sldLayoutId id="2147483923" r:id="rId45"/>
    <p:sldLayoutId id="2147483925" r:id="rId46"/>
    <p:sldLayoutId id="2147483926" r:id="rId47"/>
    <p:sldLayoutId id="2147483927" r:id="rId48"/>
    <p:sldLayoutId id="2147483928" r:id="rId49"/>
  </p:sldLayoutIdLst>
  <p:hf sldNum="0" hdr="0"/>
  <p:txStyles>
    <p:titleStyle>
      <a:lvl1pPr algn="l" defTabSz="6858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900"/>
        </a:spcBef>
        <a:buFont typeface="Arial" panose="020B0604020202020204" pitchFamily="34" charset="0"/>
        <a:buNone/>
        <a:defRPr sz="1400" b="0" kern="1200">
          <a:solidFill>
            <a:schemeClr val="tx1"/>
          </a:solidFill>
          <a:latin typeface="+mn-lt"/>
          <a:ea typeface="+mn-ea"/>
          <a:cs typeface="+mn-cs"/>
        </a:defRPr>
      </a:lvl1pPr>
      <a:lvl2pPr marL="137160" indent="-137160" algn="l" defTabSz="685800" rtl="0" eaLnBrk="1" latinLnBrk="0" hangingPunct="1">
        <a:lnSpc>
          <a:spcPct val="100000"/>
        </a:lnSpc>
        <a:spcBef>
          <a:spcPts val="450"/>
        </a:spcBef>
        <a:buFont typeface="Arial" panose="020B0604020202020204" pitchFamily="34" charset="0"/>
        <a:buChar char="•"/>
        <a:defRPr sz="1400" kern="1200">
          <a:solidFill>
            <a:schemeClr val="tx1"/>
          </a:solidFill>
          <a:latin typeface="+mn-lt"/>
          <a:ea typeface="+mn-ea"/>
          <a:cs typeface="+mn-cs"/>
        </a:defRPr>
      </a:lvl2pPr>
      <a:lvl3pPr marL="274320" indent="-137160" algn="l" defTabSz="685800" rtl="0" eaLnBrk="1" latinLnBrk="0" hangingPunct="1">
        <a:lnSpc>
          <a:spcPct val="100000"/>
        </a:lnSpc>
        <a:spcBef>
          <a:spcPts val="450"/>
        </a:spcBef>
        <a:buFont typeface="Arial" panose="020B0604020202020204" pitchFamily="34" charset="0"/>
        <a:buChar char="–"/>
        <a:defRPr sz="1200" kern="1200">
          <a:solidFill>
            <a:schemeClr val="tx1"/>
          </a:solidFill>
          <a:latin typeface="+mn-lt"/>
          <a:ea typeface="+mn-ea"/>
          <a:cs typeface="+mn-cs"/>
        </a:defRPr>
      </a:lvl3pPr>
      <a:lvl4pPr marL="411480" indent="-137160" algn="l" defTabSz="685800" rtl="0" eaLnBrk="1" latinLnBrk="0" hangingPunct="1">
        <a:lnSpc>
          <a:spcPct val="100000"/>
        </a:lnSpc>
        <a:spcBef>
          <a:spcPts val="450"/>
        </a:spcBef>
        <a:buFont typeface="Arial" panose="020B0604020202020204" pitchFamily="34" charset="0"/>
        <a:buChar char="•"/>
        <a:defRPr sz="1100" kern="1200">
          <a:solidFill>
            <a:schemeClr val="tx1"/>
          </a:solidFill>
          <a:latin typeface="+mn-lt"/>
          <a:ea typeface="+mn-ea"/>
          <a:cs typeface="+mn-cs"/>
        </a:defRPr>
      </a:lvl4pPr>
      <a:lvl5pPr marL="548640" indent="-137160" algn="l" defTabSz="685800" rtl="0" eaLnBrk="1" latinLnBrk="0" hangingPunct="1">
        <a:lnSpc>
          <a:spcPct val="100000"/>
        </a:lnSpc>
        <a:spcBef>
          <a:spcPts val="450"/>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1">
          <p15:clr>
            <a:srgbClr val="A4A3A4"/>
          </p15:clr>
        </p15:guide>
        <p15:guide id="4" pos="5500">
          <p15:clr>
            <a:srgbClr val="A4A3A4"/>
          </p15:clr>
        </p15:guide>
        <p15:guide id="5" orient="horz" pos="4136">
          <p15:clr>
            <a:srgbClr val="A4A3A4"/>
          </p15:clr>
        </p15:guide>
        <p15:guide id="6" pos="1439">
          <p15:clr>
            <a:srgbClr val="5ACBF0"/>
          </p15:clr>
        </p15:guide>
        <p15:guide id="7" pos="1611">
          <p15:clr>
            <a:srgbClr val="5ACBF0"/>
          </p15:clr>
        </p15:guide>
        <p15:guide id="8" pos="2792">
          <p15:clr>
            <a:srgbClr val="5ACBF0"/>
          </p15:clr>
        </p15:guide>
        <p15:guide id="9" pos="2968">
          <p15:clr>
            <a:srgbClr val="5ACBF0"/>
          </p15:clr>
        </p15:guide>
        <p15:guide id="10" pos="4323">
          <p15:clr>
            <a:srgbClr val="5ACBF0"/>
          </p15:clr>
        </p15:guide>
        <p15:guide id="11" pos="4148">
          <p15:clr>
            <a:srgbClr val="5ACBF0"/>
          </p15:clr>
        </p15:guide>
        <p15:guide id="12" pos="1889">
          <p15:clr>
            <a:srgbClr val="9FCC3B"/>
          </p15:clr>
        </p15:guide>
        <p15:guide id="13" pos="2060">
          <p15:clr>
            <a:srgbClr val="9FCC3B"/>
          </p15:clr>
        </p15:guide>
        <p15:guide id="14" pos="3873">
          <p15:clr>
            <a:srgbClr val="9FCC3B"/>
          </p15:clr>
        </p15:guide>
        <p15:guide id="15" pos="3700">
          <p15:clr>
            <a:srgbClr val="9FCC3B"/>
          </p15:clr>
        </p15:guide>
        <p15:guide id="16" orient="horz" pos="287">
          <p15:clr>
            <a:srgbClr val="A4A3A4"/>
          </p15:clr>
        </p15:guide>
        <p15:guide id="17" orient="horz" pos="755">
          <p15:clr>
            <a:srgbClr val="A4A3A4"/>
          </p15:clr>
        </p15:guide>
        <p15:guide id="18" orient="horz" pos="2406">
          <p15:clr>
            <a:srgbClr val="A4A3A4"/>
          </p15:clr>
        </p15:guide>
        <p15:guide id="19" orient="horz" pos="3888">
          <p15:clr>
            <a:srgbClr val="A4A3A4"/>
          </p15:clr>
        </p15:guide>
        <p15:guide id="20" orient="horz" pos="1088">
          <p15:clr>
            <a:srgbClr val="A4A3A4"/>
          </p15:clr>
        </p15:guide>
        <p15:guide id="21" pos="2880">
          <p15:clr>
            <a:srgbClr val="A4A3A4"/>
          </p15:clr>
        </p15:guide>
        <p15:guide id="22" orient="horz" pos="477">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B4BB7D4-16F5-5A39-826F-91492613BA50}"/>
              </a:ext>
            </a:extLst>
          </p:cNvPr>
          <p:cNvGraphicFramePr>
            <a:graphicFrameLocks noChangeAspect="1"/>
          </p:cNvGraphicFramePr>
          <p:nvPr userDrawn="1">
            <p:custDataLst>
              <p:tags r:id="rId39"/>
            </p:custDataLst>
            <p:extLst>
              <p:ext uri="{D42A27DB-BD31-4B8C-83A1-F6EECF244321}">
                <p14:modId xmlns:p14="http://schemas.microsoft.com/office/powerpoint/2010/main" val="36821043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425" imgH="425" progId="TCLayout.ActiveDocument.1">
                  <p:embed/>
                </p:oleObj>
              </mc:Choice>
              <mc:Fallback>
                <p:oleObj name="think-cell Slide" r:id="rId40" imgW="425" imgH="425" progId="TCLayout.ActiveDocument.1">
                  <p:embed/>
                  <p:pic>
                    <p:nvPicPr>
                      <p:cNvPr id="9" name="think-cell data - do not delete" hidden="1">
                        <a:extLst>
                          <a:ext uri="{FF2B5EF4-FFF2-40B4-BE49-F238E27FC236}">
                            <a16:creationId xmlns:a16="http://schemas.microsoft.com/office/drawing/2014/main" id="{4B4BB7D4-16F5-5A39-826F-91492613BA50}"/>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7" name="fortress_black_logo">
            <a:extLst>
              <a:ext uri="{FF2B5EF4-FFF2-40B4-BE49-F238E27FC236}">
                <a16:creationId xmlns:a16="http://schemas.microsoft.com/office/drawing/2014/main" id="{A541C233-9CFB-39FC-B267-2DA54A5B6B83}"/>
              </a:ext>
              <a:ext uri="{C183D7F6-B498-43B3-948B-1728B52AA6E4}">
                <adec:decorative xmlns:adec="http://schemas.microsoft.com/office/drawing/2017/decorative" val="1"/>
              </a:ext>
            </a:extLst>
          </p:cNvPr>
          <p:cNvSpPr>
            <a:spLocks noChangeAspect="1"/>
          </p:cNvSpPr>
          <p:nvPr userDrawn="1"/>
        </p:nvSpPr>
        <p:spPr>
          <a:xfrm>
            <a:off x="11279660" y="6432345"/>
            <a:ext cx="429768"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a:p>
        </p:txBody>
      </p:sp>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0" cy="365760"/>
          </a:xfrm>
          <a:prstGeom prst="rect">
            <a:avLst/>
          </a:prstGeom>
        </p:spPr>
        <p:txBody>
          <a:bodyPr vert="horz" lIns="0" tIns="0" rIns="0" bIns="0" rtlCol="0" anchor="t">
            <a:noAutofit/>
          </a:bodyPr>
          <a:lstStyle>
            <a:lvl1pPr algn="l">
              <a:defRPr sz="800">
                <a:solidFill>
                  <a:schemeClr val="tx1"/>
                </a:solidFill>
              </a:defRPr>
            </a:lvl1pPr>
          </a:lstStyle>
          <a:p>
            <a:r>
              <a:rPr lang="en-US"/>
              <a:t>© 2025 Equinix, Inc.</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1"/>
              </a:ext>
            </a:extLst>
          </p:cNvPr>
          <p:cNvSpPr>
            <a:spLocks noGrp="1"/>
          </p:cNvSpPr>
          <p:nvPr>
            <p:ph type="dt" sz="half" idx="2"/>
          </p:nvPr>
        </p:nvSpPr>
        <p:spPr>
          <a:xfrm>
            <a:off x="6281737" y="6492875"/>
            <a:ext cx="4638675" cy="365125"/>
          </a:xfrm>
          <a:prstGeom prst="rect">
            <a:avLst/>
          </a:prstGeom>
        </p:spPr>
        <p:txBody>
          <a:bodyPr vert="horz" lIns="0" tIns="0" rIns="0" bIns="0" rtlCol="0" anchor="t">
            <a:noAutofit/>
          </a:bodyPr>
          <a:lstStyle>
            <a:lvl1pPr algn="l">
              <a:defRPr sz="8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5"/>
            <a:ext cx="457200" cy="365125"/>
          </a:xfrm>
          <a:prstGeom prst="rect">
            <a:avLst/>
          </a:prstGeom>
        </p:spPr>
        <p:txBody>
          <a:bodyPr vert="horz" lIns="0" tIns="0" rIns="0" bIns="0" rtlCol="0" anchor="t">
            <a:noAutofit/>
          </a:bodyPr>
          <a:lstStyle>
            <a:lvl1pPr algn="l">
              <a:defRPr sz="8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1537"/>
            <a:ext cx="8601710" cy="924831"/>
          </a:xfrm>
          <a:prstGeom prst="rect">
            <a:avLst/>
          </a:prstGeom>
        </p:spPr>
        <p:txBody>
          <a:bodyPr vert="horz" lIns="0" tIns="0" rIns="0" bIns="0" rtlCol="0" anchor="t">
            <a:noAutofit/>
          </a:bodyPr>
          <a:lstStyle/>
          <a:p>
            <a:r>
              <a:rPr lang="en-US"/>
              <a:t>Click to edit </a:t>
            </a:r>
            <a:br>
              <a:rPr lang="en-US"/>
            </a:br>
            <a:r>
              <a:rPr lang="en-US"/>
              <a:t>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466850"/>
            <a:ext cx="11094720" cy="4705349"/>
          </a:xfrm>
          <a:prstGeom prst="rect">
            <a:avLst/>
          </a:prstGeom>
        </p:spPr>
        <p:txBody>
          <a:bodyPr vert="horz" lIns="0" tIns="0" rIns="0" bIns="0" rtlCol="0">
            <a:noAutofit/>
          </a:bodyPr>
          <a:lstStyle/>
          <a:p>
            <a:pPr lvl="0"/>
            <a:r>
              <a:rPr lang="en-US"/>
              <a:t>First level, bold 14pt no bullet</a:t>
            </a:r>
          </a:p>
          <a:p>
            <a:pPr lvl="1"/>
            <a:r>
              <a:rPr lang="en-US"/>
              <a:t>Second level, reg 14pt no bullet</a:t>
            </a:r>
          </a:p>
          <a:p>
            <a:pPr lvl="2"/>
            <a:r>
              <a:rPr lang="en-US"/>
              <a:t>Third level, reg 14pt first bullet</a:t>
            </a:r>
          </a:p>
          <a:p>
            <a:pPr lvl="3"/>
            <a:r>
              <a:rPr lang="en-US"/>
              <a:t>Fourth level, reg 12pt second bullet</a:t>
            </a:r>
          </a:p>
          <a:p>
            <a:pPr lvl="4"/>
            <a:r>
              <a:rPr lang="en-US"/>
              <a:t>Fifth level, reg 11pt third bullet</a:t>
            </a:r>
          </a:p>
        </p:txBody>
      </p:sp>
    </p:spTree>
    <p:extLst>
      <p:ext uri="{BB962C8B-B14F-4D97-AF65-F5344CB8AC3E}">
        <p14:creationId xmlns:p14="http://schemas.microsoft.com/office/powerpoint/2010/main" val="392048835"/>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 id="2147483948" r:id="rId19"/>
    <p:sldLayoutId id="2147483949" r:id="rId20"/>
    <p:sldLayoutId id="2147483950" r:id="rId21"/>
    <p:sldLayoutId id="2147483951" r:id="rId22"/>
    <p:sldLayoutId id="2147483952" r:id="rId23"/>
    <p:sldLayoutId id="2147483953" r:id="rId24"/>
    <p:sldLayoutId id="2147483954" r:id="rId25"/>
    <p:sldLayoutId id="2147483955" r:id="rId26"/>
    <p:sldLayoutId id="2147483956" r:id="rId27"/>
    <p:sldLayoutId id="2147483957" r:id="rId28"/>
    <p:sldLayoutId id="2147483958" r:id="rId29"/>
    <p:sldLayoutId id="2147483959" r:id="rId30"/>
    <p:sldLayoutId id="2147483960" r:id="rId31"/>
    <p:sldLayoutId id="2147483961" r:id="rId32"/>
    <p:sldLayoutId id="2147483962" r:id="rId33"/>
    <p:sldLayoutId id="2147483963" r:id="rId34"/>
    <p:sldLayoutId id="2147483964" r:id="rId35"/>
    <p:sldLayoutId id="2147483965" r:id="rId36"/>
    <p:sldLayoutId id="2147483966" r:id="rId37"/>
  </p:sldLayoutIdLst>
  <p:hf sldNum="0" hdr="0" dt="0"/>
  <p:txStyles>
    <p:titleStyle>
      <a:lvl1pPr algn="l" defTabSz="914400" rtl="0" eaLnBrk="1" latinLnBrk="0" hangingPunct="1">
        <a:lnSpc>
          <a:spcPct val="100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1400" kern="1200">
          <a:solidFill>
            <a:schemeClr val="tx1"/>
          </a:solidFill>
          <a:latin typeface="+mn-lt"/>
          <a:ea typeface="+mn-ea"/>
          <a:cs typeface="+mn-cs"/>
        </a:defRPr>
      </a:lvl2pPr>
      <a:lvl3pPr marL="182880" indent="-182880" algn="l" defTabSz="914400" rtl="0" eaLnBrk="1" latinLnBrk="0" hangingPunct="1">
        <a:lnSpc>
          <a:spcPct val="100000"/>
        </a:lnSpc>
        <a:spcBef>
          <a:spcPts val="900"/>
        </a:spcBef>
        <a:buFont typeface="Arial" panose="020B0604020202020204" pitchFamily="34" charset="0"/>
        <a:buChar char="•"/>
        <a:defRPr sz="1400" kern="1200">
          <a:solidFill>
            <a:schemeClr val="tx1"/>
          </a:solidFill>
          <a:latin typeface="+mn-lt"/>
          <a:ea typeface="+mn-ea"/>
          <a:cs typeface="+mn-cs"/>
        </a:defRPr>
      </a:lvl3pPr>
      <a:lvl4pPr marL="365760" indent="-182880" algn="l" defTabSz="914400" rtl="0" eaLnBrk="1" latinLnBrk="0" hangingPunct="1">
        <a:lnSpc>
          <a:spcPct val="100000"/>
        </a:lnSpc>
        <a:spcBef>
          <a:spcPts val="900"/>
        </a:spcBef>
        <a:buFont typeface="Arial" panose="020B0604020202020204" pitchFamily="34" charset="0"/>
        <a:buChar char="–"/>
        <a:defRPr sz="1200" kern="1200">
          <a:solidFill>
            <a:schemeClr val="tx1"/>
          </a:solidFill>
          <a:latin typeface="+mn-lt"/>
          <a:ea typeface="+mn-ea"/>
          <a:cs typeface="+mn-cs"/>
        </a:defRPr>
      </a:lvl4pPr>
      <a:lvl5pPr marL="548640" indent="-182880" algn="l" defTabSz="914400" rtl="0" eaLnBrk="1" latinLnBrk="0" hangingPunct="1">
        <a:lnSpc>
          <a:spcPct val="100000"/>
        </a:lnSpc>
        <a:spcBef>
          <a:spcPts val="8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48">
          <p15:clr>
            <a:srgbClr val="A4A3A4"/>
          </p15:clr>
        </p15:guide>
        <p15:guide id="4" pos="7333">
          <p15:clr>
            <a:srgbClr val="A4A3A4"/>
          </p15:clr>
        </p15:guide>
        <p15:guide id="5" orient="horz" pos="4088">
          <p15:clr>
            <a:srgbClr val="A4A3A4"/>
          </p15:clr>
        </p15:guide>
        <p15:guide id="6" pos="1919">
          <p15:clr>
            <a:srgbClr val="5ACBF0"/>
          </p15:clr>
        </p15:guide>
        <p15:guide id="7" pos="2148">
          <p15:clr>
            <a:srgbClr val="5ACBF0"/>
          </p15:clr>
        </p15:guide>
        <p15:guide id="8" pos="3722">
          <p15:clr>
            <a:srgbClr val="5ACBF0"/>
          </p15:clr>
        </p15:guide>
        <p15:guide id="9" pos="3957">
          <p15:clr>
            <a:srgbClr val="5ACBF0"/>
          </p15:clr>
        </p15:guide>
        <p15:guide id="10" pos="5764">
          <p15:clr>
            <a:srgbClr val="5ACBF0"/>
          </p15:clr>
        </p15:guide>
        <p15:guide id="11" pos="5531">
          <p15:clr>
            <a:srgbClr val="5ACBF0"/>
          </p15:clr>
        </p15:guide>
        <p15:guide id="12" pos="2518">
          <p15:clr>
            <a:srgbClr val="9FCC3B"/>
          </p15:clr>
        </p15:guide>
        <p15:guide id="13" pos="2746">
          <p15:clr>
            <a:srgbClr val="9FCC3B"/>
          </p15:clr>
        </p15:guide>
        <p15:guide id="14" pos="5164">
          <p15:clr>
            <a:srgbClr val="9FCC3B"/>
          </p15:clr>
        </p15:guide>
        <p15:guide id="15" pos="4933">
          <p15:clr>
            <a:srgbClr val="9FCC3B"/>
          </p15:clr>
        </p15:guide>
        <p15:guide id="16" orient="horz" pos="345">
          <p15:clr>
            <a:srgbClr val="A4A3A4"/>
          </p15:clr>
        </p15:guide>
        <p15:guide id="17" orient="horz" pos="804">
          <p15:clr>
            <a:srgbClr val="A4A3A4"/>
          </p15:clr>
        </p15:guide>
        <p15:guide id="18" orient="horz" pos="2406">
          <p15:clr>
            <a:srgbClr val="A4A3A4"/>
          </p15:clr>
        </p15:guide>
        <p15:guide id="19" orient="horz" pos="3888">
          <p15:clr>
            <a:srgbClr val="A4A3A4"/>
          </p15:clr>
        </p15:guide>
        <p15:guide id="20" orient="horz" pos="924">
          <p15:clr>
            <a:srgbClr val="A4A3A4"/>
          </p15:clr>
        </p15:guide>
        <p15:guide id="21" pos="3840">
          <p15:clr>
            <a:srgbClr val="A4A3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1B6B887-2C4B-113F-2E00-CEEE26D96297}"/>
              </a:ext>
            </a:extLst>
          </p:cNvPr>
          <p:cNvGraphicFramePr>
            <a:graphicFrameLocks noChangeAspect="1"/>
          </p:cNvGraphicFramePr>
          <p:nvPr userDrawn="1">
            <p:custDataLst>
              <p:tags r:id="rId47"/>
            </p:custDataLst>
            <p:extLst>
              <p:ext uri="{D42A27DB-BD31-4B8C-83A1-F6EECF244321}">
                <p14:modId xmlns:p14="http://schemas.microsoft.com/office/powerpoint/2010/main" val="33647725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8" imgW="425" imgH="425" progId="TCLayout.ActiveDocument.1">
                  <p:embed/>
                </p:oleObj>
              </mc:Choice>
              <mc:Fallback>
                <p:oleObj name="think-cell Slide" r:id="rId48" imgW="425" imgH="425" progId="TCLayout.ActiveDocument.1">
                  <p:embed/>
                  <p:pic>
                    <p:nvPicPr>
                      <p:cNvPr id="9" name="think-cell data - do not delete" hidden="1">
                        <a:extLst>
                          <a:ext uri="{FF2B5EF4-FFF2-40B4-BE49-F238E27FC236}">
                            <a16:creationId xmlns:a16="http://schemas.microsoft.com/office/drawing/2014/main" id="{01B6B887-2C4B-113F-2E00-CEEE26D96297}"/>
                          </a:ext>
                        </a:extLst>
                      </p:cNvPr>
                      <p:cNvPicPr/>
                      <p:nvPr/>
                    </p:nvPicPr>
                    <p:blipFill>
                      <a:blip r:embed="rId49"/>
                      <a:stretch>
                        <a:fillRect/>
                      </a:stretch>
                    </p:blipFill>
                    <p:spPr>
                      <a:xfrm>
                        <a:off x="1588" y="1588"/>
                        <a:ext cx="1588" cy="1588"/>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BCCB54EC-600A-1A6F-6DC9-056B23960FE5}"/>
              </a:ext>
              <a:ext uri="{C183D7F6-B498-43B3-948B-1728B52AA6E4}">
                <adec:decorative xmlns:adec="http://schemas.microsoft.com/office/drawing/2017/decorative" val="1"/>
              </a:ext>
            </a:extLst>
          </p:cNvPr>
          <p:cNvSpPr>
            <a:spLocks noGrp="1"/>
          </p:cNvSpPr>
          <p:nvPr>
            <p:ph type="ftr" sz="quarter" idx="3"/>
          </p:nvPr>
        </p:nvSpPr>
        <p:spPr>
          <a:xfrm>
            <a:off x="552450" y="6492240"/>
            <a:ext cx="1093471" cy="365760"/>
          </a:xfrm>
          <a:prstGeom prst="rect">
            <a:avLst/>
          </a:prstGeom>
        </p:spPr>
        <p:txBody>
          <a:bodyPr vert="horz" lIns="0" tIns="0" rIns="0" bIns="0" rtlCol="0" anchor="t">
            <a:noAutofit/>
          </a:bodyPr>
          <a:lstStyle>
            <a:lvl1pPr algn="l">
              <a:defRPr sz="600">
                <a:solidFill>
                  <a:schemeClr val="tx1"/>
                </a:solidFill>
              </a:defRPr>
            </a:lvl1pPr>
          </a:lstStyle>
          <a:p>
            <a:r>
              <a:rPr lang="en-US"/>
              <a:t>© 2025 Equinix, Inc.</a:t>
            </a:r>
          </a:p>
        </p:txBody>
      </p:sp>
      <p:sp>
        <p:nvSpPr>
          <p:cNvPr id="6" name="Slide Number Placeholder 5">
            <a:extLst>
              <a:ext uri="{FF2B5EF4-FFF2-40B4-BE49-F238E27FC236}">
                <a16:creationId xmlns:a16="http://schemas.microsoft.com/office/drawing/2014/main" id="{BB32306D-519F-7C54-FA14-000D13019285}"/>
              </a:ext>
            </a:extLst>
          </p:cNvPr>
          <p:cNvSpPr>
            <a:spLocks noGrp="1"/>
          </p:cNvSpPr>
          <p:nvPr>
            <p:ph type="sldNum" sz="quarter" idx="4"/>
          </p:nvPr>
        </p:nvSpPr>
        <p:spPr>
          <a:xfrm>
            <a:off x="1737360" y="6492877"/>
            <a:ext cx="457200" cy="365125"/>
          </a:xfrm>
          <a:prstGeom prst="rect">
            <a:avLst/>
          </a:prstGeom>
        </p:spPr>
        <p:txBody>
          <a:bodyPr vert="horz" lIns="0" tIns="0" rIns="0" bIns="0" rtlCol="0" anchor="t">
            <a:noAutofit/>
          </a:bodyPr>
          <a:lstStyle>
            <a:lvl1pPr algn="l">
              <a:defRPr sz="600">
                <a:solidFill>
                  <a:schemeClr val="tx1"/>
                </a:solidFill>
              </a:defRPr>
            </a:lvl1pPr>
          </a:lstStyle>
          <a:p>
            <a:fld id="{F8A89D12-4F33-44AF-85FC-689FEAF79A41}" type="slidenum">
              <a:rPr lang="en-US" smtClean="0"/>
              <a:pPr/>
              <a:t>‹#›</a:t>
            </a:fld>
            <a:endParaRPr lang="en-US"/>
          </a:p>
        </p:txBody>
      </p:sp>
      <p:sp>
        <p:nvSpPr>
          <p:cNvPr id="2" name="Title Placeholder 1">
            <a:extLst>
              <a:ext uri="{FF2B5EF4-FFF2-40B4-BE49-F238E27FC236}">
                <a16:creationId xmlns:a16="http://schemas.microsoft.com/office/drawing/2014/main" id="{7ADA424A-3DF9-997B-BDCA-9E1C80E6121A}"/>
              </a:ext>
            </a:extLst>
          </p:cNvPr>
          <p:cNvSpPr>
            <a:spLocks noGrp="1"/>
          </p:cNvSpPr>
          <p:nvPr>
            <p:ph type="title"/>
          </p:nvPr>
        </p:nvSpPr>
        <p:spPr>
          <a:xfrm>
            <a:off x="548640" y="457200"/>
            <a:ext cx="11091672" cy="54864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C0CEE90F-8587-5BF0-47C8-3FB76C262672}"/>
              </a:ext>
            </a:extLst>
          </p:cNvPr>
          <p:cNvSpPr>
            <a:spLocks noGrp="1"/>
          </p:cNvSpPr>
          <p:nvPr>
            <p:ph type="body" idx="1"/>
          </p:nvPr>
        </p:nvSpPr>
        <p:spPr>
          <a:xfrm>
            <a:off x="548640" y="1554480"/>
            <a:ext cx="11094720" cy="4617720"/>
          </a:xfrm>
          <a:prstGeom prst="rect">
            <a:avLst/>
          </a:prstGeom>
        </p:spPr>
        <p:txBody>
          <a:bodyPr vert="horz" lIns="0" tIns="0" rIns="0" bIns="0" rtlCol="0">
            <a:noAutofit/>
          </a:bodyPr>
          <a:lstStyle/>
          <a:p>
            <a:pPr lvl="0"/>
            <a:r>
              <a:rPr lang="en-US"/>
              <a:t>First level, reg 14pt no bullet:</a:t>
            </a:r>
          </a:p>
          <a:p>
            <a:pPr lvl="1"/>
            <a:r>
              <a:rPr lang="en-US"/>
              <a:t>Second level, reg 14pt first bullet</a:t>
            </a:r>
          </a:p>
          <a:p>
            <a:pPr lvl="2"/>
            <a:r>
              <a:rPr lang="en-US"/>
              <a:t>Third level, reg 12pt second bullet</a:t>
            </a:r>
          </a:p>
          <a:p>
            <a:pPr lvl="3"/>
            <a:r>
              <a:rPr lang="en-US"/>
              <a:t>Fourth level, reg 11pt third bullet</a:t>
            </a:r>
          </a:p>
          <a:p>
            <a:pPr lvl="4"/>
            <a:r>
              <a:rPr lang="en-US"/>
              <a:t>Fifth level, reg 11pt fourth bullet</a:t>
            </a:r>
          </a:p>
        </p:txBody>
      </p:sp>
      <p:sp>
        <p:nvSpPr>
          <p:cNvPr id="4" name="Date Placeholder 3">
            <a:extLst>
              <a:ext uri="{FF2B5EF4-FFF2-40B4-BE49-F238E27FC236}">
                <a16:creationId xmlns:a16="http://schemas.microsoft.com/office/drawing/2014/main" id="{77BB199E-2E8F-BC7A-F570-D13FEE6594D5}"/>
              </a:ext>
              <a:ext uri="{C183D7F6-B498-43B3-948B-1728B52AA6E4}">
                <adec:decorative xmlns:adec="http://schemas.microsoft.com/office/drawing/2017/decorative" val="0"/>
              </a:ext>
            </a:extLst>
          </p:cNvPr>
          <p:cNvSpPr>
            <a:spLocks noGrp="1"/>
          </p:cNvSpPr>
          <p:nvPr>
            <p:ph type="dt" sz="half" idx="2"/>
          </p:nvPr>
        </p:nvSpPr>
        <p:spPr>
          <a:xfrm>
            <a:off x="6281737" y="6219462"/>
            <a:ext cx="4638675" cy="365125"/>
          </a:xfrm>
          <a:prstGeom prst="rect">
            <a:avLst/>
          </a:prstGeom>
        </p:spPr>
        <p:txBody>
          <a:bodyPr vert="horz" lIns="0" tIns="0" rIns="0" bIns="0" rtlCol="0" anchor="b" anchorCtr="0">
            <a:noAutofit/>
          </a:bodyPr>
          <a:lstStyle>
            <a:lvl1pPr marL="68580" indent="-68580" algn="l">
              <a:defRPr sz="600">
                <a:solidFill>
                  <a:schemeClr val="tx1"/>
                </a:solidFill>
              </a:defRPr>
            </a:lvl1pPr>
          </a:lstStyle>
          <a:p>
            <a:endParaRPr lang="en-US"/>
          </a:p>
        </p:txBody>
      </p:sp>
      <p:sp>
        <p:nvSpPr>
          <p:cNvPr id="8" name="fortress_black_logo">
            <a:extLst>
              <a:ext uri="{FF2B5EF4-FFF2-40B4-BE49-F238E27FC236}">
                <a16:creationId xmlns:a16="http://schemas.microsoft.com/office/drawing/2014/main" id="{ABF56586-0EDC-0821-3181-FE32D0AF850B}"/>
              </a:ext>
              <a:ext uri="{C183D7F6-B498-43B3-948B-1728B52AA6E4}">
                <adec:decorative xmlns:adec="http://schemas.microsoft.com/office/drawing/2017/decorative" val="1"/>
              </a:ext>
            </a:extLst>
          </p:cNvPr>
          <p:cNvSpPr>
            <a:spLocks noChangeAspect="1"/>
          </p:cNvSpPr>
          <p:nvPr userDrawn="1"/>
        </p:nvSpPr>
        <p:spPr>
          <a:xfrm>
            <a:off x="11158829" y="6427161"/>
            <a:ext cx="573024" cy="236423"/>
          </a:xfrm>
          <a:custGeom>
            <a:avLst/>
            <a:gdLst>
              <a:gd name="connsiteX0" fmla="*/ 2743098 w 5430360"/>
              <a:gd name="connsiteY0" fmla="*/ 159239 h 2987338"/>
              <a:gd name="connsiteX1" fmla="*/ 2743098 w 5430360"/>
              <a:gd name="connsiteY1" fmla="*/ 2557831 h 2987338"/>
              <a:gd name="connsiteX2" fmla="*/ 3048063 w 5430360"/>
              <a:gd name="connsiteY2" fmla="*/ 2451780 h 2987338"/>
              <a:gd name="connsiteX3" fmla="*/ 3048063 w 5430360"/>
              <a:gd name="connsiteY3" fmla="*/ 265944 h 2987338"/>
              <a:gd name="connsiteX4" fmla="*/ 3962635 w 5430360"/>
              <a:gd name="connsiteY4" fmla="*/ 585254 h 2987338"/>
              <a:gd name="connsiteX5" fmla="*/ 3962635 w 5430360"/>
              <a:gd name="connsiteY5" fmla="*/ 2132470 h 2987338"/>
              <a:gd name="connsiteX6" fmla="*/ 4267137 w 5430360"/>
              <a:gd name="connsiteY6" fmla="*/ 2025948 h 2987338"/>
              <a:gd name="connsiteX7" fmla="*/ 4267137 w 5430360"/>
              <a:gd name="connsiteY7" fmla="*/ 691496 h 2987338"/>
              <a:gd name="connsiteX8" fmla="*/ 4571969 w 5430360"/>
              <a:gd name="connsiteY8" fmla="*/ 798220 h 2987338"/>
              <a:gd name="connsiteX9" fmla="*/ 4571969 w 5430360"/>
              <a:gd name="connsiteY9" fmla="*/ 2242585 h 2987338"/>
              <a:gd name="connsiteX10" fmla="*/ 3657607 w 5430360"/>
              <a:gd name="connsiteY10" fmla="*/ 2561705 h 2987338"/>
              <a:gd name="connsiteX11" fmla="*/ 3657607 w 5430360"/>
              <a:gd name="connsiteY11" fmla="*/ 801529 h 2987338"/>
              <a:gd name="connsiteX12" fmla="*/ 3353264 w 5430360"/>
              <a:gd name="connsiteY12" fmla="*/ 695268 h 2987338"/>
              <a:gd name="connsiteX13" fmla="*/ 3353264 w 5430360"/>
              <a:gd name="connsiteY13" fmla="*/ 2668219 h 2987338"/>
              <a:gd name="connsiteX14" fmla="*/ 2438432 w 5430360"/>
              <a:gd name="connsiteY14" fmla="*/ 2987339 h 2987338"/>
              <a:gd name="connsiteX15" fmla="*/ 2438432 w 5430360"/>
              <a:gd name="connsiteY15" fmla="*/ 375882 h 2987338"/>
              <a:gd name="connsiteX16" fmla="*/ 2286102 w 5430360"/>
              <a:gd name="connsiteY16" fmla="*/ 322701 h 2987338"/>
              <a:gd name="connsiteX17" fmla="*/ 2133848 w 5430360"/>
              <a:gd name="connsiteY17" fmla="*/ 375882 h 2987338"/>
              <a:gd name="connsiteX18" fmla="*/ 2133848 w 5430360"/>
              <a:gd name="connsiteY18" fmla="*/ 2987339 h 2987338"/>
              <a:gd name="connsiteX19" fmla="*/ 1219441 w 5430360"/>
              <a:gd name="connsiteY19" fmla="*/ 2668219 h 2987338"/>
              <a:gd name="connsiteX20" fmla="*/ 1219441 w 5430360"/>
              <a:gd name="connsiteY20" fmla="*/ 695268 h 2987338"/>
              <a:gd name="connsiteX21" fmla="*/ 914489 w 5430360"/>
              <a:gd name="connsiteY21" fmla="*/ 801529 h 2987338"/>
              <a:gd name="connsiteX22" fmla="*/ 914489 w 5430360"/>
              <a:gd name="connsiteY22" fmla="*/ 2561711 h 2987338"/>
              <a:gd name="connsiteX23" fmla="*/ 0 w 5430360"/>
              <a:gd name="connsiteY23" fmla="*/ 2242585 h 2987338"/>
              <a:gd name="connsiteX24" fmla="*/ 0 w 5430360"/>
              <a:gd name="connsiteY24" fmla="*/ 798220 h 2987338"/>
              <a:gd name="connsiteX25" fmla="*/ 305054 w 5430360"/>
              <a:gd name="connsiteY25" fmla="*/ 691496 h 2987338"/>
              <a:gd name="connsiteX26" fmla="*/ 305054 w 5430360"/>
              <a:gd name="connsiteY26" fmla="*/ 2025942 h 2987338"/>
              <a:gd name="connsiteX27" fmla="*/ 609721 w 5430360"/>
              <a:gd name="connsiteY27" fmla="*/ 2132463 h 2987338"/>
              <a:gd name="connsiteX28" fmla="*/ 609721 w 5430360"/>
              <a:gd name="connsiteY28" fmla="*/ 585248 h 2987338"/>
              <a:gd name="connsiteX29" fmla="*/ 1524127 w 5430360"/>
              <a:gd name="connsiteY29" fmla="*/ 265938 h 2987338"/>
              <a:gd name="connsiteX30" fmla="*/ 1524127 w 5430360"/>
              <a:gd name="connsiteY30" fmla="*/ 2451773 h 2987338"/>
              <a:gd name="connsiteX31" fmla="*/ 1828895 w 5430360"/>
              <a:gd name="connsiteY31" fmla="*/ 2557825 h 2987338"/>
              <a:gd name="connsiteX32" fmla="*/ 1828895 w 5430360"/>
              <a:gd name="connsiteY32" fmla="*/ 159239 h 2987338"/>
              <a:gd name="connsiteX33" fmla="*/ 2286102 w 5430360"/>
              <a:gd name="connsiteY33" fmla="*/ 0 h 2987338"/>
              <a:gd name="connsiteX34" fmla="*/ 2743098 w 5430360"/>
              <a:gd name="connsiteY34" fmla="*/ 159239 h 2987338"/>
              <a:gd name="connsiteX35" fmla="*/ 5155769 w 5430360"/>
              <a:gd name="connsiteY35" fmla="*/ 2141487 h 2987338"/>
              <a:gd name="connsiteX36" fmla="*/ 4881271 w 5430360"/>
              <a:gd name="connsiteY36" fmla="*/ 1866691 h 2987338"/>
              <a:gd name="connsiteX37" fmla="*/ 4881271 w 5430360"/>
              <a:gd name="connsiteY37" fmla="*/ 1865332 h 2987338"/>
              <a:gd name="connsiteX38" fmla="*/ 5155769 w 5430360"/>
              <a:gd name="connsiteY38" fmla="*/ 1588789 h 2987338"/>
              <a:gd name="connsiteX39" fmla="*/ 5430361 w 5430360"/>
              <a:gd name="connsiteY39" fmla="*/ 1863560 h 2987338"/>
              <a:gd name="connsiteX40" fmla="*/ 5430361 w 5430360"/>
              <a:gd name="connsiteY40" fmla="*/ 1865325 h 2987338"/>
              <a:gd name="connsiteX41" fmla="*/ 5155769 w 5430360"/>
              <a:gd name="connsiteY41" fmla="*/ 2141487 h 2987338"/>
              <a:gd name="connsiteX42" fmla="*/ 5155769 w 5430360"/>
              <a:gd name="connsiteY42" fmla="*/ 2111312 h 2987338"/>
              <a:gd name="connsiteX43" fmla="*/ 5398726 w 5430360"/>
              <a:gd name="connsiteY43" fmla="*/ 1865332 h 2987338"/>
              <a:gd name="connsiteX44" fmla="*/ 5398726 w 5430360"/>
              <a:gd name="connsiteY44" fmla="*/ 1863567 h 2987338"/>
              <a:gd name="connsiteX45" fmla="*/ 5155769 w 5430360"/>
              <a:gd name="connsiteY45" fmla="*/ 1619060 h 2987338"/>
              <a:gd name="connsiteX46" fmla="*/ 4912913 w 5430360"/>
              <a:gd name="connsiteY46" fmla="*/ 1865332 h 2987338"/>
              <a:gd name="connsiteX47" fmla="*/ 4912913 w 5430360"/>
              <a:gd name="connsiteY47" fmla="*/ 1866691 h 2987338"/>
              <a:gd name="connsiteX48" fmla="*/ 5155769 w 5430360"/>
              <a:gd name="connsiteY48" fmla="*/ 2111312 h 2987338"/>
              <a:gd name="connsiteX49" fmla="*/ 5042161 w 5430360"/>
              <a:gd name="connsiteY49" fmla="*/ 1716748 h 2987338"/>
              <a:gd name="connsiteX50" fmla="*/ 5176298 w 5430360"/>
              <a:gd name="connsiteY50" fmla="*/ 1716748 h 2987338"/>
              <a:gd name="connsiteX51" fmla="*/ 5291538 w 5430360"/>
              <a:gd name="connsiteY51" fmla="*/ 1811681 h 2987338"/>
              <a:gd name="connsiteX52" fmla="*/ 5228362 w 5430360"/>
              <a:gd name="connsiteY52" fmla="*/ 1899907 h 2987338"/>
              <a:gd name="connsiteX53" fmla="*/ 5301012 w 5430360"/>
              <a:gd name="connsiteY53" fmla="*/ 2002390 h 2987338"/>
              <a:gd name="connsiteX54" fmla="*/ 5217408 w 5430360"/>
              <a:gd name="connsiteY54" fmla="*/ 2002390 h 2987338"/>
              <a:gd name="connsiteX55" fmla="*/ 5155762 w 5430360"/>
              <a:gd name="connsiteY55" fmla="*/ 1912519 h 2987338"/>
              <a:gd name="connsiteX56" fmla="*/ 5111515 w 5430360"/>
              <a:gd name="connsiteY56" fmla="*/ 1912519 h 2987338"/>
              <a:gd name="connsiteX57" fmla="*/ 5111515 w 5430360"/>
              <a:gd name="connsiteY57" fmla="*/ 2002390 h 2987338"/>
              <a:gd name="connsiteX58" fmla="*/ 5042161 w 5430360"/>
              <a:gd name="connsiteY58" fmla="*/ 2002390 h 2987338"/>
              <a:gd name="connsiteX59" fmla="*/ 5042161 w 5430360"/>
              <a:gd name="connsiteY59" fmla="*/ 1716748 h 2987338"/>
              <a:gd name="connsiteX60" fmla="*/ 5171605 w 5430360"/>
              <a:gd name="connsiteY60" fmla="*/ 1855750 h 2987338"/>
              <a:gd name="connsiteX61" fmla="*/ 5220653 w 5430360"/>
              <a:gd name="connsiteY61" fmla="*/ 1816189 h 2987338"/>
              <a:gd name="connsiteX62" fmla="*/ 5171605 w 5430360"/>
              <a:gd name="connsiteY62" fmla="*/ 1776819 h 2987338"/>
              <a:gd name="connsiteX63" fmla="*/ 5111522 w 5430360"/>
              <a:gd name="connsiteY63" fmla="*/ 1776819 h 2987338"/>
              <a:gd name="connsiteX64" fmla="*/ 5111522 w 5430360"/>
              <a:gd name="connsiteY64" fmla="*/ 1855756 h 2987338"/>
              <a:gd name="connsiteX65" fmla="*/ 5171605 w 5430360"/>
              <a:gd name="connsiteY65" fmla="*/ 1855756 h 298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430360" h="2987338">
                <a:moveTo>
                  <a:pt x="2743098" y="159239"/>
                </a:moveTo>
                <a:lnTo>
                  <a:pt x="2743098" y="2557831"/>
                </a:lnTo>
                <a:lnTo>
                  <a:pt x="3048063" y="2451780"/>
                </a:lnTo>
                <a:lnTo>
                  <a:pt x="3048063" y="265944"/>
                </a:lnTo>
                <a:lnTo>
                  <a:pt x="3962635" y="585254"/>
                </a:lnTo>
                <a:lnTo>
                  <a:pt x="3962635" y="2132470"/>
                </a:lnTo>
                <a:lnTo>
                  <a:pt x="4267137" y="2025948"/>
                </a:lnTo>
                <a:lnTo>
                  <a:pt x="4267137" y="691496"/>
                </a:lnTo>
                <a:lnTo>
                  <a:pt x="4571969" y="798220"/>
                </a:lnTo>
                <a:lnTo>
                  <a:pt x="4571969" y="2242585"/>
                </a:lnTo>
                <a:lnTo>
                  <a:pt x="3657607" y="2561705"/>
                </a:lnTo>
                <a:lnTo>
                  <a:pt x="3657607" y="801529"/>
                </a:lnTo>
                <a:lnTo>
                  <a:pt x="3353264" y="695268"/>
                </a:lnTo>
                <a:lnTo>
                  <a:pt x="3353264" y="2668219"/>
                </a:lnTo>
                <a:lnTo>
                  <a:pt x="2438432" y="2987339"/>
                </a:lnTo>
                <a:lnTo>
                  <a:pt x="2438432" y="375882"/>
                </a:lnTo>
                <a:lnTo>
                  <a:pt x="2286102" y="322701"/>
                </a:lnTo>
                <a:lnTo>
                  <a:pt x="2133848" y="375882"/>
                </a:lnTo>
                <a:lnTo>
                  <a:pt x="2133848" y="2987339"/>
                </a:lnTo>
                <a:lnTo>
                  <a:pt x="1219441" y="2668219"/>
                </a:lnTo>
                <a:lnTo>
                  <a:pt x="1219441" y="695268"/>
                </a:lnTo>
                <a:lnTo>
                  <a:pt x="914489" y="801529"/>
                </a:lnTo>
                <a:lnTo>
                  <a:pt x="914489" y="2561711"/>
                </a:lnTo>
                <a:lnTo>
                  <a:pt x="0" y="2242585"/>
                </a:lnTo>
                <a:lnTo>
                  <a:pt x="0" y="798220"/>
                </a:lnTo>
                <a:lnTo>
                  <a:pt x="305054" y="691496"/>
                </a:lnTo>
                <a:lnTo>
                  <a:pt x="305054" y="2025942"/>
                </a:lnTo>
                <a:lnTo>
                  <a:pt x="609721" y="2132463"/>
                </a:lnTo>
                <a:lnTo>
                  <a:pt x="609721" y="585248"/>
                </a:lnTo>
                <a:lnTo>
                  <a:pt x="1524127" y="265938"/>
                </a:lnTo>
                <a:lnTo>
                  <a:pt x="1524127" y="2451773"/>
                </a:lnTo>
                <a:lnTo>
                  <a:pt x="1828895" y="2557825"/>
                </a:lnTo>
                <a:lnTo>
                  <a:pt x="1828895" y="159239"/>
                </a:lnTo>
                <a:lnTo>
                  <a:pt x="2286102" y="0"/>
                </a:lnTo>
                <a:lnTo>
                  <a:pt x="2743098" y="159239"/>
                </a:lnTo>
                <a:close/>
                <a:moveTo>
                  <a:pt x="5155769" y="2141487"/>
                </a:moveTo>
                <a:cubicBezTo>
                  <a:pt x="5001044" y="2141487"/>
                  <a:pt x="4881271" y="2016544"/>
                  <a:pt x="4881271" y="1866691"/>
                </a:cubicBezTo>
                <a:lnTo>
                  <a:pt x="4881271" y="1865332"/>
                </a:lnTo>
                <a:cubicBezTo>
                  <a:pt x="4881271" y="1715288"/>
                  <a:pt x="5002702" y="1588789"/>
                  <a:pt x="5155769" y="1588789"/>
                </a:cubicBezTo>
                <a:cubicBezTo>
                  <a:pt x="5310334" y="1588789"/>
                  <a:pt x="5430361" y="1713630"/>
                  <a:pt x="5430361" y="1863560"/>
                </a:cubicBezTo>
                <a:lnTo>
                  <a:pt x="5430361" y="1865325"/>
                </a:lnTo>
                <a:cubicBezTo>
                  <a:pt x="5430361" y="2014893"/>
                  <a:pt x="5308937" y="2141487"/>
                  <a:pt x="5155769" y="2141487"/>
                </a:cubicBezTo>
                <a:moveTo>
                  <a:pt x="5155769" y="2111312"/>
                </a:moveTo>
                <a:cubicBezTo>
                  <a:pt x="5293036" y="2111312"/>
                  <a:pt x="5398726" y="1999164"/>
                  <a:pt x="5398726" y="1865332"/>
                </a:cubicBezTo>
                <a:lnTo>
                  <a:pt x="5398726" y="1863567"/>
                </a:lnTo>
                <a:cubicBezTo>
                  <a:pt x="5398726" y="1729365"/>
                  <a:pt x="5294573" y="1619060"/>
                  <a:pt x="5155769" y="1619060"/>
                </a:cubicBezTo>
                <a:cubicBezTo>
                  <a:pt x="5018437" y="1619060"/>
                  <a:pt x="4912913" y="1731112"/>
                  <a:pt x="4912913" y="1865332"/>
                </a:cubicBezTo>
                <a:lnTo>
                  <a:pt x="4912913" y="1866691"/>
                </a:lnTo>
                <a:cubicBezTo>
                  <a:pt x="4912913" y="2001012"/>
                  <a:pt x="5017040" y="2111312"/>
                  <a:pt x="5155769" y="2111312"/>
                </a:cubicBezTo>
                <a:moveTo>
                  <a:pt x="5042161" y="1716748"/>
                </a:moveTo>
                <a:lnTo>
                  <a:pt x="5176298" y="1716748"/>
                </a:lnTo>
                <a:cubicBezTo>
                  <a:pt x="5242433" y="1716748"/>
                  <a:pt x="5291538" y="1747031"/>
                  <a:pt x="5291538" y="1811681"/>
                </a:cubicBezTo>
                <a:cubicBezTo>
                  <a:pt x="5291538" y="1857407"/>
                  <a:pt x="5266347" y="1887220"/>
                  <a:pt x="5228362" y="1899907"/>
                </a:cubicBezTo>
                <a:lnTo>
                  <a:pt x="5301012" y="2002390"/>
                </a:lnTo>
                <a:lnTo>
                  <a:pt x="5217408" y="2002390"/>
                </a:lnTo>
                <a:lnTo>
                  <a:pt x="5155762" y="1912519"/>
                </a:lnTo>
                <a:lnTo>
                  <a:pt x="5111515" y="1912519"/>
                </a:lnTo>
                <a:lnTo>
                  <a:pt x="5111515" y="2002390"/>
                </a:lnTo>
                <a:lnTo>
                  <a:pt x="5042161" y="2002390"/>
                </a:lnTo>
                <a:lnTo>
                  <a:pt x="5042161" y="1716748"/>
                </a:lnTo>
                <a:close/>
                <a:moveTo>
                  <a:pt x="5171605" y="1855750"/>
                </a:moveTo>
                <a:cubicBezTo>
                  <a:pt x="5203241" y="1855750"/>
                  <a:pt x="5220653" y="1839932"/>
                  <a:pt x="5220653" y="1816189"/>
                </a:cubicBezTo>
                <a:cubicBezTo>
                  <a:pt x="5220653" y="1791176"/>
                  <a:pt x="5201419" y="1776819"/>
                  <a:pt x="5171605" y="1776819"/>
                </a:cubicBezTo>
                <a:lnTo>
                  <a:pt x="5111522" y="1776819"/>
                </a:lnTo>
                <a:lnTo>
                  <a:pt x="5111522" y="1855756"/>
                </a:lnTo>
                <a:lnTo>
                  <a:pt x="5171605" y="1855756"/>
                </a:lnTo>
                <a:close/>
              </a:path>
            </a:pathLst>
          </a:custGeom>
          <a:solidFill>
            <a:schemeClr val="tx1"/>
          </a:solidFill>
          <a:ln w="6350" cap="flat">
            <a:noFill/>
            <a:prstDash val="solid"/>
            <a:miter/>
          </a:ln>
        </p:spPr>
        <p:txBody>
          <a:bodyPr rtlCol="0" anchor="ctr"/>
          <a:lstStyle/>
          <a:p>
            <a:endParaRPr lang="en-US" sz="1800"/>
          </a:p>
        </p:txBody>
      </p:sp>
    </p:spTree>
    <p:extLst>
      <p:ext uri="{BB962C8B-B14F-4D97-AF65-F5344CB8AC3E}">
        <p14:creationId xmlns:p14="http://schemas.microsoft.com/office/powerpoint/2010/main" val="2458020214"/>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3986" r:id="rId19"/>
    <p:sldLayoutId id="2147483987" r:id="rId20"/>
    <p:sldLayoutId id="2147483988" r:id="rId21"/>
    <p:sldLayoutId id="2147483989" r:id="rId22"/>
    <p:sldLayoutId id="2147483990" r:id="rId23"/>
    <p:sldLayoutId id="2147483991" r:id="rId24"/>
    <p:sldLayoutId id="2147483992" r:id="rId25"/>
    <p:sldLayoutId id="2147483993" r:id="rId26"/>
    <p:sldLayoutId id="2147483994" r:id="rId27"/>
    <p:sldLayoutId id="2147483995" r:id="rId28"/>
    <p:sldLayoutId id="2147483996" r:id="rId29"/>
    <p:sldLayoutId id="2147483997" r:id="rId30"/>
    <p:sldLayoutId id="2147483998" r:id="rId31"/>
    <p:sldLayoutId id="2147483999" r:id="rId32"/>
    <p:sldLayoutId id="2147484000" r:id="rId33"/>
    <p:sldLayoutId id="2147484001" r:id="rId34"/>
    <p:sldLayoutId id="2147484002" r:id="rId35"/>
    <p:sldLayoutId id="2147484003" r:id="rId36"/>
    <p:sldLayoutId id="2147484004" r:id="rId37"/>
    <p:sldLayoutId id="2147484005" r:id="rId38"/>
    <p:sldLayoutId id="2147484006" r:id="rId39"/>
    <p:sldLayoutId id="2147484007" r:id="rId40"/>
    <p:sldLayoutId id="2147484008" r:id="rId41"/>
    <p:sldLayoutId id="2147484009" r:id="rId42"/>
    <p:sldLayoutId id="2147484010" r:id="rId43"/>
    <p:sldLayoutId id="2147484011" r:id="rId44"/>
    <p:sldLayoutId id="2147484012" r:id="rId45"/>
  </p:sldLayoutIdLst>
  <p:hf sldNum="0" hdr="0" dt="0"/>
  <p:txStyles>
    <p:titleStyle>
      <a:lvl1pPr algn="l" defTabSz="6858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900"/>
        </a:spcBef>
        <a:buFont typeface="Arial" panose="020B0604020202020204" pitchFamily="34" charset="0"/>
        <a:buNone/>
        <a:defRPr sz="1400" b="0" kern="1200">
          <a:solidFill>
            <a:schemeClr val="tx1"/>
          </a:solidFill>
          <a:latin typeface="+mn-lt"/>
          <a:ea typeface="+mn-ea"/>
          <a:cs typeface="+mn-cs"/>
        </a:defRPr>
      </a:lvl1pPr>
      <a:lvl2pPr marL="137160" indent="-137160" algn="l" defTabSz="685800" rtl="0" eaLnBrk="1" latinLnBrk="0" hangingPunct="1">
        <a:lnSpc>
          <a:spcPct val="100000"/>
        </a:lnSpc>
        <a:spcBef>
          <a:spcPts val="450"/>
        </a:spcBef>
        <a:buFont typeface="Arial" panose="020B0604020202020204" pitchFamily="34" charset="0"/>
        <a:buChar char="•"/>
        <a:defRPr sz="1400" kern="1200">
          <a:solidFill>
            <a:schemeClr val="tx1"/>
          </a:solidFill>
          <a:latin typeface="+mn-lt"/>
          <a:ea typeface="+mn-ea"/>
          <a:cs typeface="+mn-cs"/>
        </a:defRPr>
      </a:lvl2pPr>
      <a:lvl3pPr marL="274320" indent="-137160" algn="l" defTabSz="685800" rtl="0" eaLnBrk="1" latinLnBrk="0" hangingPunct="1">
        <a:lnSpc>
          <a:spcPct val="100000"/>
        </a:lnSpc>
        <a:spcBef>
          <a:spcPts val="450"/>
        </a:spcBef>
        <a:buFont typeface="Arial" panose="020B0604020202020204" pitchFamily="34" charset="0"/>
        <a:buChar char="–"/>
        <a:defRPr sz="1200" kern="1200">
          <a:solidFill>
            <a:schemeClr val="tx1"/>
          </a:solidFill>
          <a:latin typeface="+mn-lt"/>
          <a:ea typeface="+mn-ea"/>
          <a:cs typeface="+mn-cs"/>
        </a:defRPr>
      </a:lvl3pPr>
      <a:lvl4pPr marL="411480" indent="-137160" algn="l" defTabSz="685800" rtl="0" eaLnBrk="1" latinLnBrk="0" hangingPunct="1">
        <a:lnSpc>
          <a:spcPct val="100000"/>
        </a:lnSpc>
        <a:spcBef>
          <a:spcPts val="450"/>
        </a:spcBef>
        <a:buFont typeface="Arial" panose="020B0604020202020204" pitchFamily="34" charset="0"/>
        <a:buChar char="•"/>
        <a:defRPr sz="1100" kern="1200">
          <a:solidFill>
            <a:schemeClr val="tx1"/>
          </a:solidFill>
          <a:latin typeface="+mn-lt"/>
          <a:ea typeface="+mn-ea"/>
          <a:cs typeface="+mn-cs"/>
        </a:defRPr>
      </a:lvl4pPr>
      <a:lvl5pPr marL="548640" indent="-137160" algn="l" defTabSz="685800" rtl="0" eaLnBrk="1" latinLnBrk="0" hangingPunct="1">
        <a:lnSpc>
          <a:spcPct val="100000"/>
        </a:lnSpc>
        <a:spcBef>
          <a:spcPts val="450"/>
        </a:spcBef>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1">
          <p15:clr>
            <a:srgbClr val="A4A3A4"/>
          </p15:clr>
        </p15:guide>
        <p15:guide id="4" pos="5500">
          <p15:clr>
            <a:srgbClr val="A4A3A4"/>
          </p15:clr>
        </p15:guide>
        <p15:guide id="5" orient="horz" pos="4136">
          <p15:clr>
            <a:srgbClr val="A4A3A4"/>
          </p15:clr>
        </p15:guide>
        <p15:guide id="6" pos="1439">
          <p15:clr>
            <a:srgbClr val="5ACBF0"/>
          </p15:clr>
        </p15:guide>
        <p15:guide id="7" pos="1611">
          <p15:clr>
            <a:srgbClr val="5ACBF0"/>
          </p15:clr>
        </p15:guide>
        <p15:guide id="8" pos="2792">
          <p15:clr>
            <a:srgbClr val="5ACBF0"/>
          </p15:clr>
        </p15:guide>
        <p15:guide id="9" pos="2968">
          <p15:clr>
            <a:srgbClr val="5ACBF0"/>
          </p15:clr>
        </p15:guide>
        <p15:guide id="10" pos="4323">
          <p15:clr>
            <a:srgbClr val="5ACBF0"/>
          </p15:clr>
        </p15:guide>
        <p15:guide id="11" pos="4148">
          <p15:clr>
            <a:srgbClr val="5ACBF0"/>
          </p15:clr>
        </p15:guide>
        <p15:guide id="12" pos="1889">
          <p15:clr>
            <a:srgbClr val="9FCC3B"/>
          </p15:clr>
        </p15:guide>
        <p15:guide id="13" pos="2060">
          <p15:clr>
            <a:srgbClr val="9FCC3B"/>
          </p15:clr>
        </p15:guide>
        <p15:guide id="14" pos="3873">
          <p15:clr>
            <a:srgbClr val="9FCC3B"/>
          </p15:clr>
        </p15:guide>
        <p15:guide id="15" pos="3700">
          <p15:clr>
            <a:srgbClr val="9FCC3B"/>
          </p15:clr>
        </p15:guide>
        <p15:guide id="16" orient="horz" pos="287">
          <p15:clr>
            <a:srgbClr val="A4A3A4"/>
          </p15:clr>
        </p15:guide>
        <p15:guide id="17" orient="horz" pos="755">
          <p15:clr>
            <a:srgbClr val="A4A3A4"/>
          </p15:clr>
        </p15:guide>
        <p15:guide id="18" orient="horz" pos="2406">
          <p15:clr>
            <a:srgbClr val="A4A3A4"/>
          </p15:clr>
        </p15:guide>
        <p15:guide id="19" orient="horz" pos="3888">
          <p15:clr>
            <a:srgbClr val="A4A3A4"/>
          </p15:clr>
        </p15:guide>
        <p15:guide id="20" orient="horz" pos="1088">
          <p15:clr>
            <a:srgbClr val="A4A3A4"/>
          </p15:clr>
        </p15:guide>
        <p15:guide id="21" pos="2880">
          <p15:clr>
            <a:srgbClr val="A4A3A4"/>
          </p15:clr>
        </p15:guide>
        <p15:guide id="22" orient="horz" pos="47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microsoft.com/office/2018/10/relationships/comments" Target="../comments/modernComment_7FFFFFF7_6E14D13D.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microsoft.com/office/2018/10/relationships/comments" Target="../comments/modernComment_7FFFFFFB_3EDE37C7.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microsoft.com/office/2018/10/relationships/comments" Target="../comments/modernComment_7FFFFFFE_43127EA8.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45.xml"/><Relationship Id="rId4" Type="http://schemas.openxmlformats.org/officeDocument/2006/relationships/image" Target="../media/image3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microsoft.com/office/2018/10/relationships/comments" Target="../comments/modernComment_114_1EF15FF0.xml"/><Relationship Id="rId7" Type="http://schemas.openxmlformats.org/officeDocument/2006/relationships/image" Target="../media/image39.svg"/><Relationship Id="rId12" Type="http://schemas.openxmlformats.org/officeDocument/2006/relationships/image" Target="../media/image44.emf"/><Relationship Id="rId2" Type="http://schemas.openxmlformats.org/officeDocument/2006/relationships/notesSlide" Target="../notesSlides/notesSlide1.xml"/><Relationship Id="rId1" Type="http://schemas.openxmlformats.org/officeDocument/2006/relationships/slideLayout" Target="../slideLayouts/slideLayout49.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CDA0_139AD012.xml"/><Relationship Id="rId7"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4E6624D-F296-B0A0-5355-0B353F0F4B74}"/>
              </a:ext>
            </a:extLst>
          </p:cNvPr>
          <p:cNvSpPr>
            <a:spLocks noGrp="1"/>
          </p:cNvSpPr>
          <p:nvPr>
            <p:ph type="ftr" sz="quarter" idx="11"/>
          </p:nvPr>
        </p:nvSpPr>
        <p:spPr/>
        <p:txBody>
          <a:bodyPr/>
          <a:lstStyle/>
          <a:p>
            <a:r>
              <a:rPr lang="en-US" noProof="0"/>
              <a:t>© 2025 Equinix, Inc.</a:t>
            </a:r>
          </a:p>
        </p:txBody>
      </p:sp>
      <p:sp>
        <p:nvSpPr>
          <p:cNvPr id="3" name="Title 2">
            <a:extLst>
              <a:ext uri="{FF2B5EF4-FFF2-40B4-BE49-F238E27FC236}">
                <a16:creationId xmlns:a16="http://schemas.microsoft.com/office/drawing/2014/main" id="{71FAB517-4FEC-70A1-ED5E-721F1A76A467}"/>
              </a:ext>
            </a:extLst>
          </p:cNvPr>
          <p:cNvSpPr>
            <a:spLocks noGrp="1"/>
          </p:cNvSpPr>
          <p:nvPr>
            <p:ph type="ctrTitle"/>
          </p:nvPr>
        </p:nvSpPr>
        <p:spPr/>
        <p:txBody>
          <a:bodyPr/>
          <a:lstStyle/>
          <a:p>
            <a:r>
              <a:rPr lang="en-US" noProof="0"/>
              <a:t>Account Data Model</a:t>
            </a:r>
          </a:p>
        </p:txBody>
      </p:sp>
      <p:sp>
        <p:nvSpPr>
          <p:cNvPr id="4" name="Subtitle 3">
            <a:extLst>
              <a:ext uri="{FF2B5EF4-FFF2-40B4-BE49-F238E27FC236}">
                <a16:creationId xmlns:a16="http://schemas.microsoft.com/office/drawing/2014/main" id="{74ECE717-B025-2E69-39E6-D61624F1ACE2}"/>
              </a:ext>
            </a:extLst>
          </p:cNvPr>
          <p:cNvSpPr>
            <a:spLocks noGrp="1"/>
          </p:cNvSpPr>
          <p:nvPr>
            <p:ph type="subTitle" idx="1"/>
          </p:nvPr>
        </p:nvSpPr>
        <p:spPr/>
        <p:txBody>
          <a:bodyPr/>
          <a:lstStyle/>
          <a:p>
            <a:pPr algn="l">
              <a:spcBef>
                <a:spcPts val="300"/>
              </a:spcBef>
              <a:spcAft>
                <a:spcPts val="300"/>
              </a:spcAft>
            </a:pPr>
            <a:r>
              <a:rPr lang="en-US" b="1" i="0">
                <a:effectLst/>
                <a:latin typeface="Segoe Sans"/>
              </a:rPr>
              <a:t>Build the foundation for tomorrow</a:t>
            </a:r>
            <a:endParaRPr lang="en-US" b="0" i="0">
              <a:effectLst/>
              <a:latin typeface="Segoe Sans"/>
            </a:endParaRPr>
          </a:p>
        </p:txBody>
      </p:sp>
      <p:sp>
        <p:nvSpPr>
          <p:cNvPr id="5" name="Text Placeholder 4">
            <a:extLst>
              <a:ext uri="{FF2B5EF4-FFF2-40B4-BE49-F238E27FC236}">
                <a16:creationId xmlns:a16="http://schemas.microsoft.com/office/drawing/2014/main" id="{2B92E92D-6666-2C05-4174-31810BE9A418}"/>
              </a:ext>
            </a:extLst>
          </p:cNvPr>
          <p:cNvSpPr>
            <a:spLocks noGrp="1"/>
          </p:cNvSpPr>
          <p:nvPr>
            <p:ph type="body" sz="quarter" idx="12"/>
          </p:nvPr>
        </p:nvSpPr>
        <p:spPr/>
        <p:txBody>
          <a:bodyPr/>
          <a:lstStyle/>
          <a:p>
            <a:r>
              <a:rPr lang="en-US" noProof="0"/>
              <a:t>Karthick Punyakoteeswaran</a:t>
            </a:r>
          </a:p>
        </p:txBody>
      </p:sp>
    </p:spTree>
    <p:extLst>
      <p:ext uri="{BB962C8B-B14F-4D97-AF65-F5344CB8AC3E}">
        <p14:creationId xmlns:p14="http://schemas.microsoft.com/office/powerpoint/2010/main" val="1330963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33D6319-923D-C735-E533-29F2C1D8E755}"/>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E5F30064-16C3-4445-6266-9F31F672AB3A}"/>
              </a:ext>
            </a:extLst>
          </p:cNvPr>
          <p:cNvSpPr>
            <a:spLocks noGrp="1"/>
          </p:cNvSpPr>
          <p:nvPr>
            <p:ph type="sldNum" sz="quarter" idx="12"/>
          </p:nvPr>
        </p:nvSpPr>
        <p:spPr/>
        <p:txBody>
          <a:bodyPr/>
          <a:lstStyle/>
          <a:p>
            <a:fld id="{F8A89D12-4F33-44AF-85FC-689FEAF79A41}" type="slidenum">
              <a:rPr lang="en-US" smtClean="0"/>
              <a:t>2</a:t>
            </a:fld>
            <a:endParaRPr lang="en-US"/>
          </a:p>
        </p:txBody>
      </p:sp>
      <p:sp>
        <p:nvSpPr>
          <p:cNvPr id="4" name="Title 3">
            <a:extLst>
              <a:ext uri="{FF2B5EF4-FFF2-40B4-BE49-F238E27FC236}">
                <a16:creationId xmlns:a16="http://schemas.microsoft.com/office/drawing/2014/main" id="{59879079-C299-40E6-E00E-9D21EDA64D05}"/>
              </a:ext>
            </a:extLst>
          </p:cNvPr>
          <p:cNvSpPr>
            <a:spLocks noGrp="1"/>
          </p:cNvSpPr>
          <p:nvPr>
            <p:ph type="title"/>
          </p:nvPr>
        </p:nvSpPr>
        <p:spPr/>
        <p:txBody>
          <a:bodyPr/>
          <a:lstStyle/>
          <a:p>
            <a:r>
              <a:rPr lang="en-US"/>
              <a:t>Agenda</a:t>
            </a:r>
          </a:p>
        </p:txBody>
      </p:sp>
      <p:sp>
        <p:nvSpPr>
          <p:cNvPr id="6" name="Content Placeholder 5">
            <a:extLst>
              <a:ext uri="{FF2B5EF4-FFF2-40B4-BE49-F238E27FC236}">
                <a16:creationId xmlns:a16="http://schemas.microsoft.com/office/drawing/2014/main" id="{554AE246-FC1B-91F4-08D9-274239C96E28}"/>
              </a:ext>
            </a:extLst>
          </p:cNvPr>
          <p:cNvSpPr>
            <a:spLocks noGrp="1"/>
          </p:cNvSpPr>
          <p:nvPr>
            <p:ph sz="quarter" idx="14"/>
          </p:nvPr>
        </p:nvSpPr>
        <p:spPr/>
        <p:txBody>
          <a:bodyPr/>
          <a:lstStyle/>
          <a:p>
            <a:pPr marL="285750" indent="-285750">
              <a:buFont typeface="Arial" panose="020B0604020202020204" pitchFamily="34" charset="0"/>
              <a:buChar char="•"/>
            </a:pPr>
            <a:r>
              <a:rPr lang="en-US"/>
              <a:t>Quick recap of the Current Account vs the Legal Entity model</a:t>
            </a:r>
          </a:p>
          <a:p>
            <a:pPr marL="285750" indent="-285750">
              <a:buFont typeface="Arial" panose="020B0604020202020204" pitchFamily="34" charset="0"/>
              <a:buChar char="•"/>
            </a:pPr>
            <a:r>
              <a:rPr lang="en-US"/>
              <a:t>Invoice Account and how it is different for LTC</a:t>
            </a:r>
          </a:p>
          <a:p>
            <a:pPr marL="285750" indent="-285750">
              <a:buFont typeface="Arial" panose="020B0604020202020204" pitchFamily="34" charset="0"/>
              <a:buChar char="•"/>
            </a:pPr>
            <a:r>
              <a:rPr lang="en-US"/>
              <a:t>Legal Entity attributes defined in Steel thread</a:t>
            </a:r>
          </a:p>
          <a:p>
            <a:pPr marL="285750" indent="-285750">
              <a:buFont typeface="Arial" panose="020B0604020202020204" pitchFamily="34" charset="0"/>
              <a:buChar char="•"/>
            </a:pPr>
            <a:r>
              <a:rPr lang="en-US"/>
              <a:t>Billing Account attributes mastered in Oracle that will move to Invoice account</a:t>
            </a:r>
          </a:p>
          <a:p>
            <a:pPr marL="285750" indent="-285750">
              <a:buFont typeface="Arial" panose="020B0604020202020204" pitchFamily="34" charset="0"/>
              <a:buChar char="•"/>
            </a:pPr>
            <a:r>
              <a:rPr lang="en-US"/>
              <a:t>How to navigate the account attributes Excel and mark usage by domains</a:t>
            </a:r>
          </a:p>
          <a:p>
            <a:pPr marL="285750" indent="-285750">
              <a:buFont typeface="Arial" panose="020B0604020202020204" pitchFamily="34" charset="0"/>
              <a:buChar char="•"/>
            </a:pPr>
            <a:r>
              <a:rPr lang="en-US"/>
              <a:t>Use cases that domain teams think will be impacted for their process (capture in Miro)</a:t>
            </a:r>
          </a:p>
          <a:p>
            <a:pPr marL="285750" indent="-285750">
              <a:buFont typeface="Arial" panose="020B0604020202020204" pitchFamily="34" charset="0"/>
              <a:buChar char="•"/>
            </a:pPr>
            <a:r>
              <a:rPr lang="en-US"/>
              <a:t>Partner Scenario – IF time permits will schedule dedicated session with partner team if not covered</a:t>
            </a:r>
          </a:p>
          <a:p>
            <a:pPr marL="285750" indent="-285750">
              <a:buFont typeface="Arial" panose="020B0604020202020204" pitchFamily="34" charset="0"/>
              <a:buChar char="•"/>
            </a:pPr>
            <a:endParaRPr lang="en-US"/>
          </a:p>
        </p:txBody>
      </p:sp>
      <p:sp>
        <p:nvSpPr>
          <p:cNvPr id="7" name="Date Placeholder 6">
            <a:extLst>
              <a:ext uri="{FF2B5EF4-FFF2-40B4-BE49-F238E27FC236}">
                <a16:creationId xmlns:a16="http://schemas.microsoft.com/office/drawing/2014/main" id="{D4E48564-0656-F886-D015-D37E22EB35AD}"/>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3749697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2F3759-099E-4D5A-71AC-B9264019E89E}"/>
              </a:ext>
            </a:extLst>
          </p:cNvPr>
          <p:cNvSpPr>
            <a:spLocks noGrp="1"/>
          </p:cNvSpPr>
          <p:nvPr>
            <p:ph type="ftr" sz="quarter" idx="11"/>
          </p:nvPr>
        </p:nvSpPr>
        <p:spPr/>
        <p:txBody>
          <a:bodyPr/>
          <a:lstStyle/>
          <a:p>
            <a:r>
              <a:rPr lang="en-US"/>
              <a:t>© 2024 Equinix, Inc.</a:t>
            </a:r>
          </a:p>
        </p:txBody>
      </p:sp>
      <p:sp>
        <p:nvSpPr>
          <p:cNvPr id="3" name="Slide Number Placeholder 2">
            <a:extLst>
              <a:ext uri="{FF2B5EF4-FFF2-40B4-BE49-F238E27FC236}">
                <a16:creationId xmlns:a16="http://schemas.microsoft.com/office/drawing/2014/main" id="{850EF055-B5F9-F1D7-EAD2-749C1CAE7F6A}"/>
              </a:ext>
            </a:extLst>
          </p:cNvPr>
          <p:cNvSpPr>
            <a:spLocks noGrp="1"/>
          </p:cNvSpPr>
          <p:nvPr>
            <p:ph type="sldNum" sz="quarter" idx="12"/>
          </p:nvPr>
        </p:nvSpPr>
        <p:spPr/>
        <p:txBody>
          <a:bodyPr/>
          <a:lstStyle/>
          <a:p>
            <a:fld id="{F8A89D12-4F33-44AF-85FC-689FEAF79A41}" type="slidenum">
              <a:rPr lang="en-US" smtClean="0"/>
              <a:t>3</a:t>
            </a:fld>
            <a:endParaRPr lang="en-US"/>
          </a:p>
        </p:txBody>
      </p:sp>
      <p:sp>
        <p:nvSpPr>
          <p:cNvPr id="4" name="Title 3">
            <a:extLst>
              <a:ext uri="{FF2B5EF4-FFF2-40B4-BE49-F238E27FC236}">
                <a16:creationId xmlns:a16="http://schemas.microsoft.com/office/drawing/2014/main" id="{5078CF04-F94E-33A4-0FA1-F312E69BBB05}"/>
              </a:ext>
            </a:extLst>
          </p:cNvPr>
          <p:cNvSpPr>
            <a:spLocks noGrp="1"/>
          </p:cNvSpPr>
          <p:nvPr>
            <p:ph type="title"/>
          </p:nvPr>
        </p:nvSpPr>
        <p:spPr/>
        <p:txBody>
          <a:bodyPr/>
          <a:lstStyle/>
          <a:p>
            <a:r>
              <a:rPr lang="en-US"/>
              <a:t>Key Changes for Data Model</a:t>
            </a:r>
          </a:p>
        </p:txBody>
      </p:sp>
      <p:graphicFrame>
        <p:nvGraphicFramePr>
          <p:cNvPr id="6" name="Content Placeholder 5">
            <a:extLst>
              <a:ext uri="{FF2B5EF4-FFF2-40B4-BE49-F238E27FC236}">
                <a16:creationId xmlns:a16="http://schemas.microsoft.com/office/drawing/2014/main" id="{CC98FDFB-A0C1-C6E2-6041-A6B115571452}"/>
              </a:ext>
            </a:extLst>
          </p:cNvPr>
          <p:cNvGraphicFramePr>
            <a:graphicFrameLocks noGrp="1"/>
          </p:cNvGraphicFramePr>
          <p:nvPr>
            <p:ph sz="quarter" idx="14"/>
            <p:extLst>
              <p:ext uri="{D42A27DB-BD31-4B8C-83A1-F6EECF244321}">
                <p14:modId xmlns:p14="http://schemas.microsoft.com/office/powerpoint/2010/main" val="3418385101"/>
              </p:ext>
            </p:extLst>
          </p:nvPr>
        </p:nvGraphicFramePr>
        <p:xfrm>
          <a:off x="552450" y="1586752"/>
          <a:ext cx="11088688" cy="4285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190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EA58-2A5F-E74B-A179-23EFD1292C1B}"/>
              </a:ext>
            </a:extLst>
          </p:cNvPr>
          <p:cNvSpPr>
            <a:spLocks noGrp="1"/>
          </p:cNvSpPr>
          <p:nvPr>
            <p:ph type="title"/>
          </p:nvPr>
        </p:nvSpPr>
        <p:spPr/>
        <p:txBody>
          <a:bodyPr/>
          <a:lstStyle/>
          <a:p>
            <a:r>
              <a:rPr lang="en-US"/>
              <a:t>Current State</a:t>
            </a:r>
          </a:p>
        </p:txBody>
      </p:sp>
      <p:sp>
        <p:nvSpPr>
          <p:cNvPr id="3" name="Text Placeholder 2">
            <a:extLst>
              <a:ext uri="{FF2B5EF4-FFF2-40B4-BE49-F238E27FC236}">
                <a16:creationId xmlns:a16="http://schemas.microsoft.com/office/drawing/2014/main" id="{3701201F-6686-752D-34BF-442CDD637207}"/>
              </a:ext>
            </a:extLst>
          </p:cNvPr>
          <p:cNvSpPr>
            <a:spLocks noGrp="1"/>
          </p:cNvSpPr>
          <p:nvPr>
            <p:ph type="body" sz="quarter" idx="15"/>
          </p:nvPr>
        </p:nvSpPr>
        <p:spPr/>
        <p:txBody>
          <a:bodyPr/>
          <a:lstStyle/>
          <a:p>
            <a:r>
              <a:rPr lang="en-US"/>
              <a:t>Equinix Customer Hierarchies</a:t>
            </a:r>
          </a:p>
        </p:txBody>
      </p:sp>
      <p:sp>
        <p:nvSpPr>
          <p:cNvPr id="4" name="TextBox 3">
            <a:extLst>
              <a:ext uri="{FF2B5EF4-FFF2-40B4-BE49-F238E27FC236}">
                <a16:creationId xmlns:a16="http://schemas.microsoft.com/office/drawing/2014/main" id="{95279367-238F-5F1A-B037-E4FD62CCE52F}"/>
              </a:ext>
            </a:extLst>
          </p:cNvPr>
          <p:cNvSpPr txBox="1"/>
          <p:nvPr/>
        </p:nvSpPr>
        <p:spPr>
          <a:xfrm>
            <a:off x="808229" y="1585816"/>
            <a:ext cx="2877541"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a:ln>
                  <a:noFill/>
                </a:ln>
                <a:solidFill>
                  <a:srgbClr val="043776"/>
                </a:solidFill>
                <a:effectLst/>
                <a:uLnTx/>
                <a:uFillTx/>
                <a:latin typeface="Arial"/>
                <a:ea typeface="+mn-ea"/>
                <a:cs typeface="+mn-cs"/>
              </a:rPr>
              <a:t>Sales hierarchy (Level 1 -5)</a:t>
            </a:r>
          </a:p>
        </p:txBody>
      </p:sp>
      <p:sp>
        <p:nvSpPr>
          <p:cNvPr id="5" name="TextBox 4">
            <a:extLst>
              <a:ext uri="{FF2B5EF4-FFF2-40B4-BE49-F238E27FC236}">
                <a16:creationId xmlns:a16="http://schemas.microsoft.com/office/drawing/2014/main" id="{A2C08069-0E11-10C3-688C-2042F48E6467}"/>
              </a:ext>
            </a:extLst>
          </p:cNvPr>
          <p:cNvSpPr txBox="1"/>
          <p:nvPr/>
        </p:nvSpPr>
        <p:spPr>
          <a:xfrm>
            <a:off x="7583752" y="1580885"/>
            <a:ext cx="2114821"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a:ln>
                  <a:noFill/>
                </a:ln>
                <a:solidFill>
                  <a:srgbClr val="043776"/>
                </a:solidFill>
                <a:effectLst/>
                <a:uLnTx/>
                <a:uFillTx/>
                <a:latin typeface="Arial"/>
                <a:ea typeface="+mn-ea"/>
                <a:cs typeface="+mn-cs"/>
              </a:rPr>
              <a:t>Billing hierarchy</a:t>
            </a:r>
          </a:p>
        </p:txBody>
      </p:sp>
      <p:cxnSp>
        <p:nvCxnSpPr>
          <p:cNvPr id="8" name="Straight Connector 7">
            <a:extLst>
              <a:ext uri="{FF2B5EF4-FFF2-40B4-BE49-F238E27FC236}">
                <a16:creationId xmlns:a16="http://schemas.microsoft.com/office/drawing/2014/main" id="{F30AA1F2-F692-2969-F611-13F915AE1DB3}"/>
              </a:ext>
            </a:extLst>
          </p:cNvPr>
          <p:cNvCxnSpPr>
            <a:cxnSpLocks/>
          </p:cNvCxnSpPr>
          <p:nvPr/>
        </p:nvCxnSpPr>
        <p:spPr>
          <a:xfrm>
            <a:off x="4997260" y="1378332"/>
            <a:ext cx="0" cy="5479668"/>
          </a:xfrm>
          <a:prstGeom prst="line">
            <a:avLst/>
          </a:prstGeom>
          <a:ln w="12700">
            <a:prstDash val="dash"/>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10" name="Rectangle 9">
            <a:extLst>
              <a:ext uri="{FF2B5EF4-FFF2-40B4-BE49-F238E27FC236}">
                <a16:creationId xmlns:a16="http://schemas.microsoft.com/office/drawing/2014/main" id="{533B694F-D7E4-FF0B-7263-93F86063636C}"/>
              </a:ext>
            </a:extLst>
          </p:cNvPr>
          <p:cNvSpPr/>
          <p:nvPr/>
        </p:nvSpPr>
        <p:spPr>
          <a:xfrm>
            <a:off x="834586" y="3403837"/>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Sale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2</a:t>
            </a:r>
          </a:p>
        </p:txBody>
      </p:sp>
      <p:sp>
        <p:nvSpPr>
          <p:cNvPr id="11" name="Rectangle 10">
            <a:extLst>
              <a:ext uri="{FF2B5EF4-FFF2-40B4-BE49-F238E27FC236}">
                <a16:creationId xmlns:a16="http://schemas.microsoft.com/office/drawing/2014/main" id="{C0EFAE76-C5AD-C408-F769-2C009F966CE2}"/>
              </a:ext>
            </a:extLst>
          </p:cNvPr>
          <p:cNvSpPr/>
          <p:nvPr/>
        </p:nvSpPr>
        <p:spPr>
          <a:xfrm>
            <a:off x="1256756" y="4036850"/>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Sale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3</a:t>
            </a:r>
          </a:p>
        </p:txBody>
      </p:sp>
      <p:sp>
        <p:nvSpPr>
          <p:cNvPr id="12" name="Rectangle 11">
            <a:extLst>
              <a:ext uri="{FF2B5EF4-FFF2-40B4-BE49-F238E27FC236}">
                <a16:creationId xmlns:a16="http://schemas.microsoft.com/office/drawing/2014/main" id="{07B89BE4-D6AE-D5FF-303C-5F583B1CCB1A}"/>
              </a:ext>
            </a:extLst>
          </p:cNvPr>
          <p:cNvSpPr/>
          <p:nvPr/>
        </p:nvSpPr>
        <p:spPr>
          <a:xfrm>
            <a:off x="1618257" y="4669863"/>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Sale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4</a:t>
            </a:r>
          </a:p>
        </p:txBody>
      </p:sp>
      <p:sp>
        <p:nvSpPr>
          <p:cNvPr id="13" name="Rectangle 12">
            <a:extLst>
              <a:ext uri="{FF2B5EF4-FFF2-40B4-BE49-F238E27FC236}">
                <a16:creationId xmlns:a16="http://schemas.microsoft.com/office/drawing/2014/main" id="{BB1E540F-F3FB-54BE-6064-F83D2CD5BD31}"/>
              </a:ext>
            </a:extLst>
          </p:cNvPr>
          <p:cNvSpPr/>
          <p:nvPr/>
        </p:nvSpPr>
        <p:spPr>
          <a:xfrm>
            <a:off x="1997809" y="5302876"/>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Sale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5</a:t>
            </a:r>
          </a:p>
        </p:txBody>
      </p:sp>
      <p:sp>
        <p:nvSpPr>
          <p:cNvPr id="14" name="Rectangle 13">
            <a:extLst>
              <a:ext uri="{FF2B5EF4-FFF2-40B4-BE49-F238E27FC236}">
                <a16:creationId xmlns:a16="http://schemas.microsoft.com/office/drawing/2014/main" id="{27179EAB-D74E-3350-E520-CD9F20398D32}"/>
              </a:ext>
            </a:extLst>
          </p:cNvPr>
          <p:cNvSpPr/>
          <p:nvPr/>
        </p:nvSpPr>
        <p:spPr>
          <a:xfrm>
            <a:off x="515703" y="2770824"/>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Sale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1</a:t>
            </a:r>
          </a:p>
        </p:txBody>
      </p:sp>
      <p:cxnSp>
        <p:nvCxnSpPr>
          <p:cNvPr id="16" name="Connector: Elbow 15">
            <a:extLst>
              <a:ext uri="{FF2B5EF4-FFF2-40B4-BE49-F238E27FC236}">
                <a16:creationId xmlns:a16="http://schemas.microsoft.com/office/drawing/2014/main" id="{1825A479-DE0F-9A0F-E73F-3B25DF5FD33A}"/>
              </a:ext>
            </a:extLst>
          </p:cNvPr>
          <p:cNvCxnSpPr>
            <a:cxnSpLocks/>
            <a:stCxn id="14" idx="2"/>
            <a:endCxn id="10" idx="0"/>
          </p:cNvCxnSpPr>
          <p:nvPr/>
        </p:nvCxnSpPr>
        <p:spPr>
          <a:xfrm rot="16200000" flipH="1">
            <a:off x="1251551" y="3135903"/>
            <a:ext cx="216983" cy="318883"/>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18" name="Connector: Elbow 17">
            <a:extLst>
              <a:ext uri="{FF2B5EF4-FFF2-40B4-BE49-F238E27FC236}">
                <a16:creationId xmlns:a16="http://schemas.microsoft.com/office/drawing/2014/main" id="{BADFC07C-1135-7C49-E72C-E63C0E72F555}"/>
              </a:ext>
            </a:extLst>
          </p:cNvPr>
          <p:cNvCxnSpPr>
            <a:cxnSpLocks/>
            <a:stCxn id="10" idx="2"/>
            <a:endCxn id="11" idx="0"/>
          </p:cNvCxnSpPr>
          <p:nvPr/>
        </p:nvCxnSpPr>
        <p:spPr>
          <a:xfrm rot="16200000" flipH="1">
            <a:off x="1622078" y="3717273"/>
            <a:ext cx="216983" cy="422170"/>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20" name="Connector: Elbow 19">
            <a:extLst>
              <a:ext uri="{FF2B5EF4-FFF2-40B4-BE49-F238E27FC236}">
                <a16:creationId xmlns:a16="http://schemas.microsoft.com/office/drawing/2014/main" id="{03E216D3-E0AF-72CC-C05E-70B2F0E5D991}"/>
              </a:ext>
            </a:extLst>
          </p:cNvPr>
          <p:cNvCxnSpPr>
            <a:cxnSpLocks/>
            <a:stCxn id="11" idx="2"/>
            <a:endCxn id="12" idx="0"/>
          </p:cNvCxnSpPr>
          <p:nvPr/>
        </p:nvCxnSpPr>
        <p:spPr>
          <a:xfrm rot="16200000" flipH="1">
            <a:off x="2013913" y="4380620"/>
            <a:ext cx="216983" cy="361501"/>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22" name="Connector: Elbow 21">
            <a:extLst>
              <a:ext uri="{FF2B5EF4-FFF2-40B4-BE49-F238E27FC236}">
                <a16:creationId xmlns:a16="http://schemas.microsoft.com/office/drawing/2014/main" id="{4465E651-B9C7-C13B-6C78-EA9884CDAE5E}"/>
              </a:ext>
            </a:extLst>
          </p:cNvPr>
          <p:cNvCxnSpPr>
            <a:cxnSpLocks/>
            <a:stCxn id="12" idx="2"/>
            <a:endCxn id="13" idx="0"/>
          </p:cNvCxnSpPr>
          <p:nvPr/>
        </p:nvCxnSpPr>
        <p:spPr>
          <a:xfrm rot="16200000" flipH="1">
            <a:off x="2384440" y="5004608"/>
            <a:ext cx="216983" cy="379552"/>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3" name="TextBox 22">
            <a:extLst>
              <a:ext uri="{FF2B5EF4-FFF2-40B4-BE49-F238E27FC236}">
                <a16:creationId xmlns:a16="http://schemas.microsoft.com/office/drawing/2014/main" id="{8E57EB8D-7D2D-09B1-087C-4D2468B41C1B}"/>
              </a:ext>
            </a:extLst>
          </p:cNvPr>
          <p:cNvSpPr txBox="1"/>
          <p:nvPr/>
        </p:nvSpPr>
        <p:spPr>
          <a:xfrm>
            <a:off x="1402179" y="2630255"/>
            <a:ext cx="1191259"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Count - 9973</a:t>
            </a:r>
          </a:p>
        </p:txBody>
      </p:sp>
      <p:sp>
        <p:nvSpPr>
          <p:cNvPr id="24" name="TextBox 23">
            <a:extLst>
              <a:ext uri="{FF2B5EF4-FFF2-40B4-BE49-F238E27FC236}">
                <a16:creationId xmlns:a16="http://schemas.microsoft.com/office/drawing/2014/main" id="{10B96392-BA6E-A5FB-C35B-47F5C98F3F8E}"/>
              </a:ext>
            </a:extLst>
          </p:cNvPr>
          <p:cNvSpPr txBox="1"/>
          <p:nvPr/>
        </p:nvSpPr>
        <p:spPr>
          <a:xfrm>
            <a:off x="1686535" y="3256483"/>
            <a:ext cx="790583"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Count - 9520</a:t>
            </a:r>
          </a:p>
        </p:txBody>
      </p:sp>
      <p:sp>
        <p:nvSpPr>
          <p:cNvPr id="25" name="TextBox 24">
            <a:extLst>
              <a:ext uri="{FF2B5EF4-FFF2-40B4-BE49-F238E27FC236}">
                <a16:creationId xmlns:a16="http://schemas.microsoft.com/office/drawing/2014/main" id="{6899598F-0766-4F0D-CA1C-D96891B38199}"/>
              </a:ext>
            </a:extLst>
          </p:cNvPr>
          <p:cNvSpPr txBox="1"/>
          <p:nvPr/>
        </p:nvSpPr>
        <p:spPr>
          <a:xfrm>
            <a:off x="2077083" y="3875266"/>
            <a:ext cx="878518"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Count - 730</a:t>
            </a:r>
          </a:p>
        </p:txBody>
      </p:sp>
      <p:sp>
        <p:nvSpPr>
          <p:cNvPr id="26" name="TextBox 25">
            <a:extLst>
              <a:ext uri="{FF2B5EF4-FFF2-40B4-BE49-F238E27FC236}">
                <a16:creationId xmlns:a16="http://schemas.microsoft.com/office/drawing/2014/main" id="{67B2938C-0D31-E73C-5D27-42249270580B}"/>
              </a:ext>
            </a:extLst>
          </p:cNvPr>
          <p:cNvSpPr txBox="1"/>
          <p:nvPr/>
        </p:nvSpPr>
        <p:spPr>
          <a:xfrm>
            <a:off x="2601288" y="4499311"/>
            <a:ext cx="776401"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Count - 4</a:t>
            </a:r>
          </a:p>
        </p:txBody>
      </p:sp>
      <p:sp>
        <p:nvSpPr>
          <p:cNvPr id="27" name="TextBox 26">
            <a:extLst>
              <a:ext uri="{FF2B5EF4-FFF2-40B4-BE49-F238E27FC236}">
                <a16:creationId xmlns:a16="http://schemas.microsoft.com/office/drawing/2014/main" id="{FBCF85BE-E8B2-0A64-4EC1-8C0330AD402B}"/>
              </a:ext>
            </a:extLst>
          </p:cNvPr>
          <p:cNvSpPr txBox="1"/>
          <p:nvPr/>
        </p:nvSpPr>
        <p:spPr>
          <a:xfrm>
            <a:off x="2876809" y="5129945"/>
            <a:ext cx="676821" cy="1615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Count - 3</a:t>
            </a:r>
          </a:p>
        </p:txBody>
      </p:sp>
      <p:sp>
        <p:nvSpPr>
          <p:cNvPr id="28" name="Rectangle 27">
            <a:extLst>
              <a:ext uri="{FF2B5EF4-FFF2-40B4-BE49-F238E27FC236}">
                <a16:creationId xmlns:a16="http://schemas.microsoft.com/office/drawing/2014/main" id="{CF312F2A-59F3-3310-D86F-7F11D79C56CC}"/>
              </a:ext>
            </a:extLst>
          </p:cNvPr>
          <p:cNvSpPr/>
          <p:nvPr/>
        </p:nvSpPr>
        <p:spPr>
          <a:xfrm>
            <a:off x="7223782" y="2935620"/>
            <a:ext cx="1252917"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Sales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1</a:t>
            </a:r>
          </a:p>
        </p:txBody>
      </p:sp>
      <p:sp>
        <p:nvSpPr>
          <p:cNvPr id="29" name="Rectangle 28">
            <a:extLst>
              <a:ext uri="{FF2B5EF4-FFF2-40B4-BE49-F238E27FC236}">
                <a16:creationId xmlns:a16="http://schemas.microsoft.com/office/drawing/2014/main" id="{74BB16CF-9DA5-9797-ED48-DA85B4224EF9}"/>
              </a:ext>
            </a:extLst>
          </p:cNvPr>
          <p:cNvSpPr/>
          <p:nvPr/>
        </p:nvSpPr>
        <p:spPr>
          <a:xfrm>
            <a:off x="5074018" y="3709743"/>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Billing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US)</a:t>
            </a:r>
          </a:p>
        </p:txBody>
      </p:sp>
      <p:sp>
        <p:nvSpPr>
          <p:cNvPr id="30" name="Rectangle 29">
            <a:extLst>
              <a:ext uri="{FF2B5EF4-FFF2-40B4-BE49-F238E27FC236}">
                <a16:creationId xmlns:a16="http://schemas.microsoft.com/office/drawing/2014/main" id="{0DF261C2-6E1D-2599-D59A-C8816DFB46B9}"/>
              </a:ext>
            </a:extLst>
          </p:cNvPr>
          <p:cNvSpPr/>
          <p:nvPr/>
        </p:nvSpPr>
        <p:spPr>
          <a:xfrm>
            <a:off x="6744339" y="3692643"/>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Billing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UK)</a:t>
            </a:r>
          </a:p>
        </p:txBody>
      </p:sp>
      <p:sp>
        <p:nvSpPr>
          <p:cNvPr id="31" name="Rectangle 30">
            <a:extLst>
              <a:ext uri="{FF2B5EF4-FFF2-40B4-BE49-F238E27FC236}">
                <a16:creationId xmlns:a16="http://schemas.microsoft.com/office/drawing/2014/main" id="{ABC1C6F3-943F-0BF5-78D9-028410D86ABA}"/>
              </a:ext>
            </a:extLst>
          </p:cNvPr>
          <p:cNvSpPr/>
          <p:nvPr/>
        </p:nvSpPr>
        <p:spPr>
          <a:xfrm>
            <a:off x="8549092" y="3710716"/>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Billing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NL)</a:t>
            </a:r>
          </a:p>
        </p:txBody>
      </p:sp>
      <p:sp>
        <p:nvSpPr>
          <p:cNvPr id="32" name="Rectangle 31">
            <a:extLst>
              <a:ext uri="{FF2B5EF4-FFF2-40B4-BE49-F238E27FC236}">
                <a16:creationId xmlns:a16="http://schemas.microsoft.com/office/drawing/2014/main" id="{E3A3AE13-1226-ACEB-1034-F7BD24092FAF}"/>
              </a:ext>
            </a:extLst>
          </p:cNvPr>
          <p:cNvSpPr/>
          <p:nvPr/>
        </p:nvSpPr>
        <p:spPr>
          <a:xfrm>
            <a:off x="10248376" y="3710716"/>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Billing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AUS)</a:t>
            </a:r>
          </a:p>
        </p:txBody>
      </p:sp>
      <p:cxnSp>
        <p:nvCxnSpPr>
          <p:cNvPr id="34" name="Connector: Elbow 33">
            <a:extLst>
              <a:ext uri="{FF2B5EF4-FFF2-40B4-BE49-F238E27FC236}">
                <a16:creationId xmlns:a16="http://schemas.microsoft.com/office/drawing/2014/main" id="{534515D3-E0AF-3F97-6885-549E0F326620}"/>
              </a:ext>
            </a:extLst>
          </p:cNvPr>
          <p:cNvCxnSpPr>
            <a:stCxn id="28" idx="2"/>
            <a:endCxn id="29" idx="0"/>
          </p:cNvCxnSpPr>
          <p:nvPr/>
        </p:nvCxnSpPr>
        <p:spPr>
          <a:xfrm rot="5400000">
            <a:off x="6596313" y="2455814"/>
            <a:ext cx="358093" cy="2149764"/>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36" name="Connector: Elbow 35">
            <a:extLst>
              <a:ext uri="{FF2B5EF4-FFF2-40B4-BE49-F238E27FC236}">
                <a16:creationId xmlns:a16="http://schemas.microsoft.com/office/drawing/2014/main" id="{81562613-BDFE-3ACF-CA9B-3380EAEEC41B}"/>
              </a:ext>
            </a:extLst>
          </p:cNvPr>
          <p:cNvCxnSpPr>
            <a:stCxn id="28" idx="2"/>
            <a:endCxn id="30" idx="0"/>
          </p:cNvCxnSpPr>
          <p:nvPr/>
        </p:nvCxnSpPr>
        <p:spPr>
          <a:xfrm rot="5400000">
            <a:off x="7440024" y="3282425"/>
            <a:ext cx="340993" cy="479443"/>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38" name="Connector: Elbow 37">
            <a:extLst>
              <a:ext uri="{FF2B5EF4-FFF2-40B4-BE49-F238E27FC236}">
                <a16:creationId xmlns:a16="http://schemas.microsoft.com/office/drawing/2014/main" id="{308EDFE5-368A-87E3-A090-DCC62DA58FD2}"/>
              </a:ext>
            </a:extLst>
          </p:cNvPr>
          <p:cNvCxnSpPr>
            <a:cxnSpLocks/>
            <a:stCxn id="28" idx="2"/>
            <a:endCxn id="31" idx="0"/>
          </p:cNvCxnSpPr>
          <p:nvPr/>
        </p:nvCxnSpPr>
        <p:spPr>
          <a:xfrm rot="16200000" flipH="1">
            <a:off x="8333363" y="2868528"/>
            <a:ext cx="359066" cy="1325310"/>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40" name="Connector: Elbow 39">
            <a:extLst>
              <a:ext uri="{FF2B5EF4-FFF2-40B4-BE49-F238E27FC236}">
                <a16:creationId xmlns:a16="http://schemas.microsoft.com/office/drawing/2014/main" id="{A83822EB-5737-12C8-D868-F5FB88FB50BC}"/>
              </a:ext>
            </a:extLst>
          </p:cNvPr>
          <p:cNvCxnSpPr>
            <a:cxnSpLocks/>
            <a:stCxn id="28" idx="2"/>
            <a:endCxn id="32" idx="0"/>
          </p:cNvCxnSpPr>
          <p:nvPr/>
        </p:nvCxnSpPr>
        <p:spPr>
          <a:xfrm rot="16200000" flipH="1">
            <a:off x="9183005" y="2018886"/>
            <a:ext cx="359066" cy="3024594"/>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sp>
        <p:nvSpPr>
          <p:cNvPr id="121" name="TextBox 120">
            <a:extLst>
              <a:ext uri="{FF2B5EF4-FFF2-40B4-BE49-F238E27FC236}">
                <a16:creationId xmlns:a16="http://schemas.microsoft.com/office/drawing/2014/main" id="{BC159D38-E42E-943D-AF48-6311FC5CDBDE}"/>
              </a:ext>
            </a:extLst>
          </p:cNvPr>
          <p:cNvSpPr txBox="1"/>
          <p:nvPr/>
        </p:nvSpPr>
        <p:spPr>
          <a:xfrm>
            <a:off x="476520" y="1978282"/>
            <a:ext cx="3670601"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43776"/>
                </a:solidFill>
                <a:effectLst/>
                <a:uLnTx/>
                <a:uFillTx/>
                <a:latin typeface="Arial"/>
                <a:ea typeface="+mn-ea"/>
                <a:cs typeface="+mn-cs"/>
              </a:rPr>
              <a:t>Sales Accounts are created by a centralized team based on the requests from Sales team after manual validation in SDFC</a:t>
            </a:r>
          </a:p>
        </p:txBody>
      </p:sp>
      <p:sp>
        <p:nvSpPr>
          <p:cNvPr id="122" name="TextBox 121">
            <a:extLst>
              <a:ext uri="{FF2B5EF4-FFF2-40B4-BE49-F238E27FC236}">
                <a16:creationId xmlns:a16="http://schemas.microsoft.com/office/drawing/2014/main" id="{E389CC42-0C85-45C9-CD5A-55E526A00EFC}"/>
              </a:ext>
            </a:extLst>
          </p:cNvPr>
          <p:cNvSpPr txBox="1"/>
          <p:nvPr/>
        </p:nvSpPr>
        <p:spPr>
          <a:xfrm>
            <a:off x="6492154" y="1973351"/>
            <a:ext cx="4274476" cy="507831"/>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i="1">
                <a:solidFill>
                  <a:srgbClr val="043776"/>
                </a:solidFill>
                <a:latin typeface="Arial"/>
              </a:rPr>
              <a:t>We have one Billing account per Country or at the minimum every Equinix Legal Entity that customer does business with.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1" u="none" strike="noStrike" kern="1200" cap="none" spc="0" normalizeH="0" baseline="0" noProof="0">
                <a:ln>
                  <a:noFill/>
                </a:ln>
                <a:solidFill>
                  <a:srgbClr val="043776"/>
                </a:solidFill>
                <a:effectLst/>
                <a:uLnTx/>
                <a:uFillTx/>
                <a:latin typeface="Arial"/>
                <a:ea typeface="+mn-ea"/>
                <a:cs typeface="+mn-cs"/>
              </a:rPr>
              <a:t>No restrictions o</a:t>
            </a:r>
            <a:r>
              <a:rPr lang="en-US" sz="1100" i="1">
                <a:solidFill>
                  <a:srgbClr val="043776"/>
                </a:solidFill>
                <a:latin typeface="Arial"/>
              </a:rPr>
              <a:t>n number of billing account creations</a:t>
            </a:r>
            <a:endParaRPr kumimoji="0" lang="en-US" sz="1100" b="0" i="1" u="none" strike="noStrike" kern="1200" cap="none" spc="0" normalizeH="0" baseline="0" noProof="0">
              <a:ln>
                <a:noFill/>
              </a:ln>
              <a:solidFill>
                <a:srgbClr val="043776"/>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9B651679-B994-7752-D92F-C8927481A10A}"/>
              </a:ext>
            </a:extLst>
          </p:cNvPr>
          <p:cNvSpPr/>
          <p:nvPr/>
        </p:nvSpPr>
        <p:spPr>
          <a:xfrm>
            <a:off x="5061206" y="4828934"/>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30</a:t>
            </a:r>
          </a:p>
          <a:p>
            <a:pPr algn="l"/>
            <a:r>
              <a:rPr lang="en-US" sz="800"/>
              <a:t>Currency Code – </a:t>
            </a:r>
            <a:r>
              <a:rPr lang="en-US" sz="800" b="1"/>
              <a:t>USD</a:t>
            </a:r>
          </a:p>
          <a:p>
            <a:r>
              <a:rPr lang="en-US" sz="800"/>
              <a:t>Preferred Document Language </a:t>
            </a:r>
            <a:r>
              <a:rPr lang="en-US" sz="800" b="1"/>
              <a:t>– English</a:t>
            </a:r>
          </a:p>
          <a:p>
            <a:r>
              <a:rPr lang="en-US" sz="800"/>
              <a:t>EQX OU – </a:t>
            </a:r>
            <a:r>
              <a:rPr lang="en-US" sz="800" b="1"/>
              <a:t>EQX LLC</a:t>
            </a:r>
          </a:p>
          <a:p>
            <a:r>
              <a:rPr lang="en-US" sz="800"/>
              <a:t>Billing Freq – Monthly</a:t>
            </a:r>
          </a:p>
          <a:p>
            <a:r>
              <a:rPr lang="en-US" sz="800"/>
              <a:t>Credit Hold – Y/N</a:t>
            </a:r>
          </a:p>
          <a:p>
            <a:endParaRPr lang="en-US" sz="800" b="1"/>
          </a:p>
        </p:txBody>
      </p:sp>
      <p:sp>
        <p:nvSpPr>
          <p:cNvPr id="41" name="Rectangle 40">
            <a:extLst>
              <a:ext uri="{FF2B5EF4-FFF2-40B4-BE49-F238E27FC236}">
                <a16:creationId xmlns:a16="http://schemas.microsoft.com/office/drawing/2014/main" id="{F3DC94EB-DEBC-945B-99F1-1121D0F4959D}"/>
              </a:ext>
            </a:extLst>
          </p:cNvPr>
          <p:cNvSpPr/>
          <p:nvPr/>
        </p:nvSpPr>
        <p:spPr>
          <a:xfrm>
            <a:off x="6736038" y="4831273"/>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60</a:t>
            </a:r>
          </a:p>
          <a:p>
            <a:pPr algn="l"/>
            <a:r>
              <a:rPr lang="en-US" sz="800"/>
              <a:t>Currency Code – </a:t>
            </a:r>
            <a:r>
              <a:rPr lang="en-US" sz="800" b="1"/>
              <a:t>GBP</a:t>
            </a:r>
          </a:p>
          <a:p>
            <a:r>
              <a:rPr lang="en-US" sz="800"/>
              <a:t>Preferred Document Language </a:t>
            </a:r>
            <a:r>
              <a:rPr lang="en-US" sz="800" b="1"/>
              <a:t>– English</a:t>
            </a:r>
          </a:p>
          <a:p>
            <a:r>
              <a:rPr lang="en-US" sz="800"/>
              <a:t>EQX OU – </a:t>
            </a:r>
            <a:r>
              <a:rPr lang="en-US" sz="800" b="1"/>
              <a:t>EQX UK</a:t>
            </a:r>
          </a:p>
          <a:p>
            <a:r>
              <a:rPr lang="en-US" sz="800"/>
              <a:t>Billing Freq – Quarterly</a:t>
            </a:r>
          </a:p>
          <a:p>
            <a:r>
              <a:rPr lang="en-US" sz="800"/>
              <a:t>Credit Hold – Y/N</a:t>
            </a:r>
          </a:p>
          <a:p>
            <a:endParaRPr lang="en-US" sz="800" b="1"/>
          </a:p>
        </p:txBody>
      </p:sp>
      <p:sp>
        <p:nvSpPr>
          <p:cNvPr id="42" name="Rectangle 41">
            <a:extLst>
              <a:ext uri="{FF2B5EF4-FFF2-40B4-BE49-F238E27FC236}">
                <a16:creationId xmlns:a16="http://schemas.microsoft.com/office/drawing/2014/main" id="{2899E7A2-4B82-E88C-606E-172565C5B247}"/>
              </a:ext>
            </a:extLst>
          </p:cNvPr>
          <p:cNvSpPr/>
          <p:nvPr/>
        </p:nvSpPr>
        <p:spPr>
          <a:xfrm>
            <a:off x="8540791" y="4801721"/>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45</a:t>
            </a:r>
          </a:p>
          <a:p>
            <a:pPr algn="l"/>
            <a:r>
              <a:rPr lang="en-US" sz="800"/>
              <a:t>Currency Code – </a:t>
            </a:r>
            <a:r>
              <a:rPr lang="en-US" sz="800" b="1"/>
              <a:t>EU</a:t>
            </a:r>
          </a:p>
          <a:p>
            <a:r>
              <a:rPr lang="en-US" sz="800"/>
              <a:t>Preferred Document Language </a:t>
            </a:r>
            <a:r>
              <a:rPr lang="en-US" sz="800" b="1"/>
              <a:t>– Deutch</a:t>
            </a:r>
          </a:p>
          <a:p>
            <a:r>
              <a:rPr lang="en-US" sz="800"/>
              <a:t>EQX OU – </a:t>
            </a:r>
            <a:r>
              <a:rPr lang="en-US" sz="800" b="1"/>
              <a:t>EQX NL</a:t>
            </a:r>
          </a:p>
          <a:p>
            <a:r>
              <a:rPr lang="en-US" sz="800"/>
              <a:t>Billing Freq – Quarterly</a:t>
            </a:r>
          </a:p>
          <a:p>
            <a:r>
              <a:rPr lang="en-US" sz="800"/>
              <a:t>Credit Hold – Y/N</a:t>
            </a:r>
          </a:p>
          <a:p>
            <a:endParaRPr lang="en-US" sz="800" b="1"/>
          </a:p>
        </p:txBody>
      </p:sp>
      <p:sp>
        <p:nvSpPr>
          <p:cNvPr id="43" name="Rectangle 42">
            <a:extLst>
              <a:ext uri="{FF2B5EF4-FFF2-40B4-BE49-F238E27FC236}">
                <a16:creationId xmlns:a16="http://schemas.microsoft.com/office/drawing/2014/main" id="{79BED85F-E363-8A08-4D56-181E93CAB49C}"/>
              </a:ext>
            </a:extLst>
          </p:cNvPr>
          <p:cNvSpPr/>
          <p:nvPr/>
        </p:nvSpPr>
        <p:spPr>
          <a:xfrm>
            <a:off x="10205916" y="4799351"/>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90</a:t>
            </a:r>
          </a:p>
          <a:p>
            <a:pPr algn="l"/>
            <a:r>
              <a:rPr lang="en-US" sz="800"/>
              <a:t>Currency Code – </a:t>
            </a:r>
            <a:r>
              <a:rPr lang="en-US" sz="800" b="1"/>
              <a:t>EU</a:t>
            </a:r>
          </a:p>
          <a:p>
            <a:r>
              <a:rPr lang="en-US" sz="800"/>
              <a:t>Preferred Document Language </a:t>
            </a:r>
            <a:r>
              <a:rPr lang="en-US" sz="800" b="1"/>
              <a:t>– English</a:t>
            </a:r>
          </a:p>
          <a:p>
            <a:r>
              <a:rPr lang="en-US" sz="800"/>
              <a:t>EQX OU – </a:t>
            </a:r>
            <a:r>
              <a:rPr lang="en-US" sz="800" b="1"/>
              <a:t>EQX AUS</a:t>
            </a:r>
          </a:p>
          <a:p>
            <a:r>
              <a:rPr lang="en-US" sz="800"/>
              <a:t>Billing Freq – Monthly</a:t>
            </a:r>
          </a:p>
          <a:p>
            <a:r>
              <a:rPr lang="en-US" sz="800"/>
              <a:t>Credit Hold – Y/N</a:t>
            </a:r>
          </a:p>
          <a:p>
            <a:endParaRPr lang="en-US" sz="800" b="1"/>
          </a:p>
        </p:txBody>
      </p:sp>
      <p:sp>
        <p:nvSpPr>
          <p:cNvPr id="44" name="TextBox 43">
            <a:extLst>
              <a:ext uri="{FF2B5EF4-FFF2-40B4-BE49-F238E27FC236}">
                <a16:creationId xmlns:a16="http://schemas.microsoft.com/office/drawing/2014/main" id="{F8FF874E-E55B-09CB-E2CC-BD803C8CF13F}"/>
              </a:ext>
            </a:extLst>
          </p:cNvPr>
          <p:cNvSpPr txBox="1"/>
          <p:nvPr/>
        </p:nvSpPr>
        <p:spPr>
          <a:xfrm>
            <a:off x="8521487" y="2953402"/>
            <a:ext cx="2397052" cy="450435"/>
          </a:xfrm>
          <a:prstGeom prst="rect">
            <a:avLst/>
          </a:prstGeom>
          <a:noFill/>
        </p:spPr>
        <p:txBody>
          <a:bodyPr wrap="square" lIns="0" tIns="0" rtlCol="0">
            <a:noAutofit/>
          </a:bodyPr>
          <a:lstStyle/>
          <a:p>
            <a:pPr algn="l"/>
            <a:r>
              <a:rPr lang="en-US" sz="1000"/>
              <a:t>Account Name – XYZ Corp</a:t>
            </a:r>
          </a:p>
          <a:p>
            <a:pPr algn="l"/>
            <a:r>
              <a:rPr lang="en-US" sz="1000"/>
              <a:t>HQ Address – Address 1</a:t>
            </a:r>
          </a:p>
        </p:txBody>
      </p:sp>
      <p:sp>
        <p:nvSpPr>
          <p:cNvPr id="45" name="TextBox 44">
            <a:extLst>
              <a:ext uri="{FF2B5EF4-FFF2-40B4-BE49-F238E27FC236}">
                <a16:creationId xmlns:a16="http://schemas.microsoft.com/office/drawing/2014/main" id="{513C034A-0A8B-906F-EDB7-2BA8C22F7639}"/>
              </a:ext>
            </a:extLst>
          </p:cNvPr>
          <p:cNvSpPr txBox="1"/>
          <p:nvPr/>
        </p:nvSpPr>
        <p:spPr>
          <a:xfrm>
            <a:off x="5005175" y="4215498"/>
            <a:ext cx="1685840" cy="145160"/>
          </a:xfrm>
          <a:prstGeom prst="rect">
            <a:avLst/>
          </a:prstGeom>
          <a:noFill/>
        </p:spPr>
        <p:txBody>
          <a:bodyPr wrap="square" lIns="0" tIns="0" rtlCol="0">
            <a:noAutofit/>
          </a:bodyPr>
          <a:lstStyle/>
          <a:p>
            <a:pPr algn="l"/>
            <a:r>
              <a:rPr lang="en-US" sz="1000"/>
              <a:t>Name - XYZ Corp US</a:t>
            </a:r>
          </a:p>
          <a:p>
            <a:pPr algn="l"/>
            <a:r>
              <a:rPr lang="en-US" sz="1000"/>
              <a:t>Bill to Address – Address 2</a:t>
            </a:r>
          </a:p>
        </p:txBody>
      </p:sp>
      <p:sp>
        <p:nvSpPr>
          <p:cNvPr id="46" name="TextBox 45">
            <a:extLst>
              <a:ext uri="{FF2B5EF4-FFF2-40B4-BE49-F238E27FC236}">
                <a16:creationId xmlns:a16="http://schemas.microsoft.com/office/drawing/2014/main" id="{55F445D5-FB27-83AE-A535-F43935E47CF3}"/>
              </a:ext>
            </a:extLst>
          </p:cNvPr>
          <p:cNvSpPr txBox="1"/>
          <p:nvPr/>
        </p:nvSpPr>
        <p:spPr>
          <a:xfrm>
            <a:off x="6710785" y="4198600"/>
            <a:ext cx="1685840" cy="145160"/>
          </a:xfrm>
          <a:prstGeom prst="rect">
            <a:avLst/>
          </a:prstGeom>
          <a:noFill/>
        </p:spPr>
        <p:txBody>
          <a:bodyPr wrap="square" lIns="0" tIns="0" rtlCol="0">
            <a:noAutofit/>
          </a:bodyPr>
          <a:lstStyle/>
          <a:p>
            <a:r>
              <a:rPr lang="en-US" sz="1000"/>
              <a:t>Name - XYZ Corp 1 UK</a:t>
            </a:r>
          </a:p>
          <a:p>
            <a:pPr algn="l"/>
            <a:r>
              <a:rPr lang="en-US" sz="1000"/>
              <a:t>Bill to Address – Address 2</a:t>
            </a:r>
          </a:p>
        </p:txBody>
      </p:sp>
      <p:sp>
        <p:nvSpPr>
          <p:cNvPr id="47" name="TextBox 46">
            <a:extLst>
              <a:ext uri="{FF2B5EF4-FFF2-40B4-BE49-F238E27FC236}">
                <a16:creationId xmlns:a16="http://schemas.microsoft.com/office/drawing/2014/main" id="{73BD74AA-6FC5-CB6D-791E-4B2B8AC7541C}"/>
              </a:ext>
            </a:extLst>
          </p:cNvPr>
          <p:cNvSpPr txBox="1"/>
          <p:nvPr/>
        </p:nvSpPr>
        <p:spPr>
          <a:xfrm>
            <a:off x="8466980" y="4197731"/>
            <a:ext cx="1685840" cy="145160"/>
          </a:xfrm>
          <a:prstGeom prst="rect">
            <a:avLst/>
          </a:prstGeom>
          <a:noFill/>
        </p:spPr>
        <p:txBody>
          <a:bodyPr wrap="square" lIns="0" tIns="0" rtlCol="0">
            <a:noAutofit/>
          </a:bodyPr>
          <a:lstStyle/>
          <a:p>
            <a:r>
              <a:rPr lang="en-US" sz="1000"/>
              <a:t>Name - XYZ Corp AM1</a:t>
            </a:r>
          </a:p>
          <a:p>
            <a:pPr algn="l"/>
            <a:r>
              <a:rPr lang="en-US" sz="1000"/>
              <a:t>Bill to Address – Address 2</a:t>
            </a:r>
          </a:p>
        </p:txBody>
      </p:sp>
      <p:sp>
        <p:nvSpPr>
          <p:cNvPr id="48" name="TextBox 47">
            <a:extLst>
              <a:ext uri="{FF2B5EF4-FFF2-40B4-BE49-F238E27FC236}">
                <a16:creationId xmlns:a16="http://schemas.microsoft.com/office/drawing/2014/main" id="{BB25792C-C94B-42F0-3C7B-93A1E26E3C10}"/>
              </a:ext>
            </a:extLst>
          </p:cNvPr>
          <p:cNvSpPr txBox="1"/>
          <p:nvPr/>
        </p:nvSpPr>
        <p:spPr>
          <a:xfrm>
            <a:off x="10205916" y="4193410"/>
            <a:ext cx="2336005" cy="304042"/>
          </a:xfrm>
          <a:prstGeom prst="rect">
            <a:avLst/>
          </a:prstGeom>
          <a:noFill/>
        </p:spPr>
        <p:txBody>
          <a:bodyPr wrap="square" lIns="0" tIns="0" rtlCol="0">
            <a:noAutofit/>
          </a:bodyPr>
          <a:lstStyle/>
          <a:p>
            <a:r>
              <a:rPr lang="en-US" sz="1000"/>
              <a:t>Name - XYZ Corp AUS </a:t>
            </a:r>
            <a:r>
              <a:rPr lang="en-US" sz="1000" err="1"/>
              <a:t>Metronode</a:t>
            </a:r>
            <a:endParaRPr lang="en-US" sz="1000"/>
          </a:p>
          <a:p>
            <a:pPr algn="l"/>
            <a:r>
              <a:rPr lang="en-US" sz="1000"/>
              <a:t>Bill to Address – Address 2</a:t>
            </a:r>
          </a:p>
        </p:txBody>
      </p:sp>
      <p:sp>
        <p:nvSpPr>
          <p:cNvPr id="49" name="TextBox 48">
            <a:extLst>
              <a:ext uri="{FF2B5EF4-FFF2-40B4-BE49-F238E27FC236}">
                <a16:creationId xmlns:a16="http://schemas.microsoft.com/office/drawing/2014/main" id="{21A99D94-9862-E404-861D-72AE20526308}"/>
              </a:ext>
            </a:extLst>
          </p:cNvPr>
          <p:cNvSpPr txBox="1"/>
          <p:nvPr/>
        </p:nvSpPr>
        <p:spPr>
          <a:xfrm>
            <a:off x="2210369" y="2831166"/>
            <a:ext cx="2397052" cy="450435"/>
          </a:xfrm>
          <a:prstGeom prst="rect">
            <a:avLst/>
          </a:prstGeom>
          <a:noFill/>
        </p:spPr>
        <p:txBody>
          <a:bodyPr wrap="square" lIns="0" tIns="0" rtlCol="0">
            <a:noAutofit/>
          </a:bodyPr>
          <a:lstStyle/>
          <a:p>
            <a:pPr algn="l"/>
            <a:r>
              <a:rPr lang="en-US" sz="1000"/>
              <a:t>Account Name – XYZ Corp</a:t>
            </a:r>
          </a:p>
          <a:p>
            <a:pPr algn="l"/>
            <a:r>
              <a:rPr lang="en-US" sz="1000"/>
              <a:t>HQ Address – Address 1</a:t>
            </a:r>
          </a:p>
        </p:txBody>
      </p:sp>
      <p:sp>
        <p:nvSpPr>
          <p:cNvPr id="50" name="TextBox 49">
            <a:extLst>
              <a:ext uri="{FF2B5EF4-FFF2-40B4-BE49-F238E27FC236}">
                <a16:creationId xmlns:a16="http://schemas.microsoft.com/office/drawing/2014/main" id="{70282950-73D1-16D3-85AE-613B3A8CACE2}"/>
              </a:ext>
            </a:extLst>
          </p:cNvPr>
          <p:cNvSpPr txBox="1"/>
          <p:nvPr/>
        </p:nvSpPr>
        <p:spPr>
          <a:xfrm>
            <a:off x="2430936" y="3473465"/>
            <a:ext cx="2397052" cy="450435"/>
          </a:xfrm>
          <a:prstGeom prst="rect">
            <a:avLst/>
          </a:prstGeom>
          <a:noFill/>
        </p:spPr>
        <p:txBody>
          <a:bodyPr wrap="square" lIns="0" tIns="0" rtlCol="0">
            <a:noAutofit/>
          </a:bodyPr>
          <a:lstStyle/>
          <a:p>
            <a:pPr algn="l"/>
            <a:r>
              <a:rPr lang="en-US" sz="1000"/>
              <a:t>Account Name – XYZ America Corp</a:t>
            </a:r>
          </a:p>
          <a:p>
            <a:pPr algn="l"/>
            <a:r>
              <a:rPr lang="en-US" sz="1000"/>
              <a:t>HQ Address – Address 2</a:t>
            </a:r>
          </a:p>
        </p:txBody>
      </p:sp>
      <p:sp>
        <p:nvSpPr>
          <p:cNvPr id="51" name="TextBox 50">
            <a:extLst>
              <a:ext uri="{FF2B5EF4-FFF2-40B4-BE49-F238E27FC236}">
                <a16:creationId xmlns:a16="http://schemas.microsoft.com/office/drawing/2014/main" id="{0F8463A5-F422-C983-373C-2B20276B5AB4}"/>
              </a:ext>
            </a:extLst>
          </p:cNvPr>
          <p:cNvSpPr txBox="1"/>
          <p:nvPr/>
        </p:nvSpPr>
        <p:spPr>
          <a:xfrm>
            <a:off x="2729482" y="4117538"/>
            <a:ext cx="2397052" cy="450435"/>
          </a:xfrm>
          <a:prstGeom prst="rect">
            <a:avLst/>
          </a:prstGeom>
          <a:noFill/>
        </p:spPr>
        <p:txBody>
          <a:bodyPr wrap="square" lIns="0" tIns="0" rtlCol="0">
            <a:noAutofit/>
          </a:bodyPr>
          <a:lstStyle/>
          <a:p>
            <a:pPr algn="l"/>
            <a:r>
              <a:rPr lang="en-US" sz="1000"/>
              <a:t>Account Name – XYZ Mexico</a:t>
            </a:r>
          </a:p>
          <a:p>
            <a:pPr algn="l"/>
            <a:r>
              <a:rPr lang="en-US" sz="1000"/>
              <a:t>HQ Address – Address 2</a:t>
            </a:r>
          </a:p>
        </p:txBody>
      </p:sp>
      <p:sp>
        <p:nvSpPr>
          <p:cNvPr id="52" name="TextBox 51">
            <a:extLst>
              <a:ext uri="{FF2B5EF4-FFF2-40B4-BE49-F238E27FC236}">
                <a16:creationId xmlns:a16="http://schemas.microsoft.com/office/drawing/2014/main" id="{53ABDFB0-C6B2-E116-7B03-5CE8AA2179EA}"/>
              </a:ext>
            </a:extLst>
          </p:cNvPr>
          <p:cNvSpPr txBox="1"/>
          <p:nvPr/>
        </p:nvSpPr>
        <p:spPr>
          <a:xfrm>
            <a:off x="3007777" y="4750550"/>
            <a:ext cx="2397052" cy="450435"/>
          </a:xfrm>
          <a:prstGeom prst="rect">
            <a:avLst/>
          </a:prstGeom>
          <a:noFill/>
        </p:spPr>
        <p:txBody>
          <a:bodyPr wrap="square" lIns="0" tIns="0" rtlCol="0">
            <a:noAutofit/>
          </a:bodyPr>
          <a:lstStyle/>
          <a:p>
            <a:pPr algn="l"/>
            <a:r>
              <a:rPr lang="en-US" sz="1000"/>
              <a:t>Account Name – XYZ Mexico ME1</a:t>
            </a:r>
          </a:p>
          <a:p>
            <a:pPr algn="l"/>
            <a:r>
              <a:rPr lang="en-US" sz="1000"/>
              <a:t>HQ Address – Address 2</a:t>
            </a:r>
          </a:p>
        </p:txBody>
      </p:sp>
      <p:sp>
        <p:nvSpPr>
          <p:cNvPr id="53" name="TextBox 52">
            <a:extLst>
              <a:ext uri="{FF2B5EF4-FFF2-40B4-BE49-F238E27FC236}">
                <a16:creationId xmlns:a16="http://schemas.microsoft.com/office/drawing/2014/main" id="{D4668A54-8C5C-FCFC-53CD-63079A99F507}"/>
              </a:ext>
            </a:extLst>
          </p:cNvPr>
          <p:cNvSpPr txBox="1"/>
          <p:nvPr/>
        </p:nvSpPr>
        <p:spPr>
          <a:xfrm>
            <a:off x="5236523" y="5985065"/>
            <a:ext cx="6785738" cy="450435"/>
          </a:xfrm>
          <a:prstGeom prst="rect">
            <a:avLst/>
          </a:prstGeom>
          <a:noFill/>
        </p:spPr>
        <p:txBody>
          <a:bodyPr wrap="square" lIns="0" tIns="0" rtlCol="0">
            <a:noAutofit/>
          </a:bodyPr>
          <a:lstStyle/>
          <a:p>
            <a:pPr algn="l"/>
            <a:r>
              <a:rPr lang="en-US" sz="1400">
                <a:solidFill>
                  <a:schemeClr val="accent2"/>
                </a:solidFill>
              </a:rPr>
              <a:t>Quote, Order, Fulfilment, Billing, Revenue and Tax transactions is on Billing Accounts</a:t>
            </a:r>
          </a:p>
        </p:txBody>
      </p:sp>
      <p:sp>
        <p:nvSpPr>
          <p:cNvPr id="54" name="TextBox 53">
            <a:extLst>
              <a:ext uri="{FF2B5EF4-FFF2-40B4-BE49-F238E27FC236}">
                <a16:creationId xmlns:a16="http://schemas.microsoft.com/office/drawing/2014/main" id="{358AFA97-3BEF-723B-DD50-5699A4D13337}"/>
              </a:ext>
            </a:extLst>
          </p:cNvPr>
          <p:cNvSpPr txBox="1"/>
          <p:nvPr/>
        </p:nvSpPr>
        <p:spPr>
          <a:xfrm>
            <a:off x="376976" y="5989937"/>
            <a:ext cx="4491011" cy="450435"/>
          </a:xfrm>
          <a:prstGeom prst="rect">
            <a:avLst/>
          </a:prstGeom>
          <a:noFill/>
        </p:spPr>
        <p:txBody>
          <a:bodyPr wrap="square" lIns="0" tIns="0" rtlCol="0">
            <a:noAutofit/>
          </a:bodyPr>
          <a:lstStyle/>
          <a:p>
            <a:pPr algn="l"/>
            <a:r>
              <a:rPr lang="en-US" sz="1400">
                <a:solidFill>
                  <a:schemeClr val="accent2"/>
                </a:solidFill>
              </a:rPr>
              <a:t>Sales team and Sales Operations teams use </a:t>
            </a:r>
          </a:p>
          <a:p>
            <a:pPr algn="l"/>
            <a:r>
              <a:rPr lang="en-US" sz="1400">
                <a:solidFill>
                  <a:schemeClr val="accent2"/>
                </a:solidFill>
              </a:rPr>
              <a:t>sales accounts, opportunity is created on sales account first.</a:t>
            </a:r>
          </a:p>
        </p:txBody>
      </p:sp>
    </p:spTree>
    <p:extLst>
      <p:ext uri="{BB962C8B-B14F-4D97-AF65-F5344CB8AC3E}">
        <p14:creationId xmlns:p14="http://schemas.microsoft.com/office/powerpoint/2010/main" val="2401123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FADE-70D3-701B-F8B2-9698DB4BA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FFBE0-08A0-27FD-9210-8D10CE4EF1FA}"/>
              </a:ext>
            </a:extLst>
          </p:cNvPr>
          <p:cNvSpPr>
            <a:spLocks noGrp="1"/>
          </p:cNvSpPr>
          <p:nvPr>
            <p:ph type="title"/>
          </p:nvPr>
        </p:nvSpPr>
        <p:spPr/>
        <p:txBody>
          <a:bodyPr/>
          <a:lstStyle/>
          <a:p>
            <a:r>
              <a:rPr lang="en-US"/>
              <a:t>Future State</a:t>
            </a:r>
            <a:endParaRPr lang="en-US">
              <a:cs typeface="Arial"/>
            </a:endParaRPr>
          </a:p>
        </p:txBody>
      </p:sp>
      <p:sp>
        <p:nvSpPr>
          <p:cNvPr id="3" name="Text Placeholder 2">
            <a:extLst>
              <a:ext uri="{FF2B5EF4-FFF2-40B4-BE49-F238E27FC236}">
                <a16:creationId xmlns:a16="http://schemas.microsoft.com/office/drawing/2014/main" id="{85307C45-6940-7633-21C8-7CE79AE66FEE}"/>
              </a:ext>
            </a:extLst>
          </p:cNvPr>
          <p:cNvSpPr>
            <a:spLocks noGrp="1"/>
          </p:cNvSpPr>
          <p:nvPr>
            <p:ph type="body" sz="quarter" idx="15"/>
          </p:nvPr>
        </p:nvSpPr>
        <p:spPr/>
        <p:txBody>
          <a:bodyPr/>
          <a:lstStyle/>
          <a:p>
            <a:r>
              <a:rPr lang="en-US"/>
              <a:t>Equinix Customer Hierarchies</a:t>
            </a:r>
          </a:p>
        </p:txBody>
      </p:sp>
      <p:sp>
        <p:nvSpPr>
          <p:cNvPr id="4" name="TextBox 3">
            <a:extLst>
              <a:ext uri="{FF2B5EF4-FFF2-40B4-BE49-F238E27FC236}">
                <a16:creationId xmlns:a16="http://schemas.microsoft.com/office/drawing/2014/main" id="{14775017-6D9A-8617-2C38-6E2F73A7DDA4}"/>
              </a:ext>
            </a:extLst>
          </p:cNvPr>
          <p:cNvSpPr txBox="1"/>
          <p:nvPr/>
        </p:nvSpPr>
        <p:spPr>
          <a:xfrm>
            <a:off x="808229" y="1585816"/>
            <a:ext cx="2877541"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a:ln>
                  <a:noFill/>
                </a:ln>
                <a:solidFill>
                  <a:srgbClr val="043776"/>
                </a:solidFill>
                <a:effectLst/>
                <a:uLnTx/>
                <a:uFillTx/>
                <a:latin typeface="Arial"/>
                <a:ea typeface="+mn-ea"/>
                <a:cs typeface="+mn-cs"/>
              </a:rPr>
              <a:t>Legal hierarchy (Level 1 -</a:t>
            </a:r>
            <a:r>
              <a:rPr lang="en-US" u="sng">
                <a:solidFill>
                  <a:srgbClr val="043776"/>
                </a:solidFill>
                <a:latin typeface="Arial"/>
              </a:rPr>
              <a:t> 3</a:t>
            </a:r>
            <a:r>
              <a:rPr kumimoji="0" lang="en-US" sz="1800" b="0" i="0" u="sng" strike="noStrike" kern="1200" cap="none" spc="0" normalizeH="0" baseline="0" noProof="0">
                <a:ln>
                  <a:noFill/>
                </a:ln>
                <a:solidFill>
                  <a:srgbClr val="043776"/>
                </a:solidFill>
                <a:effectLst/>
                <a:uLnTx/>
                <a:uFillTx/>
                <a:latin typeface="Arial"/>
                <a:ea typeface="+mn-ea"/>
                <a:cs typeface="+mn-cs"/>
              </a:rPr>
              <a:t>)</a:t>
            </a:r>
          </a:p>
        </p:txBody>
      </p:sp>
      <p:sp>
        <p:nvSpPr>
          <p:cNvPr id="5" name="TextBox 4">
            <a:extLst>
              <a:ext uri="{FF2B5EF4-FFF2-40B4-BE49-F238E27FC236}">
                <a16:creationId xmlns:a16="http://schemas.microsoft.com/office/drawing/2014/main" id="{CA603179-7F22-1F53-C502-1F56DBB10717}"/>
              </a:ext>
            </a:extLst>
          </p:cNvPr>
          <p:cNvSpPr txBox="1"/>
          <p:nvPr/>
        </p:nvSpPr>
        <p:spPr>
          <a:xfrm>
            <a:off x="7583752" y="1580885"/>
            <a:ext cx="2114821"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a:solidFill>
                  <a:srgbClr val="043776"/>
                </a:solidFill>
                <a:latin typeface="Arial"/>
              </a:rPr>
              <a:t>Invoice Account</a:t>
            </a:r>
            <a:endParaRPr kumimoji="0" lang="en-US" sz="1800" b="0" i="0" u="sng" strike="noStrike" kern="1200" cap="none" spc="0" normalizeH="0" baseline="0" noProof="0">
              <a:ln>
                <a:noFill/>
              </a:ln>
              <a:solidFill>
                <a:srgbClr val="043776"/>
              </a:solidFill>
              <a:effectLst/>
              <a:uLnTx/>
              <a:uFillTx/>
              <a:latin typeface="Arial"/>
              <a:ea typeface="+mn-ea"/>
              <a:cs typeface="+mn-cs"/>
            </a:endParaRPr>
          </a:p>
        </p:txBody>
      </p:sp>
      <p:cxnSp>
        <p:nvCxnSpPr>
          <p:cNvPr id="8" name="Straight Connector 7">
            <a:extLst>
              <a:ext uri="{FF2B5EF4-FFF2-40B4-BE49-F238E27FC236}">
                <a16:creationId xmlns:a16="http://schemas.microsoft.com/office/drawing/2014/main" id="{2C994BE9-6E7C-12B8-A839-AFA127AA23DE}"/>
              </a:ext>
            </a:extLst>
          </p:cNvPr>
          <p:cNvCxnSpPr>
            <a:cxnSpLocks/>
          </p:cNvCxnSpPr>
          <p:nvPr/>
        </p:nvCxnSpPr>
        <p:spPr>
          <a:xfrm>
            <a:off x="4660833" y="1292069"/>
            <a:ext cx="0" cy="5479668"/>
          </a:xfrm>
          <a:prstGeom prst="line">
            <a:avLst/>
          </a:prstGeom>
          <a:ln w="12700">
            <a:prstDash val="dash"/>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10" name="Rectangle 9">
            <a:extLst>
              <a:ext uri="{FF2B5EF4-FFF2-40B4-BE49-F238E27FC236}">
                <a16:creationId xmlns:a16="http://schemas.microsoft.com/office/drawing/2014/main" id="{B69709CE-AB18-734A-F6E9-F89440F15BD4}"/>
              </a:ext>
            </a:extLst>
          </p:cNvPr>
          <p:cNvSpPr/>
          <p:nvPr/>
        </p:nvSpPr>
        <p:spPr>
          <a:xfrm>
            <a:off x="914127" y="3455905"/>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Domestic Ultimate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Legal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2</a:t>
            </a:r>
          </a:p>
        </p:txBody>
      </p:sp>
      <p:sp>
        <p:nvSpPr>
          <p:cNvPr id="11" name="Rectangle 10">
            <a:extLst>
              <a:ext uri="{FF2B5EF4-FFF2-40B4-BE49-F238E27FC236}">
                <a16:creationId xmlns:a16="http://schemas.microsoft.com/office/drawing/2014/main" id="{4F8B7124-F17D-E43F-2EE4-C38E4B2FA4CD}"/>
              </a:ext>
            </a:extLst>
          </p:cNvPr>
          <p:cNvSpPr/>
          <p:nvPr/>
        </p:nvSpPr>
        <p:spPr>
          <a:xfrm>
            <a:off x="1256756" y="4036850"/>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DUNS Account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Legal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3</a:t>
            </a:r>
          </a:p>
        </p:txBody>
      </p:sp>
      <p:sp>
        <p:nvSpPr>
          <p:cNvPr id="14" name="Rectangle 13">
            <a:extLst>
              <a:ext uri="{FF2B5EF4-FFF2-40B4-BE49-F238E27FC236}">
                <a16:creationId xmlns:a16="http://schemas.microsoft.com/office/drawing/2014/main" id="{52895DC5-A4D6-85B1-EEB5-302670E1000C}"/>
              </a:ext>
            </a:extLst>
          </p:cNvPr>
          <p:cNvSpPr/>
          <p:nvPr/>
        </p:nvSpPr>
        <p:spPr>
          <a:xfrm>
            <a:off x="515703" y="2770824"/>
            <a:ext cx="1369795"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a:ea typeface="+mn-ea"/>
                <a:cs typeface="+mn-cs"/>
              </a:rPr>
              <a:t>Global Ultimate Legal </a:t>
            </a:r>
            <a:r>
              <a:rPr kumimoji="0" lang="en-US" sz="1100" b="0" i="0" u="none" strike="noStrike" kern="1200" cap="none" spc="0" normalizeH="0" baseline="0" noProof="0" err="1">
                <a:ln>
                  <a:noFill/>
                </a:ln>
                <a:solidFill>
                  <a:srgbClr val="FFFFFF"/>
                </a:solidFill>
                <a:effectLst/>
                <a:uLnTx/>
                <a:uFillTx/>
                <a:latin typeface="Arial"/>
                <a:ea typeface="+mn-ea"/>
                <a:cs typeface="+mn-cs"/>
              </a:rPr>
              <a:t>Accnt</a:t>
            </a:r>
            <a:r>
              <a:rPr kumimoji="0" lang="en-US" sz="1100" b="0" i="0" u="none" strike="noStrike" kern="1200" cap="none" spc="0" normalizeH="0" baseline="0" noProof="0">
                <a:ln>
                  <a:noFill/>
                </a:ln>
                <a:solidFill>
                  <a:srgbClr val="FFFFFF"/>
                </a:solidFill>
                <a:effectLst/>
                <a:uLnTx/>
                <a:uFillTx/>
                <a:latin typeface="Arial"/>
                <a:ea typeface="+mn-ea"/>
                <a:cs typeface="+mn-cs"/>
              </a:rPr>
              <a:t> 1</a:t>
            </a:r>
          </a:p>
        </p:txBody>
      </p:sp>
      <p:cxnSp>
        <p:nvCxnSpPr>
          <p:cNvPr id="16" name="Connector: Elbow 15">
            <a:extLst>
              <a:ext uri="{FF2B5EF4-FFF2-40B4-BE49-F238E27FC236}">
                <a16:creationId xmlns:a16="http://schemas.microsoft.com/office/drawing/2014/main" id="{10EB235C-446F-C27A-151D-383212010D20}"/>
              </a:ext>
            </a:extLst>
          </p:cNvPr>
          <p:cNvCxnSpPr>
            <a:cxnSpLocks/>
            <a:stCxn id="14" idx="2"/>
            <a:endCxn id="10" idx="0"/>
          </p:cNvCxnSpPr>
          <p:nvPr/>
        </p:nvCxnSpPr>
        <p:spPr>
          <a:xfrm rot="16200000" flipH="1">
            <a:off x="1265288" y="3122167"/>
            <a:ext cx="269051" cy="398424"/>
          </a:xfrm>
          <a:prstGeom prst="bentConnector3">
            <a:avLst>
              <a:gd name="adj1" fmla="val 50000"/>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18" name="Connector: Elbow 17">
            <a:extLst>
              <a:ext uri="{FF2B5EF4-FFF2-40B4-BE49-F238E27FC236}">
                <a16:creationId xmlns:a16="http://schemas.microsoft.com/office/drawing/2014/main" id="{015E80B2-77CA-48F1-8DA7-73D1886E936B}"/>
              </a:ext>
            </a:extLst>
          </p:cNvPr>
          <p:cNvCxnSpPr>
            <a:cxnSpLocks/>
            <a:stCxn id="10" idx="2"/>
            <a:endCxn id="11" idx="0"/>
          </p:cNvCxnSpPr>
          <p:nvPr/>
        </p:nvCxnSpPr>
        <p:spPr>
          <a:xfrm rot="16200000" flipH="1">
            <a:off x="1687882" y="3783077"/>
            <a:ext cx="164915" cy="342629"/>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8" name="Rectangle 27">
            <a:extLst>
              <a:ext uri="{FF2B5EF4-FFF2-40B4-BE49-F238E27FC236}">
                <a16:creationId xmlns:a16="http://schemas.microsoft.com/office/drawing/2014/main" id="{10DA188E-B9FF-AB55-8AD5-20746AAE8DB0}"/>
              </a:ext>
            </a:extLst>
          </p:cNvPr>
          <p:cNvSpPr/>
          <p:nvPr/>
        </p:nvSpPr>
        <p:spPr>
          <a:xfrm>
            <a:off x="7223782" y="2935620"/>
            <a:ext cx="1252917" cy="416030"/>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Legal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3</a:t>
            </a:r>
          </a:p>
        </p:txBody>
      </p:sp>
      <p:sp>
        <p:nvSpPr>
          <p:cNvPr id="29" name="Rectangle 28">
            <a:extLst>
              <a:ext uri="{FF2B5EF4-FFF2-40B4-BE49-F238E27FC236}">
                <a16:creationId xmlns:a16="http://schemas.microsoft.com/office/drawing/2014/main" id="{31E1BEA9-B793-D263-97C5-DBE693A303B9}"/>
              </a:ext>
            </a:extLst>
          </p:cNvPr>
          <p:cNvSpPr/>
          <p:nvPr/>
        </p:nvSpPr>
        <p:spPr>
          <a:xfrm>
            <a:off x="5074018" y="3709743"/>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Invoice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US)</a:t>
            </a:r>
          </a:p>
        </p:txBody>
      </p:sp>
      <p:sp>
        <p:nvSpPr>
          <p:cNvPr id="30" name="Rectangle 29">
            <a:extLst>
              <a:ext uri="{FF2B5EF4-FFF2-40B4-BE49-F238E27FC236}">
                <a16:creationId xmlns:a16="http://schemas.microsoft.com/office/drawing/2014/main" id="{31A69208-4B0F-1788-97D6-33694AD68CF0}"/>
              </a:ext>
            </a:extLst>
          </p:cNvPr>
          <p:cNvSpPr/>
          <p:nvPr/>
        </p:nvSpPr>
        <p:spPr>
          <a:xfrm>
            <a:off x="6744339" y="3692643"/>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Invoice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UK)</a:t>
            </a:r>
          </a:p>
        </p:txBody>
      </p:sp>
      <p:sp>
        <p:nvSpPr>
          <p:cNvPr id="31" name="Rectangle 30">
            <a:extLst>
              <a:ext uri="{FF2B5EF4-FFF2-40B4-BE49-F238E27FC236}">
                <a16:creationId xmlns:a16="http://schemas.microsoft.com/office/drawing/2014/main" id="{F29D475E-3923-EC01-8C66-0A9581EA26AD}"/>
              </a:ext>
            </a:extLst>
          </p:cNvPr>
          <p:cNvSpPr/>
          <p:nvPr/>
        </p:nvSpPr>
        <p:spPr>
          <a:xfrm>
            <a:off x="8549092" y="3710716"/>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Invoice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NL)</a:t>
            </a:r>
          </a:p>
        </p:txBody>
      </p:sp>
      <p:sp>
        <p:nvSpPr>
          <p:cNvPr id="32" name="Rectangle 31">
            <a:extLst>
              <a:ext uri="{FF2B5EF4-FFF2-40B4-BE49-F238E27FC236}">
                <a16:creationId xmlns:a16="http://schemas.microsoft.com/office/drawing/2014/main" id="{24FE1683-A5E1-86F9-FCB8-93B87674FD55}"/>
              </a:ext>
            </a:extLst>
          </p:cNvPr>
          <p:cNvSpPr/>
          <p:nvPr/>
        </p:nvSpPr>
        <p:spPr>
          <a:xfrm>
            <a:off x="10248376" y="3710716"/>
            <a:ext cx="1252917" cy="416030"/>
          </a:xfrm>
          <a:prstGeom prst="rect">
            <a:avLst/>
          </a:prstGeom>
          <a:solidFill>
            <a:srgbClr val="04377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Invoice </a:t>
            </a:r>
            <a:r>
              <a:rPr kumimoji="0" lang="en-US" sz="1200" b="0" i="0" u="none" strike="noStrike" kern="1200" cap="none" spc="0" normalizeH="0" baseline="0" noProof="0" err="1">
                <a:ln>
                  <a:noFill/>
                </a:ln>
                <a:solidFill>
                  <a:srgbClr val="FFFFFF"/>
                </a:solidFill>
                <a:effectLst/>
                <a:uLnTx/>
                <a:uFillTx/>
                <a:latin typeface="Arial"/>
                <a:ea typeface="+mn-ea"/>
                <a:cs typeface="+mn-cs"/>
              </a:rPr>
              <a:t>Accnt</a:t>
            </a:r>
            <a:r>
              <a:rPr kumimoji="0" lang="en-US" sz="1200" b="0" i="0" u="none" strike="noStrike" kern="1200" cap="none" spc="0" normalizeH="0" baseline="0" noProof="0">
                <a:ln>
                  <a:noFill/>
                </a:ln>
                <a:solidFill>
                  <a:srgbClr val="FFFFFF"/>
                </a:solidFill>
                <a:effectLst/>
                <a:uLnTx/>
                <a:uFillTx/>
                <a:latin typeface="Arial"/>
                <a:ea typeface="+mn-ea"/>
                <a:cs typeface="+mn-cs"/>
              </a:rPr>
              <a:t>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(EQX AUS)</a:t>
            </a:r>
          </a:p>
        </p:txBody>
      </p:sp>
      <p:cxnSp>
        <p:nvCxnSpPr>
          <p:cNvPr id="34" name="Connector: Elbow 33">
            <a:extLst>
              <a:ext uri="{FF2B5EF4-FFF2-40B4-BE49-F238E27FC236}">
                <a16:creationId xmlns:a16="http://schemas.microsoft.com/office/drawing/2014/main" id="{6DF5F4B0-8092-2A62-DDA6-4CAFFC13C013}"/>
              </a:ext>
            </a:extLst>
          </p:cNvPr>
          <p:cNvCxnSpPr>
            <a:stCxn id="28" idx="2"/>
            <a:endCxn id="29" idx="0"/>
          </p:cNvCxnSpPr>
          <p:nvPr/>
        </p:nvCxnSpPr>
        <p:spPr>
          <a:xfrm rot="5400000">
            <a:off x="6596313" y="2455814"/>
            <a:ext cx="358093" cy="2149764"/>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36" name="Connector: Elbow 35">
            <a:extLst>
              <a:ext uri="{FF2B5EF4-FFF2-40B4-BE49-F238E27FC236}">
                <a16:creationId xmlns:a16="http://schemas.microsoft.com/office/drawing/2014/main" id="{541BEF46-63B8-844A-1723-7B697FF41936}"/>
              </a:ext>
            </a:extLst>
          </p:cNvPr>
          <p:cNvCxnSpPr>
            <a:stCxn id="28" idx="2"/>
            <a:endCxn id="30" idx="0"/>
          </p:cNvCxnSpPr>
          <p:nvPr/>
        </p:nvCxnSpPr>
        <p:spPr>
          <a:xfrm rot="5400000">
            <a:off x="7440024" y="3282425"/>
            <a:ext cx="340993" cy="479443"/>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38" name="Connector: Elbow 37">
            <a:extLst>
              <a:ext uri="{FF2B5EF4-FFF2-40B4-BE49-F238E27FC236}">
                <a16:creationId xmlns:a16="http://schemas.microsoft.com/office/drawing/2014/main" id="{A3AF26D6-3919-6C31-AB83-FCF02E78C23C}"/>
              </a:ext>
            </a:extLst>
          </p:cNvPr>
          <p:cNvCxnSpPr>
            <a:cxnSpLocks/>
            <a:stCxn id="28" idx="2"/>
            <a:endCxn id="31" idx="0"/>
          </p:cNvCxnSpPr>
          <p:nvPr/>
        </p:nvCxnSpPr>
        <p:spPr>
          <a:xfrm rot="16200000" flipH="1">
            <a:off x="8333363" y="2868528"/>
            <a:ext cx="359066" cy="1325310"/>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cxnSp>
        <p:nvCxnSpPr>
          <p:cNvPr id="40" name="Connector: Elbow 39">
            <a:extLst>
              <a:ext uri="{FF2B5EF4-FFF2-40B4-BE49-F238E27FC236}">
                <a16:creationId xmlns:a16="http://schemas.microsoft.com/office/drawing/2014/main" id="{6011E167-7787-F3FA-995A-9AEFBF8FA548}"/>
              </a:ext>
            </a:extLst>
          </p:cNvPr>
          <p:cNvCxnSpPr>
            <a:cxnSpLocks/>
            <a:stCxn id="28" idx="2"/>
            <a:endCxn id="32" idx="0"/>
          </p:cNvCxnSpPr>
          <p:nvPr/>
        </p:nvCxnSpPr>
        <p:spPr>
          <a:xfrm rot="16200000" flipH="1">
            <a:off x="9183005" y="2018886"/>
            <a:ext cx="359066" cy="3024594"/>
          </a:xfrm>
          <a:prstGeom prst="bentConnector3">
            <a:avLst/>
          </a:prstGeom>
          <a:ln>
            <a:headEnd type="none" w="med" len="med"/>
            <a:tailEnd type="triangle"/>
          </a:ln>
        </p:spPr>
        <p:style>
          <a:lnRef idx="2">
            <a:schemeClr val="accent5">
              <a:shade val="15000"/>
            </a:schemeClr>
          </a:lnRef>
          <a:fillRef idx="1">
            <a:schemeClr val="accent5"/>
          </a:fillRef>
          <a:effectRef idx="0">
            <a:schemeClr val="accent5"/>
          </a:effectRef>
          <a:fontRef idx="minor">
            <a:schemeClr val="lt1"/>
          </a:fontRef>
        </p:style>
      </p:cxnSp>
      <p:sp>
        <p:nvSpPr>
          <p:cNvPr id="121" name="TextBox 120">
            <a:extLst>
              <a:ext uri="{FF2B5EF4-FFF2-40B4-BE49-F238E27FC236}">
                <a16:creationId xmlns:a16="http://schemas.microsoft.com/office/drawing/2014/main" id="{0EE6AE9A-711B-246F-72C5-8AA87CDCEEA9}"/>
              </a:ext>
            </a:extLst>
          </p:cNvPr>
          <p:cNvSpPr txBox="1"/>
          <p:nvPr/>
        </p:nvSpPr>
        <p:spPr>
          <a:xfrm>
            <a:off x="476520" y="1978282"/>
            <a:ext cx="3670601"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43776"/>
                </a:solidFill>
                <a:effectLst/>
                <a:uLnTx/>
                <a:uFillTx/>
                <a:latin typeface="Arial"/>
                <a:ea typeface="+mn-ea"/>
                <a:cs typeface="+mn-cs"/>
              </a:rPr>
              <a:t>Accounts are created based on Customer legal hierarchy validated using DNB or a manual due diligence and governance process when not available in DNB.</a:t>
            </a:r>
          </a:p>
        </p:txBody>
      </p:sp>
      <p:sp>
        <p:nvSpPr>
          <p:cNvPr id="122" name="TextBox 121">
            <a:extLst>
              <a:ext uri="{FF2B5EF4-FFF2-40B4-BE49-F238E27FC236}">
                <a16:creationId xmlns:a16="http://schemas.microsoft.com/office/drawing/2014/main" id="{CFF4C43C-A7CD-FF40-4E8D-F9DA8EABA1E1}"/>
              </a:ext>
            </a:extLst>
          </p:cNvPr>
          <p:cNvSpPr txBox="1"/>
          <p:nvPr/>
        </p:nvSpPr>
        <p:spPr>
          <a:xfrm>
            <a:off x="5236523" y="2031615"/>
            <a:ext cx="6763794" cy="338554"/>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i="1">
                <a:solidFill>
                  <a:srgbClr val="043776"/>
                </a:solidFill>
                <a:latin typeface="Arial"/>
              </a:rPr>
              <a:t>No Customer accounts per country.</a:t>
            </a:r>
            <a:endParaRPr kumimoji="0" lang="en-US" sz="1100" b="0" i="1" u="none" strike="noStrike" kern="1200" cap="none" spc="0" normalizeH="0" baseline="0" noProof="0">
              <a:ln>
                <a:noFill/>
              </a:ln>
              <a:solidFill>
                <a:srgbClr val="043776"/>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1" u="none" strike="noStrike" kern="1200" cap="none" spc="0" normalizeH="0" baseline="0" noProof="0">
                <a:ln>
                  <a:noFill/>
                </a:ln>
                <a:solidFill>
                  <a:srgbClr val="043776"/>
                </a:solidFill>
                <a:effectLst/>
                <a:uLnTx/>
                <a:uFillTx/>
                <a:latin typeface="Arial"/>
                <a:ea typeface="+mn-ea"/>
                <a:cs typeface="+mn-cs"/>
              </a:rPr>
              <a:t>Invoice Account is created only in Finance application for processing</a:t>
            </a:r>
          </a:p>
        </p:txBody>
      </p:sp>
      <p:sp>
        <p:nvSpPr>
          <p:cNvPr id="37" name="Rectangle 36">
            <a:extLst>
              <a:ext uri="{FF2B5EF4-FFF2-40B4-BE49-F238E27FC236}">
                <a16:creationId xmlns:a16="http://schemas.microsoft.com/office/drawing/2014/main" id="{ED138F55-BFB8-9101-2DC1-C3789E335427}"/>
              </a:ext>
            </a:extLst>
          </p:cNvPr>
          <p:cNvSpPr/>
          <p:nvPr/>
        </p:nvSpPr>
        <p:spPr>
          <a:xfrm>
            <a:off x="5061206" y="4828934"/>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30</a:t>
            </a:r>
          </a:p>
          <a:p>
            <a:pPr algn="l"/>
            <a:r>
              <a:rPr lang="en-US" sz="800"/>
              <a:t>Currency Code – </a:t>
            </a:r>
            <a:r>
              <a:rPr lang="en-US" sz="800" b="1"/>
              <a:t>USD</a:t>
            </a:r>
          </a:p>
          <a:p>
            <a:r>
              <a:rPr lang="en-US" sz="800"/>
              <a:t>Preferred Document Language </a:t>
            </a:r>
            <a:r>
              <a:rPr lang="en-US" sz="800" b="1"/>
              <a:t>– English</a:t>
            </a:r>
          </a:p>
          <a:p>
            <a:r>
              <a:rPr lang="en-US" sz="800"/>
              <a:t>EQX OU – </a:t>
            </a:r>
            <a:r>
              <a:rPr lang="en-US" sz="800" b="1"/>
              <a:t>EQX LLC</a:t>
            </a:r>
          </a:p>
          <a:p>
            <a:r>
              <a:rPr lang="en-US" sz="800"/>
              <a:t>Billing Freq – Monthly</a:t>
            </a:r>
          </a:p>
          <a:p>
            <a:r>
              <a:rPr lang="en-US" sz="800"/>
              <a:t>Credit Hold – Y/N</a:t>
            </a:r>
          </a:p>
          <a:p>
            <a:endParaRPr lang="en-US" sz="800" b="1"/>
          </a:p>
        </p:txBody>
      </p:sp>
      <p:sp>
        <p:nvSpPr>
          <p:cNvPr id="41" name="Rectangle 40">
            <a:extLst>
              <a:ext uri="{FF2B5EF4-FFF2-40B4-BE49-F238E27FC236}">
                <a16:creationId xmlns:a16="http://schemas.microsoft.com/office/drawing/2014/main" id="{4D309902-3E53-74E5-D375-D10F86CBBA75}"/>
              </a:ext>
            </a:extLst>
          </p:cNvPr>
          <p:cNvSpPr/>
          <p:nvPr/>
        </p:nvSpPr>
        <p:spPr>
          <a:xfrm>
            <a:off x="6736038" y="4831273"/>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60</a:t>
            </a:r>
          </a:p>
          <a:p>
            <a:pPr algn="l"/>
            <a:r>
              <a:rPr lang="en-US" sz="800"/>
              <a:t>Currency Code – </a:t>
            </a:r>
            <a:r>
              <a:rPr lang="en-US" sz="800" b="1"/>
              <a:t>GBP</a:t>
            </a:r>
          </a:p>
          <a:p>
            <a:r>
              <a:rPr lang="en-US" sz="800"/>
              <a:t>Preferred Document Language </a:t>
            </a:r>
            <a:r>
              <a:rPr lang="en-US" sz="800" b="1"/>
              <a:t>– English</a:t>
            </a:r>
          </a:p>
          <a:p>
            <a:r>
              <a:rPr lang="en-US" sz="800"/>
              <a:t>EQX OU – </a:t>
            </a:r>
            <a:r>
              <a:rPr lang="en-US" sz="800" b="1"/>
              <a:t>EQX UK</a:t>
            </a:r>
          </a:p>
          <a:p>
            <a:r>
              <a:rPr lang="en-US" sz="800"/>
              <a:t>Billing Freq – Quarterly</a:t>
            </a:r>
          </a:p>
          <a:p>
            <a:r>
              <a:rPr lang="en-US" sz="800"/>
              <a:t>Credit Hold – Y/N</a:t>
            </a:r>
          </a:p>
          <a:p>
            <a:endParaRPr lang="en-US" sz="800" b="1"/>
          </a:p>
        </p:txBody>
      </p:sp>
      <p:sp>
        <p:nvSpPr>
          <p:cNvPr id="42" name="Rectangle 41">
            <a:extLst>
              <a:ext uri="{FF2B5EF4-FFF2-40B4-BE49-F238E27FC236}">
                <a16:creationId xmlns:a16="http://schemas.microsoft.com/office/drawing/2014/main" id="{F422D7F3-A566-FE2A-7982-4AD62FC6074F}"/>
              </a:ext>
            </a:extLst>
          </p:cNvPr>
          <p:cNvSpPr/>
          <p:nvPr/>
        </p:nvSpPr>
        <p:spPr>
          <a:xfrm>
            <a:off x="8540791" y="4801721"/>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45</a:t>
            </a:r>
          </a:p>
          <a:p>
            <a:pPr algn="l"/>
            <a:r>
              <a:rPr lang="en-US" sz="800"/>
              <a:t>Currency Code – </a:t>
            </a:r>
            <a:r>
              <a:rPr lang="en-US" sz="800" b="1"/>
              <a:t>EU</a:t>
            </a:r>
          </a:p>
          <a:p>
            <a:r>
              <a:rPr lang="en-US" sz="800"/>
              <a:t>Preferred Document Language </a:t>
            </a:r>
            <a:r>
              <a:rPr lang="en-US" sz="800" b="1"/>
              <a:t>– Deutch</a:t>
            </a:r>
          </a:p>
          <a:p>
            <a:r>
              <a:rPr lang="en-US" sz="800"/>
              <a:t>EQX OU – </a:t>
            </a:r>
            <a:r>
              <a:rPr lang="en-US" sz="800" b="1"/>
              <a:t>EQX NL</a:t>
            </a:r>
          </a:p>
          <a:p>
            <a:r>
              <a:rPr lang="en-US" sz="800"/>
              <a:t>Billing Freq – Quarterly</a:t>
            </a:r>
          </a:p>
          <a:p>
            <a:r>
              <a:rPr lang="en-US" sz="800"/>
              <a:t>Credit Hold – Y/N</a:t>
            </a:r>
          </a:p>
          <a:p>
            <a:endParaRPr lang="en-US" sz="800" b="1"/>
          </a:p>
        </p:txBody>
      </p:sp>
      <p:sp>
        <p:nvSpPr>
          <p:cNvPr id="43" name="Rectangle 42">
            <a:extLst>
              <a:ext uri="{FF2B5EF4-FFF2-40B4-BE49-F238E27FC236}">
                <a16:creationId xmlns:a16="http://schemas.microsoft.com/office/drawing/2014/main" id="{DFACDCBD-F22F-6266-84E2-6E4734E1AA2D}"/>
              </a:ext>
            </a:extLst>
          </p:cNvPr>
          <p:cNvSpPr/>
          <p:nvPr/>
        </p:nvSpPr>
        <p:spPr>
          <a:xfrm>
            <a:off x="10205916" y="4799351"/>
            <a:ext cx="1353189" cy="947883"/>
          </a:xfrm>
          <a:prstGeom prst="rect">
            <a:avLst/>
          </a:prstGeom>
          <a:ln/>
        </p:spPr>
        <p:style>
          <a:lnRef idx="2">
            <a:schemeClr val="accent2"/>
          </a:lnRef>
          <a:fillRef idx="1">
            <a:schemeClr val="lt1"/>
          </a:fillRef>
          <a:effectRef idx="0">
            <a:schemeClr val="accent2"/>
          </a:effectRef>
          <a:fontRef idx="minor">
            <a:schemeClr val="dk1"/>
          </a:fontRef>
        </p:style>
        <p:txBody>
          <a:bodyPr rtlCol="0" anchor="t"/>
          <a:lstStyle/>
          <a:p>
            <a:pPr algn="l"/>
            <a:r>
              <a:rPr lang="en-US" sz="800"/>
              <a:t>Payment Term –</a:t>
            </a:r>
            <a:r>
              <a:rPr lang="en-US" sz="800" b="1"/>
              <a:t>NET 90</a:t>
            </a:r>
          </a:p>
          <a:p>
            <a:pPr algn="l"/>
            <a:r>
              <a:rPr lang="en-US" sz="800"/>
              <a:t>Currency Code – </a:t>
            </a:r>
            <a:r>
              <a:rPr lang="en-US" sz="800" b="1"/>
              <a:t>EU</a:t>
            </a:r>
          </a:p>
          <a:p>
            <a:r>
              <a:rPr lang="en-US" sz="800"/>
              <a:t>Preferred Document Language </a:t>
            </a:r>
            <a:r>
              <a:rPr lang="en-US" sz="800" b="1"/>
              <a:t>– English</a:t>
            </a:r>
          </a:p>
          <a:p>
            <a:r>
              <a:rPr lang="en-US" sz="800"/>
              <a:t>EQX OU – </a:t>
            </a:r>
            <a:r>
              <a:rPr lang="en-US" sz="800" b="1"/>
              <a:t>EQX AUS</a:t>
            </a:r>
          </a:p>
          <a:p>
            <a:r>
              <a:rPr lang="en-US" sz="800"/>
              <a:t>Billing Freq – Monthly</a:t>
            </a:r>
          </a:p>
          <a:p>
            <a:r>
              <a:rPr lang="en-US" sz="800"/>
              <a:t>Credit Hold – Y/N</a:t>
            </a:r>
          </a:p>
          <a:p>
            <a:endParaRPr lang="en-US" sz="800" b="1"/>
          </a:p>
        </p:txBody>
      </p:sp>
      <p:sp>
        <p:nvSpPr>
          <p:cNvPr id="44" name="TextBox 43">
            <a:extLst>
              <a:ext uri="{FF2B5EF4-FFF2-40B4-BE49-F238E27FC236}">
                <a16:creationId xmlns:a16="http://schemas.microsoft.com/office/drawing/2014/main" id="{E9A7BC13-D28A-BCDB-A434-D5D4454BFC16}"/>
              </a:ext>
            </a:extLst>
          </p:cNvPr>
          <p:cNvSpPr txBox="1"/>
          <p:nvPr/>
        </p:nvSpPr>
        <p:spPr>
          <a:xfrm>
            <a:off x="8521487" y="2953402"/>
            <a:ext cx="2397052" cy="450435"/>
          </a:xfrm>
          <a:prstGeom prst="rect">
            <a:avLst/>
          </a:prstGeom>
          <a:noFill/>
        </p:spPr>
        <p:txBody>
          <a:bodyPr wrap="square" lIns="0" tIns="0" rIns="91440" bIns="45720" rtlCol="0" anchor="t">
            <a:noAutofit/>
          </a:bodyPr>
          <a:lstStyle/>
          <a:p>
            <a:pPr algn="l"/>
            <a:r>
              <a:rPr lang="en-US" sz="1000"/>
              <a:t>Account Name – </a:t>
            </a:r>
            <a:r>
              <a:rPr lang="en-US" sz="1000" err="1"/>
              <a:t>Youtube</a:t>
            </a:r>
            <a:endParaRPr lang="en-US" sz="1000"/>
          </a:p>
          <a:p>
            <a:pPr algn="l"/>
            <a:r>
              <a:rPr lang="en-US" sz="1000"/>
              <a:t>HQ Address – Address 1</a:t>
            </a:r>
            <a:endParaRPr lang="en-US" sz="1000">
              <a:cs typeface="Arial"/>
            </a:endParaRPr>
          </a:p>
          <a:p>
            <a:r>
              <a:rPr lang="en-US" sz="1000">
                <a:cs typeface="Arial"/>
              </a:rPr>
              <a:t>Customer Number - 1002</a:t>
            </a:r>
          </a:p>
        </p:txBody>
      </p:sp>
      <p:sp>
        <p:nvSpPr>
          <p:cNvPr id="45" name="TextBox 44">
            <a:extLst>
              <a:ext uri="{FF2B5EF4-FFF2-40B4-BE49-F238E27FC236}">
                <a16:creationId xmlns:a16="http://schemas.microsoft.com/office/drawing/2014/main" id="{916EE59F-F85F-C9EE-0918-2060E22F2CCE}"/>
              </a:ext>
            </a:extLst>
          </p:cNvPr>
          <p:cNvSpPr txBox="1"/>
          <p:nvPr/>
        </p:nvSpPr>
        <p:spPr>
          <a:xfrm>
            <a:off x="5005175" y="4215498"/>
            <a:ext cx="1685840" cy="145160"/>
          </a:xfrm>
          <a:prstGeom prst="rect">
            <a:avLst/>
          </a:prstGeom>
          <a:noFill/>
        </p:spPr>
        <p:txBody>
          <a:bodyPr wrap="square" lIns="0" tIns="0" rtlCol="0">
            <a:noAutofit/>
          </a:bodyPr>
          <a:lstStyle/>
          <a:p>
            <a:r>
              <a:rPr lang="en-US" sz="1000"/>
              <a:t>Name - </a:t>
            </a:r>
            <a:r>
              <a:rPr lang="en-US" sz="1000" err="1"/>
              <a:t>Youtube</a:t>
            </a:r>
            <a:endParaRPr lang="en-US" sz="1000"/>
          </a:p>
          <a:p>
            <a:pPr algn="l"/>
            <a:r>
              <a:rPr lang="en-US" sz="1000"/>
              <a:t>Bill to – Address 2</a:t>
            </a:r>
          </a:p>
          <a:p>
            <a:pPr algn="l"/>
            <a:r>
              <a:rPr lang="en-US" sz="1000"/>
              <a:t>Bill from – EQX LLC</a:t>
            </a:r>
          </a:p>
        </p:txBody>
      </p:sp>
      <p:sp>
        <p:nvSpPr>
          <p:cNvPr id="46" name="TextBox 45">
            <a:extLst>
              <a:ext uri="{FF2B5EF4-FFF2-40B4-BE49-F238E27FC236}">
                <a16:creationId xmlns:a16="http://schemas.microsoft.com/office/drawing/2014/main" id="{4B10908A-552F-B66F-E913-4C92C781DF24}"/>
              </a:ext>
            </a:extLst>
          </p:cNvPr>
          <p:cNvSpPr txBox="1"/>
          <p:nvPr/>
        </p:nvSpPr>
        <p:spPr>
          <a:xfrm>
            <a:off x="6710785" y="4198600"/>
            <a:ext cx="1685840" cy="145160"/>
          </a:xfrm>
          <a:prstGeom prst="rect">
            <a:avLst/>
          </a:prstGeom>
          <a:noFill/>
        </p:spPr>
        <p:txBody>
          <a:bodyPr wrap="square" lIns="0" tIns="0" rtlCol="0">
            <a:noAutofit/>
          </a:bodyPr>
          <a:lstStyle/>
          <a:p>
            <a:r>
              <a:rPr lang="en-US" sz="1000"/>
              <a:t>Name - </a:t>
            </a:r>
            <a:r>
              <a:rPr lang="en-US" sz="1000" err="1"/>
              <a:t>Youtube</a:t>
            </a:r>
            <a:endParaRPr lang="en-US" sz="1000"/>
          </a:p>
          <a:p>
            <a:pPr algn="l"/>
            <a:r>
              <a:rPr lang="en-US" sz="1000"/>
              <a:t>Bill to – Address 2</a:t>
            </a:r>
          </a:p>
          <a:p>
            <a:pPr algn="l"/>
            <a:r>
              <a:rPr lang="en-US" sz="1000"/>
              <a:t>Bill from – EQX UK</a:t>
            </a:r>
          </a:p>
        </p:txBody>
      </p:sp>
      <p:sp>
        <p:nvSpPr>
          <p:cNvPr id="47" name="TextBox 46">
            <a:extLst>
              <a:ext uri="{FF2B5EF4-FFF2-40B4-BE49-F238E27FC236}">
                <a16:creationId xmlns:a16="http://schemas.microsoft.com/office/drawing/2014/main" id="{101B3E6D-9638-605F-E6BA-01252CB72AA2}"/>
              </a:ext>
            </a:extLst>
          </p:cNvPr>
          <p:cNvSpPr txBox="1"/>
          <p:nvPr/>
        </p:nvSpPr>
        <p:spPr>
          <a:xfrm>
            <a:off x="8466980" y="4197731"/>
            <a:ext cx="1685840" cy="145160"/>
          </a:xfrm>
          <a:prstGeom prst="rect">
            <a:avLst/>
          </a:prstGeom>
          <a:noFill/>
        </p:spPr>
        <p:txBody>
          <a:bodyPr wrap="square" lIns="0" tIns="0" rtlCol="0">
            <a:noAutofit/>
          </a:bodyPr>
          <a:lstStyle/>
          <a:p>
            <a:r>
              <a:rPr lang="en-US" sz="1000"/>
              <a:t>Name - </a:t>
            </a:r>
            <a:r>
              <a:rPr lang="en-US" sz="1000" err="1"/>
              <a:t>Youtube</a:t>
            </a:r>
            <a:endParaRPr lang="en-US" sz="1000"/>
          </a:p>
          <a:p>
            <a:pPr algn="l"/>
            <a:r>
              <a:rPr lang="en-US" sz="1000"/>
              <a:t>Bill to – Address 2</a:t>
            </a:r>
          </a:p>
          <a:p>
            <a:pPr algn="l"/>
            <a:r>
              <a:rPr lang="en-US" sz="1000"/>
              <a:t>Bill from – EQX NL</a:t>
            </a:r>
          </a:p>
        </p:txBody>
      </p:sp>
      <p:sp>
        <p:nvSpPr>
          <p:cNvPr id="48" name="TextBox 47">
            <a:extLst>
              <a:ext uri="{FF2B5EF4-FFF2-40B4-BE49-F238E27FC236}">
                <a16:creationId xmlns:a16="http://schemas.microsoft.com/office/drawing/2014/main" id="{61FFFC02-0D4B-690F-3B94-DA638A367BCA}"/>
              </a:ext>
            </a:extLst>
          </p:cNvPr>
          <p:cNvSpPr txBox="1"/>
          <p:nvPr/>
        </p:nvSpPr>
        <p:spPr>
          <a:xfrm>
            <a:off x="10205916" y="4193410"/>
            <a:ext cx="2336005" cy="304042"/>
          </a:xfrm>
          <a:prstGeom prst="rect">
            <a:avLst/>
          </a:prstGeom>
          <a:noFill/>
        </p:spPr>
        <p:txBody>
          <a:bodyPr wrap="square" lIns="0" tIns="0" rtlCol="0">
            <a:noAutofit/>
          </a:bodyPr>
          <a:lstStyle/>
          <a:p>
            <a:r>
              <a:rPr lang="en-US" sz="1000"/>
              <a:t>Name - </a:t>
            </a:r>
            <a:r>
              <a:rPr lang="en-US" sz="1000" err="1"/>
              <a:t>Youtube</a:t>
            </a:r>
            <a:endParaRPr lang="en-US" sz="1000"/>
          </a:p>
          <a:p>
            <a:pPr algn="l"/>
            <a:r>
              <a:rPr lang="en-US" sz="1000"/>
              <a:t>Bill to – Address 2</a:t>
            </a:r>
          </a:p>
          <a:p>
            <a:pPr algn="l"/>
            <a:r>
              <a:rPr lang="en-US" sz="1000"/>
              <a:t>Bill from – EQX AUS</a:t>
            </a:r>
          </a:p>
        </p:txBody>
      </p:sp>
      <p:sp>
        <p:nvSpPr>
          <p:cNvPr id="49" name="TextBox 48">
            <a:extLst>
              <a:ext uri="{FF2B5EF4-FFF2-40B4-BE49-F238E27FC236}">
                <a16:creationId xmlns:a16="http://schemas.microsoft.com/office/drawing/2014/main" id="{3F4223B7-A393-3A48-9464-40331396BC74}"/>
              </a:ext>
            </a:extLst>
          </p:cNvPr>
          <p:cNvSpPr txBox="1"/>
          <p:nvPr/>
        </p:nvSpPr>
        <p:spPr>
          <a:xfrm>
            <a:off x="2210369" y="2831166"/>
            <a:ext cx="2397052" cy="450435"/>
          </a:xfrm>
          <a:prstGeom prst="rect">
            <a:avLst/>
          </a:prstGeom>
          <a:noFill/>
        </p:spPr>
        <p:txBody>
          <a:bodyPr wrap="square" lIns="0" tIns="0" rIns="91440" bIns="45720" rtlCol="0" anchor="t">
            <a:noAutofit/>
          </a:bodyPr>
          <a:lstStyle/>
          <a:p>
            <a:pPr algn="l"/>
            <a:r>
              <a:rPr lang="en-US" sz="1000"/>
              <a:t>Account Name – ABC Corp</a:t>
            </a:r>
          </a:p>
          <a:p>
            <a:pPr algn="l"/>
            <a:r>
              <a:rPr lang="en-US" sz="1000"/>
              <a:t>HQ Address – Address 1</a:t>
            </a:r>
            <a:endParaRPr lang="en-US" sz="1000">
              <a:cs typeface="Arial"/>
            </a:endParaRPr>
          </a:p>
          <a:p>
            <a:r>
              <a:rPr lang="en-US" sz="1000">
                <a:cs typeface="Arial"/>
              </a:rPr>
              <a:t>Customer Number - 1000</a:t>
            </a:r>
          </a:p>
        </p:txBody>
      </p:sp>
      <p:sp>
        <p:nvSpPr>
          <p:cNvPr id="50" name="TextBox 49">
            <a:extLst>
              <a:ext uri="{FF2B5EF4-FFF2-40B4-BE49-F238E27FC236}">
                <a16:creationId xmlns:a16="http://schemas.microsoft.com/office/drawing/2014/main" id="{F53EC042-8D6D-9A4E-1DBD-26AADE35C1D9}"/>
              </a:ext>
            </a:extLst>
          </p:cNvPr>
          <p:cNvSpPr txBox="1"/>
          <p:nvPr/>
        </p:nvSpPr>
        <p:spPr>
          <a:xfrm>
            <a:off x="2430936" y="3473465"/>
            <a:ext cx="2397052" cy="450435"/>
          </a:xfrm>
          <a:prstGeom prst="rect">
            <a:avLst/>
          </a:prstGeom>
          <a:noFill/>
        </p:spPr>
        <p:txBody>
          <a:bodyPr wrap="square" lIns="0" tIns="0" rIns="91440" bIns="45720" rtlCol="0" anchor="t">
            <a:noAutofit/>
          </a:bodyPr>
          <a:lstStyle/>
          <a:p>
            <a:pPr algn="l"/>
            <a:r>
              <a:rPr lang="en-US" sz="1000"/>
              <a:t>Account Name – Google Inc.</a:t>
            </a:r>
          </a:p>
          <a:p>
            <a:pPr algn="l"/>
            <a:r>
              <a:rPr lang="en-US" sz="1000"/>
              <a:t>HQ Address – Address 2</a:t>
            </a:r>
            <a:endParaRPr lang="en-US" sz="1000">
              <a:cs typeface="Arial"/>
            </a:endParaRPr>
          </a:p>
          <a:p>
            <a:r>
              <a:rPr lang="en-US" sz="1000">
                <a:cs typeface="Arial"/>
              </a:rPr>
              <a:t>Customer Number - 1001</a:t>
            </a:r>
          </a:p>
        </p:txBody>
      </p:sp>
      <p:sp>
        <p:nvSpPr>
          <p:cNvPr id="51" name="TextBox 50">
            <a:extLst>
              <a:ext uri="{FF2B5EF4-FFF2-40B4-BE49-F238E27FC236}">
                <a16:creationId xmlns:a16="http://schemas.microsoft.com/office/drawing/2014/main" id="{98D8B231-BA8A-C62A-DB1B-E0D09805AD20}"/>
              </a:ext>
            </a:extLst>
          </p:cNvPr>
          <p:cNvSpPr txBox="1"/>
          <p:nvPr/>
        </p:nvSpPr>
        <p:spPr>
          <a:xfrm>
            <a:off x="2729482" y="4117538"/>
            <a:ext cx="2397052" cy="450435"/>
          </a:xfrm>
          <a:prstGeom prst="rect">
            <a:avLst/>
          </a:prstGeom>
          <a:noFill/>
        </p:spPr>
        <p:txBody>
          <a:bodyPr wrap="square" lIns="0" tIns="0" rIns="91440" bIns="45720" rtlCol="0" anchor="t">
            <a:noAutofit/>
          </a:bodyPr>
          <a:lstStyle/>
          <a:p>
            <a:pPr algn="l"/>
            <a:r>
              <a:rPr lang="en-US" sz="1000"/>
              <a:t>Account Name – </a:t>
            </a:r>
            <a:r>
              <a:rPr lang="en-US" sz="1000" err="1"/>
              <a:t>Youtube</a:t>
            </a:r>
            <a:endParaRPr lang="en-US" sz="1000"/>
          </a:p>
          <a:p>
            <a:pPr algn="l"/>
            <a:r>
              <a:rPr lang="en-US" sz="1000"/>
              <a:t>HQ Address – Address 3</a:t>
            </a:r>
            <a:endParaRPr lang="en-US" sz="1000">
              <a:cs typeface="Arial"/>
            </a:endParaRPr>
          </a:p>
          <a:p>
            <a:r>
              <a:rPr lang="en-US" sz="1000">
                <a:cs typeface="Arial"/>
              </a:rPr>
              <a:t>Customer Number - 1002</a:t>
            </a:r>
          </a:p>
        </p:txBody>
      </p:sp>
      <p:sp>
        <p:nvSpPr>
          <p:cNvPr id="53" name="TextBox 52">
            <a:extLst>
              <a:ext uri="{FF2B5EF4-FFF2-40B4-BE49-F238E27FC236}">
                <a16:creationId xmlns:a16="http://schemas.microsoft.com/office/drawing/2014/main" id="{C7380AB7-A4D9-BE7B-2D82-0D22BCFB4A73}"/>
              </a:ext>
            </a:extLst>
          </p:cNvPr>
          <p:cNvSpPr txBox="1"/>
          <p:nvPr/>
        </p:nvSpPr>
        <p:spPr>
          <a:xfrm>
            <a:off x="5005175" y="5974928"/>
            <a:ext cx="7394435" cy="450435"/>
          </a:xfrm>
          <a:prstGeom prst="rect">
            <a:avLst/>
          </a:prstGeom>
          <a:noFill/>
        </p:spPr>
        <p:txBody>
          <a:bodyPr wrap="square" lIns="0" tIns="0" rtlCol="0">
            <a:noAutofit/>
          </a:bodyPr>
          <a:lstStyle/>
          <a:p>
            <a:pPr algn="l"/>
            <a:r>
              <a:rPr lang="en-US" sz="1200">
                <a:solidFill>
                  <a:schemeClr val="accent1"/>
                </a:solidFill>
              </a:rPr>
              <a:t> Account name is same for all invoice accounts and invoice accounts is not exposed to Customers.</a:t>
            </a:r>
          </a:p>
          <a:p>
            <a:pPr algn="l"/>
            <a:r>
              <a:rPr lang="en-US" sz="1200">
                <a:solidFill>
                  <a:schemeClr val="accent1"/>
                </a:solidFill>
              </a:rPr>
              <a:t>Replicating the same information and cascading to upstream will take us back to current design.</a:t>
            </a:r>
          </a:p>
        </p:txBody>
      </p:sp>
      <p:sp>
        <p:nvSpPr>
          <p:cNvPr id="54" name="TextBox 53">
            <a:extLst>
              <a:ext uri="{FF2B5EF4-FFF2-40B4-BE49-F238E27FC236}">
                <a16:creationId xmlns:a16="http://schemas.microsoft.com/office/drawing/2014/main" id="{233B1FFD-A33C-D333-C6B9-FC58E2A7A310}"/>
              </a:ext>
            </a:extLst>
          </p:cNvPr>
          <p:cNvSpPr txBox="1"/>
          <p:nvPr/>
        </p:nvSpPr>
        <p:spPr>
          <a:xfrm>
            <a:off x="83314" y="6005659"/>
            <a:ext cx="4695244" cy="450435"/>
          </a:xfrm>
          <a:prstGeom prst="rect">
            <a:avLst/>
          </a:prstGeom>
          <a:noFill/>
        </p:spPr>
        <p:txBody>
          <a:bodyPr wrap="square" lIns="0" tIns="0" rtlCol="0">
            <a:noAutofit/>
          </a:bodyPr>
          <a:lstStyle/>
          <a:p>
            <a:pPr algn="l"/>
            <a:r>
              <a:rPr lang="en-US" sz="1400">
                <a:solidFill>
                  <a:schemeClr val="accent2"/>
                </a:solidFill>
              </a:rPr>
              <a:t>Lead to Cash transactions will be created on Legal Entity</a:t>
            </a:r>
          </a:p>
        </p:txBody>
      </p:sp>
    </p:spTree>
    <p:extLst>
      <p:ext uri="{BB962C8B-B14F-4D97-AF65-F5344CB8AC3E}">
        <p14:creationId xmlns:p14="http://schemas.microsoft.com/office/powerpoint/2010/main" val="1846858045"/>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C0E7D92-1416-2F58-240A-40DAFE4C31E0}"/>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0E5DBECC-441D-3B9A-6DC2-CDD3599B7B5C}"/>
              </a:ext>
            </a:extLst>
          </p:cNvPr>
          <p:cNvSpPr>
            <a:spLocks noGrp="1"/>
          </p:cNvSpPr>
          <p:nvPr>
            <p:ph type="sldNum" sz="quarter" idx="12"/>
          </p:nvPr>
        </p:nvSpPr>
        <p:spPr/>
        <p:txBody>
          <a:bodyPr/>
          <a:lstStyle/>
          <a:p>
            <a:fld id="{F8A89D12-4F33-44AF-85FC-689FEAF79A41}" type="slidenum">
              <a:rPr lang="en-US" smtClean="0"/>
              <a:t>6</a:t>
            </a:fld>
            <a:endParaRPr lang="en-US"/>
          </a:p>
        </p:txBody>
      </p:sp>
      <p:sp>
        <p:nvSpPr>
          <p:cNvPr id="4" name="Title 3">
            <a:extLst>
              <a:ext uri="{FF2B5EF4-FFF2-40B4-BE49-F238E27FC236}">
                <a16:creationId xmlns:a16="http://schemas.microsoft.com/office/drawing/2014/main" id="{94B0B49F-6773-FA7A-FB67-A442F0F31A7A}"/>
              </a:ext>
            </a:extLst>
          </p:cNvPr>
          <p:cNvSpPr>
            <a:spLocks noGrp="1"/>
          </p:cNvSpPr>
          <p:nvPr>
            <p:ph type="title"/>
          </p:nvPr>
        </p:nvSpPr>
        <p:spPr>
          <a:xfrm>
            <a:off x="396240" y="196626"/>
            <a:ext cx="11088686" cy="548640"/>
          </a:xfrm>
        </p:spPr>
        <p:txBody>
          <a:bodyPr/>
          <a:lstStyle/>
          <a:p>
            <a:r>
              <a:rPr lang="en-US"/>
              <a:t>Future State</a:t>
            </a:r>
          </a:p>
        </p:txBody>
      </p:sp>
      <p:sp>
        <p:nvSpPr>
          <p:cNvPr id="5" name="Text Placeholder 4">
            <a:extLst>
              <a:ext uri="{FF2B5EF4-FFF2-40B4-BE49-F238E27FC236}">
                <a16:creationId xmlns:a16="http://schemas.microsoft.com/office/drawing/2014/main" id="{2D9E3FC5-A0B7-DA0E-FB9B-E1AB2712E196}"/>
              </a:ext>
            </a:extLst>
          </p:cNvPr>
          <p:cNvSpPr>
            <a:spLocks noGrp="1"/>
          </p:cNvSpPr>
          <p:nvPr>
            <p:ph type="body" sz="quarter" idx="15"/>
          </p:nvPr>
        </p:nvSpPr>
        <p:spPr>
          <a:xfrm>
            <a:off x="396240" y="661073"/>
            <a:ext cx="5760721" cy="365761"/>
          </a:xfrm>
        </p:spPr>
        <p:txBody>
          <a:bodyPr/>
          <a:lstStyle/>
          <a:p>
            <a:r>
              <a:rPr lang="en-US"/>
              <a:t>Equinix Customer Hierarchies</a:t>
            </a:r>
          </a:p>
        </p:txBody>
      </p:sp>
      <p:sp>
        <p:nvSpPr>
          <p:cNvPr id="8" name="Rectangle: Rounded Corners 7">
            <a:extLst>
              <a:ext uri="{FF2B5EF4-FFF2-40B4-BE49-F238E27FC236}">
                <a16:creationId xmlns:a16="http://schemas.microsoft.com/office/drawing/2014/main" id="{25678F7C-9375-439D-7C54-8DE46650FF50}"/>
              </a:ext>
            </a:extLst>
          </p:cNvPr>
          <p:cNvSpPr/>
          <p:nvPr/>
        </p:nvSpPr>
        <p:spPr>
          <a:xfrm>
            <a:off x="396240" y="1202467"/>
            <a:ext cx="5577840" cy="5518373"/>
          </a:xfrm>
          <a:prstGeom prst="roundRect">
            <a:avLst>
              <a:gd name="adj" fmla="val 762"/>
            </a:avLst>
          </a:prstGeom>
          <a:solidFill>
            <a:schemeClr val="bg2"/>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r>
              <a:rPr lang="en-US" sz="1400">
                <a:ln w="0"/>
                <a:solidFill>
                  <a:schemeClr val="tx1"/>
                </a:solidFill>
                <a:effectLst>
                  <a:outerShdw blurRad="38100" dist="19050" dir="2700000" algn="tl" rotWithShape="0">
                    <a:schemeClr val="dk1">
                      <a:alpha val="40000"/>
                    </a:schemeClr>
                  </a:outerShdw>
                </a:effectLst>
              </a:rPr>
              <a:t>MDM</a:t>
            </a:r>
          </a:p>
        </p:txBody>
      </p:sp>
      <p:sp>
        <p:nvSpPr>
          <p:cNvPr id="10" name="Rectangle: Rounded Corners 9">
            <a:extLst>
              <a:ext uri="{FF2B5EF4-FFF2-40B4-BE49-F238E27FC236}">
                <a16:creationId xmlns:a16="http://schemas.microsoft.com/office/drawing/2014/main" id="{17AAA1BC-86AC-55DF-0C81-B1B2CF9AE4EF}"/>
              </a:ext>
            </a:extLst>
          </p:cNvPr>
          <p:cNvSpPr/>
          <p:nvPr/>
        </p:nvSpPr>
        <p:spPr>
          <a:xfrm>
            <a:off x="527685" y="1492773"/>
            <a:ext cx="5314950" cy="5122134"/>
          </a:xfrm>
          <a:prstGeom prst="roundRect">
            <a:avLst>
              <a:gd name="adj" fmla="val 762"/>
            </a:avLst>
          </a:prstGeom>
          <a:solidFill>
            <a:schemeClr val="accent4">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Global Ultimate Legal Account</a:t>
            </a:r>
            <a:br>
              <a:rPr lang="en-US" sz="1000">
                <a:solidFill>
                  <a:schemeClr val="tx1"/>
                </a:solidFill>
              </a:rPr>
            </a:br>
            <a:r>
              <a:rPr lang="en-US" sz="1000" u="sng">
                <a:solidFill>
                  <a:schemeClr val="tx1"/>
                </a:solidFill>
              </a:rPr>
              <a:t>Legal Entity Name</a:t>
            </a:r>
            <a:r>
              <a:rPr lang="en-US" sz="1000">
                <a:solidFill>
                  <a:schemeClr val="tx1"/>
                </a:solidFill>
              </a:rPr>
              <a:t>: Microsoft Corporation</a:t>
            </a:r>
            <a:br>
              <a:rPr lang="en-US" sz="1000">
                <a:solidFill>
                  <a:schemeClr val="tx1"/>
                </a:solidFill>
              </a:rPr>
            </a:br>
            <a:r>
              <a:rPr lang="en-US" sz="1000" u="sng">
                <a:solidFill>
                  <a:schemeClr val="tx1"/>
                </a:solidFill>
              </a:rPr>
              <a:t>Customer Number</a:t>
            </a:r>
            <a:r>
              <a:rPr lang="en-US" sz="1000">
                <a:solidFill>
                  <a:schemeClr val="tx1"/>
                </a:solidFill>
              </a:rPr>
              <a:t>: 1000 	</a:t>
            </a:r>
            <a:r>
              <a:rPr lang="en-US" sz="1000" u="sng">
                <a:solidFill>
                  <a:schemeClr val="tx1"/>
                </a:solidFill>
              </a:rPr>
              <a:t>DUNS Number</a:t>
            </a:r>
            <a:r>
              <a:rPr lang="en-US" sz="1000">
                <a:solidFill>
                  <a:schemeClr val="tx1"/>
                </a:solidFill>
              </a:rPr>
              <a:t>: 100-000-000</a:t>
            </a:r>
            <a:br>
              <a:rPr lang="en-US" sz="1000">
                <a:solidFill>
                  <a:schemeClr val="tx1"/>
                </a:solidFill>
              </a:rPr>
            </a:br>
            <a:r>
              <a:rPr lang="en-US" sz="1000" u="sng">
                <a:solidFill>
                  <a:schemeClr val="tx1"/>
                </a:solidFill>
              </a:rPr>
              <a:t>HQ Address</a:t>
            </a:r>
            <a:r>
              <a:rPr lang="en-US" sz="1000">
                <a:solidFill>
                  <a:schemeClr val="tx1"/>
                </a:solidFill>
              </a:rPr>
              <a:t>: One Microsoft Way, Redmond, Washington, 98052‑6399, United States</a:t>
            </a:r>
            <a:endParaRPr lang="en-US" sz="800">
              <a:ln w="0"/>
              <a:solidFill>
                <a:schemeClr val="tx1"/>
              </a:solidFill>
              <a:effectLst>
                <a:outerShdw blurRad="38100" dist="19050" dir="2700000" algn="tl" rotWithShape="0">
                  <a:schemeClr val="dk1">
                    <a:alpha val="40000"/>
                  </a:schemeClr>
                </a:outerShdw>
              </a:effectLst>
            </a:endParaRPr>
          </a:p>
        </p:txBody>
      </p:sp>
      <p:sp>
        <p:nvSpPr>
          <p:cNvPr id="11" name="Rectangle: Rounded Corners 10">
            <a:extLst>
              <a:ext uri="{FF2B5EF4-FFF2-40B4-BE49-F238E27FC236}">
                <a16:creationId xmlns:a16="http://schemas.microsoft.com/office/drawing/2014/main" id="{BD8F0B7D-53CB-50F6-6FB7-B9DFE0EE1869}"/>
              </a:ext>
            </a:extLst>
          </p:cNvPr>
          <p:cNvSpPr/>
          <p:nvPr/>
        </p:nvSpPr>
        <p:spPr>
          <a:xfrm>
            <a:off x="621030" y="2545080"/>
            <a:ext cx="5132070" cy="2331720"/>
          </a:xfrm>
          <a:prstGeom prst="roundRect">
            <a:avLst>
              <a:gd name="adj" fmla="val 762"/>
            </a:avLst>
          </a:prstGeom>
          <a:solidFill>
            <a:srgbClr val="DFFBE5"/>
          </a:solidFill>
          <a:ln w="1270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Domestic Legal Account(optional)</a:t>
            </a:r>
            <a:br>
              <a:rPr lang="en-US" sz="1000" b="1">
                <a:solidFill>
                  <a:schemeClr val="tx1"/>
                </a:solidFill>
              </a:rPr>
            </a:br>
            <a:r>
              <a:rPr lang="en-US" sz="1000" u="sng">
                <a:solidFill>
                  <a:schemeClr val="tx1"/>
                </a:solidFill>
              </a:rPr>
              <a:t>Legal Entity Name</a:t>
            </a:r>
            <a:r>
              <a:rPr lang="en-US" sz="1000">
                <a:solidFill>
                  <a:schemeClr val="tx1"/>
                </a:solidFill>
              </a:rPr>
              <a:t>: Microsoft India (R&amp;D) Pvt. Ltd. – Hyderabad Campus</a:t>
            </a:r>
            <a:br>
              <a:rPr lang="en-US" sz="1000">
                <a:solidFill>
                  <a:schemeClr val="tx1"/>
                </a:solidFill>
              </a:rPr>
            </a:br>
            <a:r>
              <a:rPr lang="en-US" sz="1000" u="sng">
                <a:solidFill>
                  <a:schemeClr val="tx1"/>
                </a:solidFill>
              </a:rPr>
              <a:t>Customer Number</a:t>
            </a:r>
            <a:r>
              <a:rPr lang="en-US" sz="1000">
                <a:solidFill>
                  <a:schemeClr val="tx1"/>
                </a:solidFill>
              </a:rPr>
              <a:t>: 2000 	</a:t>
            </a:r>
            <a:r>
              <a:rPr lang="en-US" sz="1000" u="sng">
                <a:solidFill>
                  <a:schemeClr val="tx1"/>
                </a:solidFill>
              </a:rPr>
              <a:t>DUNS Number</a:t>
            </a:r>
            <a:r>
              <a:rPr lang="en-US" sz="1000">
                <a:solidFill>
                  <a:schemeClr val="tx1"/>
                </a:solidFill>
              </a:rPr>
              <a:t>: 200-000-000</a:t>
            </a:r>
            <a:br>
              <a:rPr lang="en-US" sz="1000">
                <a:solidFill>
                  <a:schemeClr val="tx1"/>
                </a:solidFill>
              </a:rPr>
            </a:br>
            <a:r>
              <a:rPr lang="en-US" sz="1000" u="sng">
                <a:solidFill>
                  <a:schemeClr val="tx1"/>
                </a:solidFill>
              </a:rPr>
              <a:t>HQ Address</a:t>
            </a:r>
            <a:r>
              <a:rPr lang="en-US" sz="1000">
                <a:solidFill>
                  <a:schemeClr val="tx1"/>
                </a:solidFill>
              </a:rPr>
              <a:t>: Microsoft Campus, Gachibowli, Hyderabad ‑ 500032, Telangana, India</a:t>
            </a:r>
          </a:p>
        </p:txBody>
      </p:sp>
      <p:sp>
        <p:nvSpPr>
          <p:cNvPr id="12" name="Rectangle: Rounded Corners 11">
            <a:extLst>
              <a:ext uri="{FF2B5EF4-FFF2-40B4-BE49-F238E27FC236}">
                <a16:creationId xmlns:a16="http://schemas.microsoft.com/office/drawing/2014/main" id="{329F326E-042D-1515-1937-D9691B026C11}"/>
              </a:ext>
            </a:extLst>
          </p:cNvPr>
          <p:cNvSpPr/>
          <p:nvPr/>
        </p:nvSpPr>
        <p:spPr>
          <a:xfrm>
            <a:off x="704850" y="3246121"/>
            <a:ext cx="4842510" cy="754380"/>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India (R&amp;D) Pvt. Ltd. </a:t>
            </a:r>
            <a:br>
              <a:rPr lang="en-US" sz="1000">
                <a:solidFill>
                  <a:schemeClr val="tx1"/>
                </a:solidFill>
              </a:rPr>
            </a:br>
            <a:r>
              <a:rPr lang="en-US" sz="1000" u="sng">
                <a:solidFill>
                  <a:schemeClr val="tx1"/>
                </a:solidFill>
              </a:rPr>
              <a:t>Customer Number</a:t>
            </a:r>
            <a:r>
              <a:rPr lang="en-US" sz="1000">
                <a:solidFill>
                  <a:schemeClr val="tx1"/>
                </a:solidFill>
              </a:rPr>
              <a:t>: 3000 	</a:t>
            </a:r>
            <a:r>
              <a:rPr lang="en-US" sz="1000" u="sng">
                <a:solidFill>
                  <a:schemeClr val="tx1"/>
                </a:solidFill>
              </a:rPr>
              <a:t>DUNS Number</a:t>
            </a:r>
            <a:r>
              <a:rPr lang="en-US" sz="1000">
                <a:solidFill>
                  <a:schemeClr val="tx1"/>
                </a:solidFill>
              </a:rPr>
              <a:t>: 300-000-000</a:t>
            </a:r>
            <a:br>
              <a:rPr lang="en-US" sz="1000">
                <a:solidFill>
                  <a:schemeClr val="tx1"/>
                </a:solidFill>
              </a:rPr>
            </a:br>
            <a:r>
              <a:rPr lang="en-US" sz="1000" u="sng">
                <a:solidFill>
                  <a:schemeClr val="tx1"/>
                </a:solidFill>
              </a:rPr>
              <a:t>HQ Address</a:t>
            </a:r>
            <a:r>
              <a:rPr lang="en-US" sz="1000">
                <a:solidFill>
                  <a:schemeClr val="tx1"/>
                </a:solidFill>
              </a:rPr>
              <a:t>: 800, New Delhi House, </a:t>
            </a:r>
            <a:r>
              <a:rPr lang="en-US" sz="1000" err="1">
                <a:solidFill>
                  <a:schemeClr val="tx1"/>
                </a:solidFill>
              </a:rPr>
              <a:t>Barakhamba</a:t>
            </a:r>
            <a:r>
              <a:rPr lang="en-US" sz="1000">
                <a:solidFill>
                  <a:schemeClr val="tx1"/>
                </a:solidFill>
              </a:rPr>
              <a:t> Rd, New Delhi – 110001, India</a:t>
            </a:r>
            <a:br>
              <a:rPr lang="en-US" sz="1000" b="1">
                <a:solidFill>
                  <a:schemeClr val="tx1"/>
                </a:solidFill>
              </a:rPr>
            </a:br>
            <a:endParaRPr lang="en-US" sz="1000">
              <a:solidFill>
                <a:schemeClr val="tx1"/>
              </a:solidFill>
            </a:endParaRPr>
          </a:p>
        </p:txBody>
      </p:sp>
      <p:sp>
        <p:nvSpPr>
          <p:cNvPr id="13" name="Rectangle: Rounded Corners 12">
            <a:extLst>
              <a:ext uri="{FF2B5EF4-FFF2-40B4-BE49-F238E27FC236}">
                <a16:creationId xmlns:a16="http://schemas.microsoft.com/office/drawing/2014/main" id="{259FFFA3-364A-99EB-AE41-E086368E458E}"/>
              </a:ext>
            </a:extLst>
          </p:cNvPr>
          <p:cNvSpPr/>
          <p:nvPr/>
        </p:nvSpPr>
        <p:spPr>
          <a:xfrm>
            <a:off x="704850" y="4053840"/>
            <a:ext cx="4842510" cy="754380"/>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Research Lab India Pvt. Ltd. </a:t>
            </a:r>
            <a:br>
              <a:rPr lang="en-US" sz="1000">
                <a:solidFill>
                  <a:schemeClr val="tx1"/>
                </a:solidFill>
              </a:rPr>
            </a:br>
            <a:r>
              <a:rPr lang="en-US" sz="1000" u="sng">
                <a:solidFill>
                  <a:schemeClr val="tx1"/>
                </a:solidFill>
              </a:rPr>
              <a:t>Customer Number</a:t>
            </a:r>
            <a:r>
              <a:rPr lang="en-US" sz="1000">
                <a:solidFill>
                  <a:schemeClr val="tx1"/>
                </a:solidFill>
              </a:rPr>
              <a:t>: 3001 	</a:t>
            </a:r>
            <a:r>
              <a:rPr lang="en-US" sz="1000" u="sng">
                <a:solidFill>
                  <a:schemeClr val="tx1"/>
                </a:solidFill>
              </a:rPr>
              <a:t>DUNS Number</a:t>
            </a:r>
            <a:r>
              <a:rPr lang="en-US" sz="1000">
                <a:solidFill>
                  <a:schemeClr val="tx1"/>
                </a:solidFill>
              </a:rPr>
              <a:t>: 310-000-000</a:t>
            </a:r>
            <a:br>
              <a:rPr lang="en-US" sz="1000">
                <a:solidFill>
                  <a:schemeClr val="tx1"/>
                </a:solidFill>
              </a:rPr>
            </a:br>
            <a:r>
              <a:rPr lang="en-US" sz="1000" u="sng">
                <a:solidFill>
                  <a:schemeClr val="tx1"/>
                </a:solidFill>
              </a:rPr>
              <a:t>HQ Address</a:t>
            </a:r>
            <a:r>
              <a:rPr lang="en-US" sz="1000">
                <a:solidFill>
                  <a:schemeClr val="tx1"/>
                </a:solidFill>
              </a:rPr>
              <a:t>: 900, New Delhi House, </a:t>
            </a:r>
            <a:r>
              <a:rPr lang="en-US" sz="1000" err="1">
                <a:solidFill>
                  <a:schemeClr val="tx1"/>
                </a:solidFill>
              </a:rPr>
              <a:t>Barakhamba</a:t>
            </a:r>
            <a:r>
              <a:rPr lang="en-US" sz="1000">
                <a:solidFill>
                  <a:schemeClr val="tx1"/>
                </a:solidFill>
              </a:rPr>
              <a:t> Rd, New Delhi – 110001, India</a:t>
            </a:r>
            <a:br>
              <a:rPr lang="en-US" sz="1000" b="1">
                <a:solidFill>
                  <a:schemeClr val="tx1"/>
                </a:solidFill>
              </a:rPr>
            </a:br>
            <a:endParaRPr lang="en-US" sz="1000">
              <a:solidFill>
                <a:schemeClr val="tx1"/>
              </a:solidFill>
            </a:endParaRPr>
          </a:p>
        </p:txBody>
      </p:sp>
      <p:sp>
        <p:nvSpPr>
          <p:cNvPr id="14" name="Rectangle: Rounded Corners 13">
            <a:extLst>
              <a:ext uri="{FF2B5EF4-FFF2-40B4-BE49-F238E27FC236}">
                <a16:creationId xmlns:a16="http://schemas.microsoft.com/office/drawing/2014/main" id="{89270690-55B4-8E58-CE95-D21D1C7FF3E3}"/>
              </a:ext>
            </a:extLst>
          </p:cNvPr>
          <p:cNvSpPr/>
          <p:nvPr/>
        </p:nvSpPr>
        <p:spPr>
          <a:xfrm>
            <a:off x="621030" y="4930139"/>
            <a:ext cx="5132070" cy="1615441"/>
          </a:xfrm>
          <a:prstGeom prst="roundRect">
            <a:avLst>
              <a:gd name="adj" fmla="val 762"/>
            </a:avLst>
          </a:prstGeom>
          <a:solidFill>
            <a:srgbClr val="DFFBE5"/>
          </a:solidFill>
          <a:ln w="1270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Domestic Legal Account(optional)</a:t>
            </a:r>
            <a:br>
              <a:rPr lang="en-US" sz="1000">
                <a:solidFill>
                  <a:schemeClr val="tx1"/>
                </a:solidFill>
              </a:rPr>
            </a:br>
            <a:r>
              <a:rPr lang="en-US" sz="1000" u="sng">
                <a:solidFill>
                  <a:schemeClr val="tx1"/>
                </a:solidFill>
              </a:rPr>
              <a:t>Legal Entity Name</a:t>
            </a:r>
            <a:r>
              <a:rPr lang="en-US" sz="1000">
                <a:solidFill>
                  <a:schemeClr val="tx1"/>
                </a:solidFill>
              </a:rPr>
              <a:t>: Microsoft Ireland Operations Limited</a:t>
            </a:r>
            <a:br>
              <a:rPr lang="en-US" sz="1000">
                <a:solidFill>
                  <a:schemeClr val="tx1"/>
                </a:solidFill>
              </a:rPr>
            </a:br>
            <a:r>
              <a:rPr lang="en-US" sz="1000" u="sng">
                <a:solidFill>
                  <a:schemeClr val="tx1"/>
                </a:solidFill>
              </a:rPr>
              <a:t>Customer Number</a:t>
            </a:r>
            <a:r>
              <a:rPr lang="en-US" sz="1000">
                <a:solidFill>
                  <a:schemeClr val="tx1"/>
                </a:solidFill>
              </a:rPr>
              <a:t>: 2001 	</a:t>
            </a:r>
            <a:r>
              <a:rPr lang="en-US" sz="1000" u="sng">
                <a:solidFill>
                  <a:schemeClr val="tx1"/>
                </a:solidFill>
              </a:rPr>
              <a:t>DUNS Number</a:t>
            </a:r>
            <a:r>
              <a:rPr lang="en-US" sz="1000">
                <a:solidFill>
                  <a:schemeClr val="tx1"/>
                </a:solidFill>
              </a:rPr>
              <a:t>: 210-000-000</a:t>
            </a:r>
            <a:br>
              <a:rPr lang="en-US" sz="1000">
                <a:solidFill>
                  <a:schemeClr val="tx1"/>
                </a:solidFill>
              </a:rPr>
            </a:br>
            <a:r>
              <a:rPr lang="en-US" sz="1000" u="sng">
                <a:solidFill>
                  <a:schemeClr val="tx1"/>
                </a:solidFill>
              </a:rPr>
              <a:t>HQ Address</a:t>
            </a:r>
            <a:r>
              <a:rPr lang="en-US" sz="1000">
                <a:solidFill>
                  <a:schemeClr val="tx1"/>
                </a:solidFill>
              </a:rPr>
              <a:t>: One Microsoft Place, South County Business Park, </a:t>
            </a:r>
            <a:r>
              <a:rPr lang="en-US" sz="1000" err="1">
                <a:solidFill>
                  <a:schemeClr val="tx1"/>
                </a:solidFill>
              </a:rPr>
              <a:t>Leopardstown</a:t>
            </a:r>
            <a:r>
              <a:rPr lang="en-US" sz="1000">
                <a:solidFill>
                  <a:schemeClr val="tx1"/>
                </a:solidFill>
              </a:rPr>
              <a:t>, Dublin 18, Ireland</a:t>
            </a:r>
          </a:p>
        </p:txBody>
      </p:sp>
      <p:sp>
        <p:nvSpPr>
          <p:cNvPr id="15" name="Rectangle: Rounded Corners 14">
            <a:extLst>
              <a:ext uri="{FF2B5EF4-FFF2-40B4-BE49-F238E27FC236}">
                <a16:creationId xmlns:a16="http://schemas.microsoft.com/office/drawing/2014/main" id="{D259A95B-AE9C-3C00-F9E6-2AFBCE7362F8}"/>
              </a:ext>
            </a:extLst>
          </p:cNvPr>
          <p:cNvSpPr/>
          <p:nvPr/>
        </p:nvSpPr>
        <p:spPr>
          <a:xfrm>
            <a:off x="704850" y="5744733"/>
            <a:ext cx="4842510" cy="754380"/>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Ireland Operations Limited </a:t>
            </a:r>
            <a:br>
              <a:rPr lang="en-US" sz="1000">
                <a:solidFill>
                  <a:schemeClr val="tx1"/>
                </a:solidFill>
              </a:rPr>
            </a:br>
            <a:r>
              <a:rPr lang="en-US" sz="1000" u="sng">
                <a:solidFill>
                  <a:schemeClr val="tx1"/>
                </a:solidFill>
              </a:rPr>
              <a:t>Customer Number</a:t>
            </a:r>
            <a:r>
              <a:rPr lang="en-US" sz="1000">
                <a:solidFill>
                  <a:schemeClr val="tx1"/>
                </a:solidFill>
              </a:rPr>
              <a:t>: 3002 	</a:t>
            </a:r>
            <a:r>
              <a:rPr lang="en-US" sz="1000" u="sng">
                <a:solidFill>
                  <a:schemeClr val="tx1"/>
                </a:solidFill>
              </a:rPr>
              <a:t>DUNS Number</a:t>
            </a:r>
            <a:r>
              <a:rPr lang="en-US" sz="1000">
                <a:solidFill>
                  <a:schemeClr val="tx1"/>
                </a:solidFill>
              </a:rPr>
              <a:t>: 320-000-000</a:t>
            </a:r>
            <a:br>
              <a:rPr lang="en-US" sz="1000">
                <a:solidFill>
                  <a:schemeClr val="tx1"/>
                </a:solidFill>
              </a:rPr>
            </a:br>
            <a:r>
              <a:rPr lang="en-US" sz="1000" u="sng">
                <a:solidFill>
                  <a:schemeClr val="tx1"/>
                </a:solidFill>
              </a:rPr>
              <a:t>HQ Address</a:t>
            </a:r>
            <a:r>
              <a:rPr lang="en-US" sz="1000">
                <a:solidFill>
                  <a:schemeClr val="tx1"/>
                </a:solidFill>
              </a:rPr>
              <a:t>: 70 Sir Rogerson’s Quay, Dublin D02 R296, Ireland</a:t>
            </a:r>
            <a:br>
              <a:rPr lang="en-US" sz="1000" b="1">
                <a:solidFill>
                  <a:schemeClr val="tx1"/>
                </a:solidFill>
              </a:rPr>
            </a:br>
            <a:endParaRPr lang="en-US" sz="1000">
              <a:solidFill>
                <a:schemeClr val="tx1"/>
              </a:solidFill>
            </a:endParaRPr>
          </a:p>
        </p:txBody>
      </p:sp>
      <p:sp>
        <p:nvSpPr>
          <p:cNvPr id="27" name="Rectangle 26">
            <a:extLst>
              <a:ext uri="{FF2B5EF4-FFF2-40B4-BE49-F238E27FC236}">
                <a16:creationId xmlns:a16="http://schemas.microsoft.com/office/drawing/2014/main" id="{3D71A09F-478C-9F13-5FB2-EAF610B87715}"/>
              </a:ext>
            </a:extLst>
          </p:cNvPr>
          <p:cNvSpPr/>
          <p:nvPr/>
        </p:nvSpPr>
        <p:spPr>
          <a:xfrm>
            <a:off x="6438900" y="896470"/>
            <a:ext cx="5511800" cy="5788509"/>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t"/>
          <a:lstStyle/>
          <a:p>
            <a:pPr marL="114300" indent="-114300">
              <a:spcAft>
                <a:spcPts val="600"/>
              </a:spcAft>
              <a:buFont typeface="Arial" panose="020B0604020202020204" pitchFamily="34" charset="0"/>
              <a:buChar char="•"/>
            </a:pPr>
            <a:r>
              <a:rPr lang="en-US" sz="1400"/>
              <a:t>Each Legal Account is created by D&amp;B lookup</a:t>
            </a:r>
          </a:p>
          <a:p>
            <a:pPr marL="571500" lvl="1" indent="-114300">
              <a:spcAft>
                <a:spcPts val="600"/>
              </a:spcAft>
              <a:buFont typeface="Arial" panose="020B0604020202020204" pitchFamily="34" charset="0"/>
              <a:buChar char="•"/>
            </a:pPr>
            <a:r>
              <a:rPr lang="en-US" sz="1400"/>
              <a:t>Legal Accounts are identified using HQ Address, Company Name, or Company URL </a:t>
            </a:r>
          </a:p>
          <a:p>
            <a:pPr marL="571500" lvl="1" indent="-114300">
              <a:spcAft>
                <a:spcPts val="600"/>
              </a:spcAft>
              <a:buFont typeface="Arial" panose="020B0604020202020204" pitchFamily="34" charset="0"/>
              <a:buChar char="•"/>
            </a:pPr>
            <a:r>
              <a:rPr lang="en-US" sz="1400"/>
              <a:t>Each Global Ultimate Legal Account, Domestic Legal Account, and DUNS Legal Account belongs to one customer hierarchy</a:t>
            </a:r>
          </a:p>
          <a:p>
            <a:pPr marL="114300" indent="-114300">
              <a:spcAft>
                <a:spcPts val="600"/>
              </a:spcAft>
              <a:buFont typeface="Arial" panose="020B0604020202020204" pitchFamily="34" charset="0"/>
              <a:buChar char="•"/>
            </a:pPr>
            <a:r>
              <a:rPr lang="en-US" sz="1400"/>
              <a:t>LTC Interactions can use LE Name, Account #, HQ Address to engage with Equinix</a:t>
            </a:r>
          </a:p>
          <a:p>
            <a:pPr marL="571500" lvl="1" indent="-114300">
              <a:spcAft>
                <a:spcPts val="600"/>
              </a:spcAft>
              <a:buFont typeface="Arial" panose="020B0604020202020204" pitchFamily="34" charset="0"/>
              <a:buChar char="•"/>
            </a:pPr>
            <a:r>
              <a:rPr lang="en-US" sz="1400"/>
              <a:t>Mismatches are created manually</a:t>
            </a:r>
          </a:p>
          <a:p>
            <a:pPr marL="114300" indent="-114300">
              <a:spcAft>
                <a:spcPts val="600"/>
              </a:spcAft>
              <a:buFont typeface="Arial" panose="020B0604020202020204" pitchFamily="34" charset="0"/>
              <a:buChar char="•"/>
            </a:pPr>
            <a:r>
              <a:rPr lang="en-US" sz="1400"/>
              <a:t>Sales motion captured at the Opportunity, Quote, and Order level</a:t>
            </a:r>
          </a:p>
          <a:p>
            <a:pPr marL="571500" lvl="1" indent="-114300">
              <a:spcAft>
                <a:spcPts val="600"/>
              </a:spcAft>
              <a:buFont typeface="Arial" panose="020B0604020202020204" pitchFamily="34" charset="0"/>
              <a:buChar char="•"/>
            </a:pPr>
            <a:r>
              <a:rPr lang="en-US" sz="1400"/>
              <a:t>Contracting Relationship is available at Quote and Order</a:t>
            </a:r>
          </a:p>
          <a:p>
            <a:pPr marL="571500" lvl="1" indent="-114300">
              <a:spcAft>
                <a:spcPts val="600"/>
              </a:spcAft>
              <a:buFont typeface="Arial" panose="020B0604020202020204" pitchFamily="34" charset="0"/>
              <a:buChar char="•"/>
            </a:pPr>
            <a:r>
              <a:rPr lang="en-US" sz="1400"/>
              <a:t>One or Multiple partners can be added to an opportunity with a designated role (Operate/Distributor)</a:t>
            </a:r>
          </a:p>
          <a:p>
            <a:pPr marL="114300" indent="-114300">
              <a:spcAft>
                <a:spcPts val="600"/>
              </a:spcAft>
              <a:buFont typeface="Arial" panose="020B0604020202020204" pitchFamily="34" charset="0"/>
              <a:buChar char="•"/>
            </a:pPr>
            <a:r>
              <a:rPr lang="en-US" sz="1400"/>
              <a:t>Each Customer starts with a Global Ultimate Legal Account and a DUNS Legal account</a:t>
            </a:r>
          </a:p>
          <a:p>
            <a:pPr marL="571500" lvl="1" indent="-114300">
              <a:spcAft>
                <a:spcPts val="600"/>
              </a:spcAft>
              <a:buFont typeface="Arial" panose="020B0604020202020204" pitchFamily="34" charset="0"/>
              <a:buChar char="•"/>
            </a:pPr>
            <a:r>
              <a:rPr lang="en-US" sz="1400"/>
              <a:t>A Domestic Legal Account is only created upon transacting with a Domestic Legal Account Entity</a:t>
            </a:r>
          </a:p>
          <a:p>
            <a:pPr marL="1028700" lvl="2" indent="-114300">
              <a:spcAft>
                <a:spcPts val="600"/>
              </a:spcAft>
              <a:buFont typeface="Arial" panose="020B0604020202020204" pitchFamily="34" charset="0"/>
              <a:buChar char="•"/>
            </a:pPr>
            <a:r>
              <a:rPr lang="en-US" sz="1400"/>
              <a:t>Transacting with a Domestic Legal Account updates the account hierarchy</a:t>
            </a:r>
          </a:p>
          <a:p>
            <a:pPr marL="114300" indent="-114300">
              <a:spcAft>
                <a:spcPts val="600"/>
              </a:spcAft>
              <a:buFont typeface="Arial" panose="020B0604020202020204" pitchFamily="34" charset="0"/>
              <a:buChar char="•"/>
            </a:pPr>
            <a:r>
              <a:rPr lang="en-US" sz="1400"/>
              <a:t>There is only one Global Ultimate Account </a:t>
            </a:r>
          </a:p>
          <a:p>
            <a:pPr marL="571500" lvl="1" indent="-114300">
              <a:spcAft>
                <a:spcPts val="600"/>
              </a:spcAft>
              <a:buFont typeface="Arial" panose="020B0604020202020204" pitchFamily="34" charset="0"/>
              <a:buChar char="•"/>
            </a:pPr>
            <a:r>
              <a:rPr lang="en-US" sz="1400"/>
              <a:t>Can have any number of Domestic Legal Accounts and DUNS Legal Accounts</a:t>
            </a:r>
          </a:p>
        </p:txBody>
      </p:sp>
    </p:spTree>
    <p:extLst>
      <p:ext uri="{BB962C8B-B14F-4D97-AF65-F5344CB8AC3E}">
        <p14:creationId xmlns:p14="http://schemas.microsoft.com/office/powerpoint/2010/main" val="105475066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6641-49B3-DC49-8F82-F60DC2BC132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5B7D672-96A6-2947-3911-7F7F7C0325D2}"/>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87DBBC36-2A2C-A9F7-0849-E67B86752A56}"/>
              </a:ext>
            </a:extLst>
          </p:cNvPr>
          <p:cNvSpPr>
            <a:spLocks noGrp="1"/>
          </p:cNvSpPr>
          <p:nvPr>
            <p:ph type="sldNum" sz="quarter" idx="12"/>
          </p:nvPr>
        </p:nvSpPr>
        <p:spPr/>
        <p:txBody>
          <a:bodyPr/>
          <a:lstStyle/>
          <a:p>
            <a:fld id="{F8A89D12-4F33-44AF-85FC-689FEAF79A41}" type="slidenum">
              <a:rPr lang="en-US" smtClean="0"/>
              <a:t>7</a:t>
            </a:fld>
            <a:endParaRPr lang="en-US"/>
          </a:p>
        </p:txBody>
      </p:sp>
      <p:sp>
        <p:nvSpPr>
          <p:cNvPr id="4" name="Title 3">
            <a:extLst>
              <a:ext uri="{FF2B5EF4-FFF2-40B4-BE49-F238E27FC236}">
                <a16:creationId xmlns:a16="http://schemas.microsoft.com/office/drawing/2014/main" id="{F6780037-6341-F70F-FD84-E291FE53E395}"/>
              </a:ext>
            </a:extLst>
          </p:cNvPr>
          <p:cNvSpPr>
            <a:spLocks noGrp="1"/>
          </p:cNvSpPr>
          <p:nvPr>
            <p:ph type="title"/>
          </p:nvPr>
        </p:nvSpPr>
        <p:spPr>
          <a:xfrm>
            <a:off x="396240" y="196626"/>
            <a:ext cx="11088686" cy="548640"/>
          </a:xfrm>
        </p:spPr>
        <p:txBody>
          <a:bodyPr/>
          <a:lstStyle/>
          <a:p>
            <a:r>
              <a:rPr lang="en-US"/>
              <a:t>Future State</a:t>
            </a:r>
          </a:p>
        </p:txBody>
      </p:sp>
      <p:sp>
        <p:nvSpPr>
          <p:cNvPr id="5" name="Text Placeholder 4">
            <a:extLst>
              <a:ext uri="{FF2B5EF4-FFF2-40B4-BE49-F238E27FC236}">
                <a16:creationId xmlns:a16="http://schemas.microsoft.com/office/drawing/2014/main" id="{B6F58955-C958-38FC-9B86-AC6E676E4F19}"/>
              </a:ext>
            </a:extLst>
          </p:cNvPr>
          <p:cNvSpPr>
            <a:spLocks noGrp="1"/>
          </p:cNvSpPr>
          <p:nvPr>
            <p:ph type="body" sz="quarter" idx="15"/>
          </p:nvPr>
        </p:nvSpPr>
        <p:spPr>
          <a:xfrm>
            <a:off x="396240" y="661073"/>
            <a:ext cx="5760721" cy="365761"/>
          </a:xfrm>
        </p:spPr>
        <p:txBody>
          <a:bodyPr/>
          <a:lstStyle/>
          <a:p>
            <a:r>
              <a:rPr lang="en-US"/>
              <a:t>Equinix Customer </a:t>
            </a:r>
          </a:p>
          <a:p>
            <a:r>
              <a:rPr lang="en-US"/>
              <a:t>Hierarchies</a:t>
            </a:r>
          </a:p>
        </p:txBody>
      </p:sp>
      <p:sp>
        <p:nvSpPr>
          <p:cNvPr id="7" name="Date Placeholder 6">
            <a:extLst>
              <a:ext uri="{FF2B5EF4-FFF2-40B4-BE49-F238E27FC236}">
                <a16:creationId xmlns:a16="http://schemas.microsoft.com/office/drawing/2014/main" id="{74027467-B15E-5FDE-7408-2E9AAC71926E}"/>
              </a:ext>
            </a:extLst>
          </p:cNvPr>
          <p:cNvSpPr>
            <a:spLocks noGrp="1"/>
          </p:cNvSpPr>
          <p:nvPr>
            <p:ph type="dt" sz="half" idx="13"/>
          </p:nvPr>
        </p:nvSpPr>
        <p:spPr/>
        <p:txBody>
          <a:bodyPr/>
          <a:lstStyle/>
          <a:p>
            <a:r>
              <a:rPr lang="en-US"/>
              <a:t>Source(s) / Citation(s) / Trademark(s)</a:t>
            </a:r>
          </a:p>
        </p:txBody>
      </p:sp>
      <p:sp>
        <p:nvSpPr>
          <p:cNvPr id="8" name="Rectangle: Rounded Corners 7">
            <a:extLst>
              <a:ext uri="{FF2B5EF4-FFF2-40B4-BE49-F238E27FC236}">
                <a16:creationId xmlns:a16="http://schemas.microsoft.com/office/drawing/2014/main" id="{08232294-ED0B-0D77-A28E-4AC82B8BCFCC}"/>
              </a:ext>
            </a:extLst>
          </p:cNvPr>
          <p:cNvSpPr/>
          <p:nvPr/>
        </p:nvSpPr>
        <p:spPr>
          <a:xfrm>
            <a:off x="396240" y="1202467"/>
            <a:ext cx="5577840" cy="5655533"/>
          </a:xfrm>
          <a:prstGeom prst="roundRect">
            <a:avLst>
              <a:gd name="adj" fmla="val 762"/>
            </a:avLst>
          </a:prstGeom>
          <a:solidFill>
            <a:schemeClr val="bg2"/>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r>
              <a:rPr lang="en-US" sz="1400">
                <a:ln w="0"/>
                <a:solidFill>
                  <a:schemeClr val="tx1"/>
                </a:solidFill>
                <a:effectLst>
                  <a:outerShdw blurRad="38100" dist="19050" dir="2700000" algn="tl" rotWithShape="0">
                    <a:schemeClr val="dk1">
                      <a:alpha val="40000"/>
                    </a:schemeClr>
                  </a:outerShdw>
                </a:effectLst>
              </a:rPr>
              <a:t>MDM</a:t>
            </a:r>
          </a:p>
        </p:txBody>
      </p:sp>
      <p:sp>
        <p:nvSpPr>
          <p:cNvPr id="9" name="Rectangle: Rounded Corners 8">
            <a:extLst>
              <a:ext uri="{FF2B5EF4-FFF2-40B4-BE49-F238E27FC236}">
                <a16:creationId xmlns:a16="http://schemas.microsoft.com/office/drawing/2014/main" id="{A55A7E65-CDEB-D58F-917A-9B061587FA9B}"/>
              </a:ext>
            </a:extLst>
          </p:cNvPr>
          <p:cNvSpPr/>
          <p:nvPr/>
        </p:nvSpPr>
        <p:spPr>
          <a:xfrm>
            <a:off x="6278880" y="150907"/>
            <a:ext cx="5577840" cy="6569934"/>
          </a:xfrm>
          <a:prstGeom prst="roundRect">
            <a:avLst>
              <a:gd name="adj" fmla="val 762"/>
            </a:avLst>
          </a:prstGeom>
          <a:solidFill>
            <a:schemeClr val="bg1">
              <a:lumMod val="75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r>
              <a:rPr lang="en-US" sz="1400">
                <a:ln w="0"/>
                <a:solidFill>
                  <a:schemeClr val="tx1"/>
                </a:solidFill>
                <a:effectLst>
                  <a:outerShdw blurRad="38100" dist="19050" dir="2700000" algn="tl" rotWithShape="0">
                    <a:schemeClr val="dk1">
                      <a:alpha val="40000"/>
                    </a:schemeClr>
                  </a:outerShdw>
                </a:effectLst>
              </a:rPr>
              <a:t>Oracle Customer Master</a:t>
            </a:r>
          </a:p>
        </p:txBody>
      </p:sp>
      <p:sp>
        <p:nvSpPr>
          <p:cNvPr id="10" name="Rectangle: Rounded Corners 9">
            <a:extLst>
              <a:ext uri="{FF2B5EF4-FFF2-40B4-BE49-F238E27FC236}">
                <a16:creationId xmlns:a16="http://schemas.microsoft.com/office/drawing/2014/main" id="{5BAA6CAA-E22E-09B2-525D-8D38AB1D9A82}"/>
              </a:ext>
            </a:extLst>
          </p:cNvPr>
          <p:cNvSpPr/>
          <p:nvPr/>
        </p:nvSpPr>
        <p:spPr>
          <a:xfrm>
            <a:off x="527685" y="1492772"/>
            <a:ext cx="5314950" cy="5365227"/>
          </a:xfrm>
          <a:prstGeom prst="roundRect">
            <a:avLst>
              <a:gd name="adj" fmla="val 762"/>
            </a:avLst>
          </a:prstGeom>
          <a:solidFill>
            <a:schemeClr val="accent4">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Global Ultimate Legal Account</a:t>
            </a:r>
            <a:br>
              <a:rPr lang="en-US" sz="1000">
                <a:solidFill>
                  <a:schemeClr val="tx1"/>
                </a:solidFill>
              </a:rPr>
            </a:br>
            <a:r>
              <a:rPr lang="en-US" sz="1000" u="sng">
                <a:solidFill>
                  <a:schemeClr val="tx1"/>
                </a:solidFill>
              </a:rPr>
              <a:t>Legal Entity Name</a:t>
            </a:r>
            <a:r>
              <a:rPr lang="en-US" sz="1000">
                <a:solidFill>
                  <a:schemeClr val="tx1"/>
                </a:solidFill>
              </a:rPr>
              <a:t>: Microsoft Corporation</a:t>
            </a:r>
            <a:br>
              <a:rPr lang="en-US" sz="1000">
                <a:solidFill>
                  <a:schemeClr val="tx1"/>
                </a:solidFill>
              </a:rPr>
            </a:br>
            <a:r>
              <a:rPr lang="en-US" sz="1000" u="sng">
                <a:solidFill>
                  <a:schemeClr val="tx1"/>
                </a:solidFill>
              </a:rPr>
              <a:t>Customer Number</a:t>
            </a:r>
            <a:r>
              <a:rPr lang="en-US" sz="1000">
                <a:solidFill>
                  <a:schemeClr val="tx1"/>
                </a:solidFill>
              </a:rPr>
              <a:t>: 1000 </a:t>
            </a:r>
          </a:p>
          <a:p>
            <a:r>
              <a:rPr lang="en-US" sz="1000" u="sng">
                <a:solidFill>
                  <a:schemeClr val="tx1"/>
                </a:solidFill>
              </a:rPr>
              <a:t>DUNS Number</a:t>
            </a:r>
            <a:r>
              <a:rPr lang="en-US" sz="1000">
                <a:solidFill>
                  <a:schemeClr val="tx1"/>
                </a:solidFill>
              </a:rPr>
              <a:t>: 100-000-000</a:t>
            </a:r>
            <a:br>
              <a:rPr lang="en-US" sz="1000">
                <a:solidFill>
                  <a:schemeClr val="tx1"/>
                </a:solidFill>
              </a:rPr>
            </a:br>
            <a:r>
              <a:rPr lang="en-US" sz="1000" u="sng">
                <a:solidFill>
                  <a:schemeClr val="tx1"/>
                </a:solidFill>
              </a:rPr>
              <a:t>HQ Address</a:t>
            </a:r>
            <a:r>
              <a:rPr lang="en-US" sz="1000">
                <a:solidFill>
                  <a:schemeClr val="tx1"/>
                </a:solidFill>
              </a:rPr>
              <a:t>: One Microsoft Way, Redmond, Washington, 98052‑6399, United States</a:t>
            </a:r>
          </a:p>
          <a:p>
            <a:r>
              <a:rPr lang="en-US" sz="800" u="sng">
                <a:solidFill>
                  <a:schemeClr val="tx1"/>
                </a:solidFill>
              </a:rPr>
              <a:t>Bill to Address</a:t>
            </a:r>
            <a:r>
              <a:rPr lang="en-US" sz="800">
                <a:solidFill>
                  <a:schemeClr val="tx1"/>
                </a:solidFill>
              </a:rPr>
              <a:t>: One Microsoft Way, Redmond, Washington, 98052‑6399, United States</a:t>
            </a:r>
            <a:endParaRPr lang="en-US" sz="800">
              <a:ln w="0"/>
              <a:solidFill>
                <a:schemeClr val="tx1"/>
              </a:solidFill>
              <a:effectLst>
                <a:outerShdw blurRad="38100" dist="19050" dir="2700000" algn="tl" rotWithShape="0">
                  <a:schemeClr val="dk1">
                    <a:alpha val="40000"/>
                  </a:schemeClr>
                </a:outerShdw>
              </a:effectLst>
            </a:endParaRPr>
          </a:p>
        </p:txBody>
      </p:sp>
      <p:sp>
        <p:nvSpPr>
          <p:cNvPr id="11" name="Rectangle: Rounded Corners 10">
            <a:extLst>
              <a:ext uri="{FF2B5EF4-FFF2-40B4-BE49-F238E27FC236}">
                <a16:creationId xmlns:a16="http://schemas.microsoft.com/office/drawing/2014/main" id="{7E0543EB-B904-E7AE-63AC-D57FC2752101}"/>
              </a:ext>
            </a:extLst>
          </p:cNvPr>
          <p:cNvSpPr/>
          <p:nvPr/>
        </p:nvSpPr>
        <p:spPr>
          <a:xfrm>
            <a:off x="621030" y="2545080"/>
            <a:ext cx="5132070" cy="2331720"/>
          </a:xfrm>
          <a:prstGeom prst="roundRect">
            <a:avLst>
              <a:gd name="adj" fmla="val 762"/>
            </a:avLst>
          </a:prstGeom>
          <a:solidFill>
            <a:srgbClr val="DFFBE5"/>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Domestic Legal Account</a:t>
            </a:r>
            <a:br>
              <a:rPr lang="en-US" sz="1000" b="1">
                <a:solidFill>
                  <a:schemeClr val="tx1"/>
                </a:solidFill>
              </a:rPr>
            </a:br>
            <a:r>
              <a:rPr lang="en-US" sz="1000" u="sng">
                <a:solidFill>
                  <a:schemeClr val="tx1"/>
                </a:solidFill>
              </a:rPr>
              <a:t>Legal Entity Name</a:t>
            </a:r>
            <a:r>
              <a:rPr lang="en-US" sz="1000">
                <a:solidFill>
                  <a:schemeClr val="tx1"/>
                </a:solidFill>
              </a:rPr>
              <a:t>: Microsoft India (R&amp;D) Pvt. Ltd. – Hyderabad Campus</a:t>
            </a:r>
            <a:br>
              <a:rPr lang="en-US" sz="1000">
                <a:solidFill>
                  <a:schemeClr val="tx1"/>
                </a:solidFill>
              </a:rPr>
            </a:br>
            <a:r>
              <a:rPr lang="en-US" sz="1000" u="sng">
                <a:solidFill>
                  <a:schemeClr val="tx1"/>
                </a:solidFill>
              </a:rPr>
              <a:t>Customer Number</a:t>
            </a:r>
            <a:r>
              <a:rPr lang="en-US" sz="1000">
                <a:solidFill>
                  <a:schemeClr val="tx1"/>
                </a:solidFill>
              </a:rPr>
              <a:t>: 2000 DUNS Number: 200-000-000</a:t>
            </a:r>
            <a:br>
              <a:rPr lang="en-US" sz="1000">
                <a:solidFill>
                  <a:schemeClr val="tx1"/>
                </a:solidFill>
              </a:rPr>
            </a:br>
            <a:r>
              <a:rPr lang="en-US" sz="1000" u="sng">
                <a:solidFill>
                  <a:schemeClr val="tx1"/>
                </a:solidFill>
              </a:rPr>
              <a:t>HQ Address</a:t>
            </a:r>
            <a:r>
              <a:rPr lang="en-US" sz="1000">
                <a:solidFill>
                  <a:schemeClr val="tx1"/>
                </a:solidFill>
              </a:rPr>
              <a:t>: Microsoft Campus, Gachibowli, Hyderabad ‑ 500032, Telangana, India</a:t>
            </a:r>
          </a:p>
        </p:txBody>
      </p:sp>
      <p:sp>
        <p:nvSpPr>
          <p:cNvPr id="12" name="Rectangle: Rounded Corners 11">
            <a:extLst>
              <a:ext uri="{FF2B5EF4-FFF2-40B4-BE49-F238E27FC236}">
                <a16:creationId xmlns:a16="http://schemas.microsoft.com/office/drawing/2014/main" id="{C60D4CDB-0CDD-5C65-D223-5CD333442011}"/>
              </a:ext>
            </a:extLst>
          </p:cNvPr>
          <p:cNvSpPr/>
          <p:nvPr/>
        </p:nvSpPr>
        <p:spPr>
          <a:xfrm>
            <a:off x="704850" y="3323121"/>
            <a:ext cx="4842510" cy="754380"/>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India (R&amp;D) Pvt. Ltd. </a:t>
            </a:r>
            <a:br>
              <a:rPr lang="en-US" sz="1000">
                <a:solidFill>
                  <a:schemeClr val="tx1"/>
                </a:solidFill>
              </a:rPr>
            </a:br>
            <a:r>
              <a:rPr lang="en-US" sz="1000" u="sng">
                <a:solidFill>
                  <a:schemeClr val="tx1"/>
                </a:solidFill>
              </a:rPr>
              <a:t>Customer Number</a:t>
            </a:r>
            <a:r>
              <a:rPr lang="en-US" sz="1000">
                <a:solidFill>
                  <a:schemeClr val="tx1"/>
                </a:solidFill>
              </a:rPr>
              <a:t>: 3000 </a:t>
            </a:r>
            <a:r>
              <a:rPr lang="en-US" sz="1000" u="sng">
                <a:solidFill>
                  <a:schemeClr val="tx1"/>
                </a:solidFill>
              </a:rPr>
              <a:t>DUNS Number</a:t>
            </a:r>
            <a:r>
              <a:rPr lang="en-US" sz="1000">
                <a:solidFill>
                  <a:schemeClr val="tx1"/>
                </a:solidFill>
              </a:rPr>
              <a:t>: 300-000-000</a:t>
            </a:r>
            <a:br>
              <a:rPr lang="en-US" sz="1000">
                <a:solidFill>
                  <a:schemeClr val="tx1"/>
                </a:solidFill>
              </a:rPr>
            </a:br>
            <a:r>
              <a:rPr lang="en-US" sz="1000" u="sng">
                <a:solidFill>
                  <a:schemeClr val="tx1"/>
                </a:solidFill>
              </a:rPr>
              <a:t>HQ Address</a:t>
            </a:r>
            <a:r>
              <a:rPr lang="en-US" sz="1000">
                <a:solidFill>
                  <a:schemeClr val="tx1"/>
                </a:solidFill>
              </a:rPr>
              <a:t>: 800, New Delhi House, </a:t>
            </a:r>
            <a:r>
              <a:rPr lang="en-US" sz="1000" err="1">
                <a:solidFill>
                  <a:schemeClr val="tx1"/>
                </a:solidFill>
              </a:rPr>
              <a:t>Barakhamba</a:t>
            </a:r>
            <a:r>
              <a:rPr lang="en-US" sz="1000">
                <a:solidFill>
                  <a:schemeClr val="tx1"/>
                </a:solidFill>
              </a:rPr>
              <a:t> Rd, New Delhi – 110001, India</a:t>
            </a:r>
            <a:br>
              <a:rPr lang="en-US" sz="1000" b="1">
                <a:solidFill>
                  <a:schemeClr val="tx1"/>
                </a:solidFill>
              </a:rPr>
            </a:br>
            <a:endParaRPr lang="en-US" sz="1000">
              <a:solidFill>
                <a:schemeClr val="tx1"/>
              </a:solidFill>
            </a:endParaRPr>
          </a:p>
        </p:txBody>
      </p:sp>
      <p:sp>
        <p:nvSpPr>
          <p:cNvPr id="13" name="Rectangle: Rounded Corners 12">
            <a:extLst>
              <a:ext uri="{FF2B5EF4-FFF2-40B4-BE49-F238E27FC236}">
                <a16:creationId xmlns:a16="http://schemas.microsoft.com/office/drawing/2014/main" id="{2464A001-44A4-418A-6257-F8DEDFF81171}"/>
              </a:ext>
            </a:extLst>
          </p:cNvPr>
          <p:cNvSpPr/>
          <p:nvPr/>
        </p:nvSpPr>
        <p:spPr>
          <a:xfrm>
            <a:off x="704850" y="4101965"/>
            <a:ext cx="4842510" cy="754380"/>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Research Lab India Pvt. Ltd. </a:t>
            </a:r>
            <a:br>
              <a:rPr lang="en-US" sz="1000">
                <a:solidFill>
                  <a:schemeClr val="tx1"/>
                </a:solidFill>
              </a:rPr>
            </a:br>
            <a:r>
              <a:rPr lang="en-US" sz="1000" u="sng">
                <a:solidFill>
                  <a:schemeClr val="tx1"/>
                </a:solidFill>
              </a:rPr>
              <a:t>Customer Number</a:t>
            </a:r>
            <a:r>
              <a:rPr lang="en-US" sz="1000">
                <a:solidFill>
                  <a:schemeClr val="tx1"/>
                </a:solidFill>
              </a:rPr>
              <a:t>: 3001 </a:t>
            </a:r>
            <a:r>
              <a:rPr lang="en-US" sz="1000" u="sng">
                <a:solidFill>
                  <a:schemeClr val="tx1"/>
                </a:solidFill>
              </a:rPr>
              <a:t>DUNS Number</a:t>
            </a:r>
            <a:r>
              <a:rPr lang="en-US" sz="1000">
                <a:solidFill>
                  <a:schemeClr val="tx1"/>
                </a:solidFill>
              </a:rPr>
              <a:t>: 310-000-000</a:t>
            </a:r>
            <a:br>
              <a:rPr lang="en-US" sz="1000">
                <a:solidFill>
                  <a:schemeClr val="tx1"/>
                </a:solidFill>
              </a:rPr>
            </a:br>
            <a:r>
              <a:rPr lang="en-US" sz="1000" u="sng">
                <a:solidFill>
                  <a:schemeClr val="tx1"/>
                </a:solidFill>
              </a:rPr>
              <a:t>HQ Address</a:t>
            </a:r>
            <a:r>
              <a:rPr lang="en-US" sz="1000">
                <a:solidFill>
                  <a:schemeClr val="tx1"/>
                </a:solidFill>
              </a:rPr>
              <a:t>: 900, New Delhi House, </a:t>
            </a:r>
            <a:r>
              <a:rPr lang="en-US" sz="1000" err="1">
                <a:solidFill>
                  <a:schemeClr val="tx1"/>
                </a:solidFill>
              </a:rPr>
              <a:t>Barakhamba</a:t>
            </a:r>
            <a:r>
              <a:rPr lang="en-US" sz="1000">
                <a:solidFill>
                  <a:schemeClr val="tx1"/>
                </a:solidFill>
              </a:rPr>
              <a:t> Rd, New Delhi – 110001, India</a:t>
            </a:r>
            <a:br>
              <a:rPr lang="en-US" sz="1000" b="1">
                <a:solidFill>
                  <a:schemeClr val="tx1"/>
                </a:solidFill>
              </a:rPr>
            </a:br>
            <a:endParaRPr lang="en-US" sz="1000">
              <a:solidFill>
                <a:schemeClr val="tx1"/>
              </a:solidFill>
            </a:endParaRPr>
          </a:p>
        </p:txBody>
      </p:sp>
      <p:sp>
        <p:nvSpPr>
          <p:cNvPr id="14" name="Rectangle: Rounded Corners 13">
            <a:extLst>
              <a:ext uri="{FF2B5EF4-FFF2-40B4-BE49-F238E27FC236}">
                <a16:creationId xmlns:a16="http://schemas.microsoft.com/office/drawing/2014/main" id="{BE4001F4-3DEB-CDA5-5FAB-0A8698CE309E}"/>
              </a:ext>
            </a:extLst>
          </p:cNvPr>
          <p:cNvSpPr/>
          <p:nvPr/>
        </p:nvSpPr>
        <p:spPr>
          <a:xfrm>
            <a:off x="621030" y="4930139"/>
            <a:ext cx="5132070" cy="1790702"/>
          </a:xfrm>
          <a:prstGeom prst="roundRect">
            <a:avLst>
              <a:gd name="adj" fmla="val 762"/>
            </a:avLst>
          </a:prstGeom>
          <a:solidFill>
            <a:srgbClr val="DFFBE5"/>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Domestic Legal Account</a:t>
            </a:r>
            <a:br>
              <a:rPr lang="en-US" sz="1000">
                <a:solidFill>
                  <a:schemeClr val="tx1"/>
                </a:solidFill>
              </a:rPr>
            </a:br>
            <a:r>
              <a:rPr lang="en-US" sz="1000" u="sng">
                <a:solidFill>
                  <a:schemeClr val="tx1"/>
                </a:solidFill>
              </a:rPr>
              <a:t>Legal Entity Name</a:t>
            </a:r>
            <a:r>
              <a:rPr lang="en-US" sz="1000">
                <a:solidFill>
                  <a:schemeClr val="tx1"/>
                </a:solidFill>
              </a:rPr>
              <a:t>: Microsoft Ireland Operations Limited</a:t>
            </a:r>
            <a:br>
              <a:rPr lang="en-US" sz="1000">
                <a:solidFill>
                  <a:schemeClr val="tx1"/>
                </a:solidFill>
              </a:rPr>
            </a:br>
            <a:r>
              <a:rPr lang="en-US" sz="1000" u="sng">
                <a:solidFill>
                  <a:schemeClr val="tx1"/>
                </a:solidFill>
              </a:rPr>
              <a:t>Customer Number</a:t>
            </a:r>
            <a:r>
              <a:rPr lang="en-US" sz="1000">
                <a:solidFill>
                  <a:schemeClr val="tx1"/>
                </a:solidFill>
              </a:rPr>
              <a:t>: 2001 </a:t>
            </a:r>
            <a:r>
              <a:rPr lang="en-US" sz="1000" u="sng">
                <a:solidFill>
                  <a:schemeClr val="tx1"/>
                </a:solidFill>
              </a:rPr>
              <a:t>DUNS Number</a:t>
            </a:r>
            <a:r>
              <a:rPr lang="en-US" sz="1000">
                <a:solidFill>
                  <a:schemeClr val="tx1"/>
                </a:solidFill>
              </a:rPr>
              <a:t>: 210-000-000</a:t>
            </a:r>
            <a:br>
              <a:rPr lang="en-US" sz="1000">
                <a:solidFill>
                  <a:schemeClr val="tx1"/>
                </a:solidFill>
              </a:rPr>
            </a:br>
            <a:r>
              <a:rPr lang="en-US" sz="1000" u="sng">
                <a:solidFill>
                  <a:schemeClr val="tx1"/>
                </a:solidFill>
              </a:rPr>
              <a:t>HQ Address</a:t>
            </a:r>
            <a:r>
              <a:rPr lang="en-US" sz="1000">
                <a:solidFill>
                  <a:schemeClr val="tx1"/>
                </a:solidFill>
              </a:rPr>
              <a:t>: One Microsoft Place, South County Business Park, </a:t>
            </a:r>
            <a:r>
              <a:rPr lang="en-US" sz="1000" err="1">
                <a:solidFill>
                  <a:schemeClr val="tx1"/>
                </a:solidFill>
              </a:rPr>
              <a:t>Leopardstown</a:t>
            </a:r>
            <a:r>
              <a:rPr lang="en-US" sz="1000">
                <a:solidFill>
                  <a:schemeClr val="tx1"/>
                </a:solidFill>
              </a:rPr>
              <a:t>, Dublin 18, Ireland</a:t>
            </a:r>
          </a:p>
          <a:p>
            <a:r>
              <a:rPr lang="en-US" sz="1000" u="sng">
                <a:solidFill>
                  <a:schemeClr val="tx1"/>
                </a:solidFill>
              </a:rPr>
              <a:t>Bill to Address</a:t>
            </a:r>
            <a:r>
              <a:rPr lang="en-US" sz="1000">
                <a:solidFill>
                  <a:schemeClr val="tx1"/>
                </a:solidFill>
              </a:rPr>
              <a:t>: One Microsoft Place, South County Business Park, </a:t>
            </a:r>
            <a:r>
              <a:rPr lang="en-US" sz="1000" err="1">
                <a:solidFill>
                  <a:schemeClr val="tx1"/>
                </a:solidFill>
              </a:rPr>
              <a:t>Leopardstown</a:t>
            </a:r>
            <a:r>
              <a:rPr lang="en-US" sz="1000">
                <a:solidFill>
                  <a:schemeClr val="tx1"/>
                </a:solidFill>
              </a:rPr>
              <a:t>, Dublin 18, Ireland</a:t>
            </a:r>
          </a:p>
          <a:p>
            <a:endParaRPr lang="en-US" sz="1000">
              <a:solidFill>
                <a:schemeClr val="tx1"/>
              </a:solidFill>
            </a:endParaRPr>
          </a:p>
        </p:txBody>
      </p:sp>
      <p:sp>
        <p:nvSpPr>
          <p:cNvPr id="15" name="Rectangle: Rounded Corners 14">
            <a:extLst>
              <a:ext uri="{FF2B5EF4-FFF2-40B4-BE49-F238E27FC236}">
                <a16:creationId xmlns:a16="http://schemas.microsoft.com/office/drawing/2014/main" id="{4BCCEAE8-C53A-B927-19CD-4EB232AD5C64}"/>
              </a:ext>
            </a:extLst>
          </p:cNvPr>
          <p:cNvSpPr/>
          <p:nvPr/>
        </p:nvSpPr>
        <p:spPr>
          <a:xfrm>
            <a:off x="704850" y="6026610"/>
            <a:ext cx="4842510" cy="754380"/>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Ireland Operations Limited </a:t>
            </a:r>
            <a:br>
              <a:rPr lang="en-US" sz="1000">
                <a:solidFill>
                  <a:schemeClr val="tx1"/>
                </a:solidFill>
              </a:rPr>
            </a:br>
            <a:r>
              <a:rPr lang="en-US" sz="1000" u="sng">
                <a:solidFill>
                  <a:schemeClr val="tx1"/>
                </a:solidFill>
              </a:rPr>
              <a:t>Customer Number</a:t>
            </a:r>
            <a:r>
              <a:rPr lang="en-US" sz="1000">
                <a:solidFill>
                  <a:schemeClr val="tx1"/>
                </a:solidFill>
              </a:rPr>
              <a:t>: 3002 </a:t>
            </a:r>
            <a:r>
              <a:rPr lang="en-US" sz="1000" u="sng">
                <a:solidFill>
                  <a:schemeClr val="tx1"/>
                </a:solidFill>
              </a:rPr>
              <a:t>DUNS Number</a:t>
            </a:r>
            <a:r>
              <a:rPr lang="en-US" sz="1000">
                <a:solidFill>
                  <a:schemeClr val="tx1"/>
                </a:solidFill>
              </a:rPr>
              <a:t>: 320-000-000</a:t>
            </a:r>
            <a:br>
              <a:rPr lang="en-US" sz="1000">
                <a:solidFill>
                  <a:schemeClr val="tx1"/>
                </a:solidFill>
              </a:rPr>
            </a:br>
            <a:r>
              <a:rPr lang="en-US" sz="1000" u="sng">
                <a:solidFill>
                  <a:schemeClr val="tx1"/>
                </a:solidFill>
              </a:rPr>
              <a:t>HQ Address</a:t>
            </a:r>
            <a:r>
              <a:rPr lang="en-US" sz="1000">
                <a:solidFill>
                  <a:schemeClr val="tx1"/>
                </a:solidFill>
              </a:rPr>
              <a:t>: 70 Sir Rogerson’s Quay, Dublin D02 R296, Ireland</a:t>
            </a:r>
            <a:br>
              <a:rPr lang="en-US" sz="1000" b="1">
                <a:solidFill>
                  <a:schemeClr val="tx1"/>
                </a:solidFill>
              </a:rPr>
            </a:br>
            <a:endParaRPr lang="en-US" sz="1000">
              <a:solidFill>
                <a:schemeClr val="tx1"/>
              </a:solidFill>
            </a:endParaRPr>
          </a:p>
        </p:txBody>
      </p:sp>
      <p:sp>
        <p:nvSpPr>
          <p:cNvPr id="16" name="Rectangle: Rounded Corners 15">
            <a:extLst>
              <a:ext uri="{FF2B5EF4-FFF2-40B4-BE49-F238E27FC236}">
                <a16:creationId xmlns:a16="http://schemas.microsoft.com/office/drawing/2014/main" id="{1BBDC8C1-669D-A455-CE67-ED7B89B2FE7A}"/>
              </a:ext>
            </a:extLst>
          </p:cNvPr>
          <p:cNvSpPr/>
          <p:nvPr/>
        </p:nvSpPr>
        <p:spPr>
          <a:xfrm>
            <a:off x="6400801" y="417381"/>
            <a:ext cx="5324475" cy="2072103"/>
          </a:xfrm>
          <a:prstGeom prst="roundRect">
            <a:avLst>
              <a:gd name="adj" fmla="val 762"/>
            </a:avLst>
          </a:prstGeom>
          <a:solidFill>
            <a:schemeClr val="accent4">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tx1"/>
                </a:solidFill>
              </a:rPr>
              <a:t>Oracle Party - Global Ultimate Legal Account</a:t>
            </a:r>
            <a:br>
              <a:rPr lang="en-US" sz="1100">
                <a:solidFill>
                  <a:schemeClr val="tx1"/>
                </a:solidFill>
              </a:rPr>
            </a:br>
            <a:r>
              <a:rPr lang="en-US" sz="1000" u="sng">
                <a:solidFill>
                  <a:schemeClr val="tx1"/>
                </a:solidFill>
              </a:rPr>
              <a:t>Legal Entity Name</a:t>
            </a:r>
            <a:r>
              <a:rPr lang="en-US" sz="1000">
                <a:solidFill>
                  <a:schemeClr val="tx1"/>
                </a:solidFill>
              </a:rPr>
              <a:t>: Microsoft Corporation</a:t>
            </a:r>
            <a:br>
              <a:rPr lang="en-US" sz="1000">
                <a:solidFill>
                  <a:schemeClr val="tx1"/>
                </a:solidFill>
              </a:rPr>
            </a:br>
            <a:r>
              <a:rPr lang="en-US" sz="1000" u="sng">
                <a:solidFill>
                  <a:schemeClr val="tx1"/>
                </a:solidFill>
              </a:rPr>
              <a:t>Customer Number</a:t>
            </a:r>
            <a:r>
              <a:rPr lang="en-US" sz="1000">
                <a:solidFill>
                  <a:schemeClr val="tx1"/>
                </a:solidFill>
              </a:rPr>
              <a:t>: 1000	</a:t>
            </a:r>
            <a:r>
              <a:rPr lang="en-US" sz="1000" u="sng">
                <a:solidFill>
                  <a:schemeClr val="tx1"/>
                </a:solidFill>
              </a:rPr>
              <a:t>DUNS Number</a:t>
            </a:r>
            <a:r>
              <a:rPr lang="en-US" sz="1000">
                <a:solidFill>
                  <a:schemeClr val="tx1"/>
                </a:solidFill>
              </a:rPr>
              <a:t>: 100-000-000</a:t>
            </a:r>
            <a:br>
              <a:rPr lang="en-US" sz="1000">
                <a:solidFill>
                  <a:schemeClr val="tx1"/>
                </a:solidFill>
              </a:rPr>
            </a:br>
            <a:r>
              <a:rPr lang="en-US" sz="1000" u="sng">
                <a:solidFill>
                  <a:schemeClr val="tx1"/>
                </a:solidFill>
              </a:rPr>
              <a:t>Bill to Address</a:t>
            </a:r>
            <a:r>
              <a:rPr lang="en-US" sz="1000">
                <a:solidFill>
                  <a:schemeClr val="tx1"/>
                </a:solidFill>
              </a:rPr>
              <a:t>: One Microsoft Way, Redmond, Washington, 98052‑6399, United States</a:t>
            </a:r>
            <a:endParaRPr lang="en-US" sz="800">
              <a:ln w="0"/>
              <a:solidFill>
                <a:schemeClr val="tx1"/>
              </a:solidFill>
              <a:effectLst>
                <a:outerShdw blurRad="38100" dist="19050" dir="2700000" algn="tl" rotWithShape="0">
                  <a:schemeClr val="dk1">
                    <a:alpha val="40000"/>
                  </a:schemeClr>
                </a:outerShdw>
              </a:effectLst>
            </a:endParaRPr>
          </a:p>
        </p:txBody>
      </p:sp>
      <p:sp>
        <p:nvSpPr>
          <p:cNvPr id="19" name="Rectangle: Rounded Corners 18">
            <a:extLst>
              <a:ext uri="{FF2B5EF4-FFF2-40B4-BE49-F238E27FC236}">
                <a16:creationId xmlns:a16="http://schemas.microsoft.com/office/drawing/2014/main" id="{49CE76FE-DB98-8DB9-5528-D59E5CBA4445}"/>
              </a:ext>
            </a:extLst>
          </p:cNvPr>
          <p:cNvSpPr/>
          <p:nvPr/>
        </p:nvSpPr>
        <p:spPr>
          <a:xfrm>
            <a:off x="6400801" y="2522381"/>
            <a:ext cx="5324474" cy="2072103"/>
          </a:xfrm>
          <a:prstGeom prst="roundRect">
            <a:avLst>
              <a:gd name="adj" fmla="val 762"/>
            </a:avLst>
          </a:prstGeom>
          <a:solidFill>
            <a:srgbClr val="DFFBE5"/>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tx1"/>
                </a:solidFill>
              </a:rPr>
              <a:t>Oracle Party - Domestic Legal Account</a:t>
            </a:r>
            <a:br>
              <a:rPr lang="en-US" sz="1100">
                <a:solidFill>
                  <a:schemeClr val="tx1"/>
                </a:solidFill>
              </a:rPr>
            </a:br>
            <a:r>
              <a:rPr lang="en-US" sz="1000" u="sng">
                <a:solidFill>
                  <a:schemeClr val="tx1"/>
                </a:solidFill>
              </a:rPr>
              <a:t>Legal Entity Name</a:t>
            </a:r>
            <a:r>
              <a:rPr lang="en-US" sz="1000">
                <a:solidFill>
                  <a:schemeClr val="tx1"/>
                </a:solidFill>
              </a:rPr>
              <a:t>: Microsoft Ireland Operations Limited</a:t>
            </a:r>
            <a:br>
              <a:rPr lang="en-US" sz="1000">
                <a:solidFill>
                  <a:schemeClr val="tx1"/>
                </a:solidFill>
              </a:rPr>
            </a:br>
            <a:r>
              <a:rPr lang="en-US" sz="1000" u="sng">
                <a:solidFill>
                  <a:schemeClr val="tx1"/>
                </a:solidFill>
              </a:rPr>
              <a:t>Customer Number</a:t>
            </a:r>
            <a:r>
              <a:rPr lang="en-US" sz="1000">
                <a:solidFill>
                  <a:schemeClr val="tx1"/>
                </a:solidFill>
              </a:rPr>
              <a:t>: 2001 	</a:t>
            </a:r>
            <a:r>
              <a:rPr lang="en-US" sz="1000" u="sng">
                <a:solidFill>
                  <a:schemeClr val="tx1"/>
                </a:solidFill>
              </a:rPr>
              <a:t>DUNS Number</a:t>
            </a:r>
            <a:r>
              <a:rPr lang="en-US" sz="1000">
                <a:solidFill>
                  <a:schemeClr val="tx1"/>
                </a:solidFill>
              </a:rPr>
              <a:t>: 210-000-000</a:t>
            </a:r>
            <a:br>
              <a:rPr lang="en-US" sz="1000">
                <a:solidFill>
                  <a:schemeClr val="tx1"/>
                </a:solidFill>
              </a:rPr>
            </a:br>
            <a:r>
              <a:rPr lang="en-US" sz="1000" u="sng">
                <a:solidFill>
                  <a:schemeClr val="tx1"/>
                </a:solidFill>
              </a:rPr>
              <a:t>Bill to Address</a:t>
            </a:r>
            <a:r>
              <a:rPr lang="en-US" sz="1000">
                <a:solidFill>
                  <a:schemeClr val="tx1"/>
                </a:solidFill>
              </a:rPr>
              <a:t>: One Microsoft Place, South County Business Park, </a:t>
            </a:r>
            <a:r>
              <a:rPr lang="en-US" sz="1000" err="1">
                <a:solidFill>
                  <a:schemeClr val="tx1"/>
                </a:solidFill>
              </a:rPr>
              <a:t>Leopardstown</a:t>
            </a:r>
            <a:r>
              <a:rPr lang="en-US" sz="1000">
                <a:solidFill>
                  <a:schemeClr val="tx1"/>
                </a:solidFill>
              </a:rPr>
              <a:t>, Dublin 18, Ireland</a:t>
            </a:r>
            <a:endParaRPr lang="en-US" sz="1100">
              <a:solidFill>
                <a:schemeClr val="tx1"/>
              </a:solidFill>
            </a:endParaRPr>
          </a:p>
        </p:txBody>
      </p:sp>
      <p:sp>
        <p:nvSpPr>
          <p:cNvPr id="20" name="Rectangle: Rounded Corners 19">
            <a:extLst>
              <a:ext uri="{FF2B5EF4-FFF2-40B4-BE49-F238E27FC236}">
                <a16:creationId xmlns:a16="http://schemas.microsoft.com/office/drawing/2014/main" id="{0F6BBCF0-DF2B-8E52-6CC7-EE89C3D68B65}"/>
              </a:ext>
            </a:extLst>
          </p:cNvPr>
          <p:cNvSpPr/>
          <p:nvPr/>
        </p:nvSpPr>
        <p:spPr>
          <a:xfrm>
            <a:off x="6400801" y="4627382"/>
            <a:ext cx="5324474" cy="2072103"/>
          </a:xfrm>
          <a:prstGeom prst="roundRect">
            <a:avLst>
              <a:gd name="adj" fmla="val 762"/>
            </a:avLst>
          </a:prstGeom>
          <a:solidFill>
            <a:schemeClr val="accent1">
              <a:lumMod val="20000"/>
              <a:lumOff val="80000"/>
            </a:schemeClr>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a:solidFill>
                  <a:schemeClr val="tx1"/>
                </a:solidFill>
              </a:rPr>
              <a:t>Oracle Party - DUNS Legal Account</a:t>
            </a:r>
            <a:br>
              <a:rPr lang="en-US" sz="1000" b="1">
                <a:solidFill>
                  <a:schemeClr val="tx1"/>
                </a:solidFill>
              </a:rPr>
            </a:br>
            <a:r>
              <a:rPr lang="en-US" sz="1000" u="sng">
                <a:solidFill>
                  <a:schemeClr val="tx1"/>
                </a:solidFill>
              </a:rPr>
              <a:t>Legal Entity Name</a:t>
            </a:r>
            <a:r>
              <a:rPr lang="en-US" sz="1000">
                <a:solidFill>
                  <a:schemeClr val="tx1"/>
                </a:solidFill>
              </a:rPr>
              <a:t>: Microsoft Ireland Operations Limited </a:t>
            </a:r>
            <a:br>
              <a:rPr lang="en-US" sz="1000">
                <a:solidFill>
                  <a:schemeClr val="tx1"/>
                </a:solidFill>
              </a:rPr>
            </a:br>
            <a:r>
              <a:rPr lang="en-US" sz="1000" u="sng">
                <a:solidFill>
                  <a:schemeClr val="tx1"/>
                </a:solidFill>
              </a:rPr>
              <a:t>Customer Number</a:t>
            </a:r>
            <a:r>
              <a:rPr lang="en-US" sz="1000">
                <a:solidFill>
                  <a:schemeClr val="tx1"/>
                </a:solidFill>
              </a:rPr>
              <a:t>: 3002	</a:t>
            </a:r>
            <a:r>
              <a:rPr lang="en-US" sz="1000" u="sng">
                <a:solidFill>
                  <a:schemeClr val="tx1"/>
                </a:solidFill>
              </a:rPr>
              <a:t>DUNS Number</a:t>
            </a:r>
            <a:r>
              <a:rPr lang="en-US" sz="1000">
                <a:solidFill>
                  <a:schemeClr val="tx1"/>
                </a:solidFill>
              </a:rPr>
              <a:t>: 320-000-000</a:t>
            </a:r>
            <a:br>
              <a:rPr lang="en-US" sz="1000">
                <a:solidFill>
                  <a:schemeClr val="tx1"/>
                </a:solidFill>
              </a:rPr>
            </a:br>
            <a:r>
              <a:rPr lang="en-US" sz="1000" u="sng">
                <a:solidFill>
                  <a:schemeClr val="tx1"/>
                </a:solidFill>
              </a:rPr>
              <a:t>Bill to Address</a:t>
            </a:r>
            <a:r>
              <a:rPr lang="en-US" sz="1000">
                <a:solidFill>
                  <a:schemeClr val="tx1"/>
                </a:solidFill>
              </a:rPr>
              <a:t>: 70 Sir Rogerson’s Quay, Dublin D02 R296, Ireland</a:t>
            </a:r>
            <a:br>
              <a:rPr lang="en-US" sz="800" b="1">
                <a:solidFill>
                  <a:schemeClr val="tx1"/>
                </a:solidFill>
              </a:rPr>
            </a:br>
            <a:endParaRPr lang="en-US" sz="800">
              <a:solidFill>
                <a:schemeClr val="tx1"/>
              </a:solidFill>
            </a:endParaRPr>
          </a:p>
        </p:txBody>
      </p:sp>
      <p:sp>
        <p:nvSpPr>
          <p:cNvPr id="21" name="Arrow: Right 20">
            <a:extLst>
              <a:ext uri="{FF2B5EF4-FFF2-40B4-BE49-F238E27FC236}">
                <a16:creationId xmlns:a16="http://schemas.microsoft.com/office/drawing/2014/main" id="{F6C62060-2F4B-E7B6-7438-56C82339DE39}"/>
              </a:ext>
            </a:extLst>
          </p:cNvPr>
          <p:cNvSpPr/>
          <p:nvPr/>
        </p:nvSpPr>
        <p:spPr>
          <a:xfrm>
            <a:off x="5694413" y="1606699"/>
            <a:ext cx="762000" cy="381747"/>
          </a:xfrm>
          <a:prstGeom prst="rightArrow">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t"/>
          <a:lstStyle/>
          <a:p>
            <a:pPr algn="l"/>
            <a:endParaRPr lang="en-US" sz="1400"/>
          </a:p>
        </p:txBody>
      </p:sp>
      <p:sp>
        <p:nvSpPr>
          <p:cNvPr id="22" name="Arrow: Right 21">
            <a:extLst>
              <a:ext uri="{FF2B5EF4-FFF2-40B4-BE49-F238E27FC236}">
                <a16:creationId xmlns:a16="http://schemas.microsoft.com/office/drawing/2014/main" id="{2E0D0B02-0F30-E12F-4809-3DE7A022CD69}"/>
              </a:ext>
            </a:extLst>
          </p:cNvPr>
          <p:cNvSpPr/>
          <p:nvPr/>
        </p:nvSpPr>
        <p:spPr>
          <a:xfrm rot="19010134">
            <a:off x="5412047" y="4530070"/>
            <a:ext cx="1310192" cy="381747"/>
          </a:xfrm>
          <a:prstGeom prst="rightArrow">
            <a:avLst/>
          </a:prstGeom>
          <a:solidFill>
            <a:srgbClr val="DFFBE5"/>
          </a:solidFill>
          <a:ln/>
        </p:spPr>
        <p:style>
          <a:lnRef idx="2">
            <a:schemeClr val="dk1"/>
          </a:lnRef>
          <a:fillRef idx="1">
            <a:schemeClr val="lt1"/>
          </a:fillRef>
          <a:effectRef idx="0">
            <a:schemeClr val="dk1"/>
          </a:effectRef>
          <a:fontRef idx="minor">
            <a:schemeClr val="dk1"/>
          </a:fontRef>
        </p:style>
        <p:txBody>
          <a:bodyPr rtlCol="0" anchor="t"/>
          <a:lstStyle/>
          <a:p>
            <a:pPr algn="l"/>
            <a:endParaRPr lang="en-US" sz="1400"/>
          </a:p>
        </p:txBody>
      </p:sp>
      <p:sp>
        <p:nvSpPr>
          <p:cNvPr id="23" name="Arrow: Right 22">
            <a:extLst>
              <a:ext uri="{FF2B5EF4-FFF2-40B4-BE49-F238E27FC236}">
                <a16:creationId xmlns:a16="http://schemas.microsoft.com/office/drawing/2014/main" id="{4B195869-5C12-0D42-C8E0-01564620C61E}"/>
              </a:ext>
            </a:extLst>
          </p:cNvPr>
          <p:cNvSpPr/>
          <p:nvPr/>
        </p:nvSpPr>
        <p:spPr>
          <a:xfrm>
            <a:off x="5458744" y="5988200"/>
            <a:ext cx="1078628" cy="381747"/>
          </a:xfrm>
          <a:prstGeom prst="rightArrow">
            <a:avLst/>
          </a:prstGeom>
          <a:solidFill>
            <a:schemeClr val="accent1">
              <a:lumMod val="20000"/>
              <a:lumOff val="80000"/>
            </a:schemeClr>
          </a:solidFill>
          <a:ln/>
        </p:spPr>
        <p:style>
          <a:lnRef idx="2">
            <a:schemeClr val="dk1"/>
          </a:lnRef>
          <a:fillRef idx="1">
            <a:schemeClr val="lt1"/>
          </a:fillRef>
          <a:effectRef idx="0">
            <a:schemeClr val="dk1"/>
          </a:effectRef>
          <a:fontRef idx="minor">
            <a:schemeClr val="dk1"/>
          </a:fontRef>
        </p:style>
        <p:txBody>
          <a:bodyPr rtlCol="0" anchor="t"/>
          <a:lstStyle/>
          <a:p>
            <a:pPr algn="l"/>
            <a:endParaRPr lang="en-US" sz="1400"/>
          </a:p>
        </p:txBody>
      </p:sp>
      <p:graphicFrame>
        <p:nvGraphicFramePr>
          <p:cNvPr id="24" name="Table 23">
            <a:extLst>
              <a:ext uri="{FF2B5EF4-FFF2-40B4-BE49-F238E27FC236}">
                <a16:creationId xmlns:a16="http://schemas.microsoft.com/office/drawing/2014/main" id="{961DAB8A-A8CA-9237-B6AD-19D8B8752C7B}"/>
              </a:ext>
            </a:extLst>
          </p:cNvPr>
          <p:cNvGraphicFramePr>
            <a:graphicFrameLocks noGrp="1"/>
          </p:cNvGraphicFramePr>
          <p:nvPr>
            <p:extLst>
              <p:ext uri="{D42A27DB-BD31-4B8C-83A1-F6EECF244321}">
                <p14:modId xmlns:p14="http://schemas.microsoft.com/office/powerpoint/2010/main" val="775621433"/>
              </p:ext>
            </p:extLst>
          </p:nvPr>
        </p:nvGraphicFramePr>
        <p:xfrm>
          <a:off x="6517374" y="1147552"/>
          <a:ext cx="4974784" cy="1186655"/>
        </p:xfrm>
        <a:graphic>
          <a:graphicData uri="http://schemas.openxmlformats.org/drawingml/2006/table">
            <a:tbl>
              <a:tblPr>
                <a:tableStyleId>{5C22544A-7EE6-4342-B048-85BDC9FD1C3A}</a:tableStyleId>
              </a:tblPr>
              <a:tblGrid>
                <a:gridCol w="845952">
                  <a:extLst>
                    <a:ext uri="{9D8B030D-6E8A-4147-A177-3AD203B41FA5}">
                      <a16:colId xmlns:a16="http://schemas.microsoft.com/office/drawing/2014/main" val="1614638764"/>
                    </a:ext>
                  </a:extLst>
                </a:gridCol>
                <a:gridCol w="662734">
                  <a:extLst>
                    <a:ext uri="{9D8B030D-6E8A-4147-A177-3AD203B41FA5}">
                      <a16:colId xmlns:a16="http://schemas.microsoft.com/office/drawing/2014/main" val="2444936522"/>
                    </a:ext>
                  </a:extLst>
                </a:gridCol>
                <a:gridCol w="495944">
                  <a:extLst>
                    <a:ext uri="{9D8B030D-6E8A-4147-A177-3AD203B41FA5}">
                      <a16:colId xmlns:a16="http://schemas.microsoft.com/office/drawing/2014/main" val="3513377860"/>
                    </a:ext>
                  </a:extLst>
                </a:gridCol>
                <a:gridCol w="753835">
                  <a:extLst>
                    <a:ext uri="{9D8B030D-6E8A-4147-A177-3AD203B41FA5}">
                      <a16:colId xmlns:a16="http://schemas.microsoft.com/office/drawing/2014/main" val="4293389554"/>
                    </a:ext>
                  </a:extLst>
                </a:gridCol>
                <a:gridCol w="538236">
                  <a:extLst>
                    <a:ext uri="{9D8B030D-6E8A-4147-A177-3AD203B41FA5}">
                      <a16:colId xmlns:a16="http://schemas.microsoft.com/office/drawing/2014/main" val="2322943649"/>
                    </a:ext>
                  </a:extLst>
                </a:gridCol>
                <a:gridCol w="463157">
                  <a:extLst>
                    <a:ext uri="{9D8B030D-6E8A-4147-A177-3AD203B41FA5}">
                      <a16:colId xmlns:a16="http://schemas.microsoft.com/office/drawing/2014/main" val="2096251435"/>
                    </a:ext>
                  </a:extLst>
                </a:gridCol>
                <a:gridCol w="1214926">
                  <a:extLst>
                    <a:ext uri="{9D8B030D-6E8A-4147-A177-3AD203B41FA5}">
                      <a16:colId xmlns:a16="http://schemas.microsoft.com/office/drawing/2014/main" val="4066232652"/>
                    </a:ext>
                  </a:extLst>
                </a:gridCol>
              </a:tblGrid>
              <a:tr h="241775">
                <a:tc>
                  <a:txBody>
                    <a:bodyPr/>
                    <a:lstStyle/>
                    <a:p>
                      <a:r>
                        <a:rPr lang="en-US" sz="800" b="1"/>
                        <a:t>CURRENCY</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1">
                        <a:lumMod val="40000"/>
                        <a:lumOff val="60000"/>
                      </a:schemeClr>
                    </a:solidFill>
                  </a:tcPr>
                </a:tc>
                <a:tc>
                  <a:txBody>
                    <a:bodyPr/>
                    <a:lstStyle/>
                    <a:p>
                      <a:r>
                        <a:rPr lang="en-US" sz="800" b="1"/>
                        <a:t>EQX LE</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800" b="1"/>
                        <a:t>BAN #</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800" b="1"/>
                        <a:t>Bill From</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800" b="1"/>
                        <a:t>Bill To</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800" b="1"/>
                        <a:t>BU</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pPr algn="ctr"/>
                      <a:r>
                        <a:rPr lang="en-US" sz="800" b="1"/>
                        <a:t>Terms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32764959"/>
                  </a:ext>
                </a:extLst>
              </a:tr>
              <a:tr h="271997">
                <a:tc>
                  <a:txBody>
                    <a:bodyPr/>
                    <a:lstStyle/>
                    <a:p>
                      <a:r>
                        <a:rPr lang="en-US" sz="800"/>
                        <a:t>USD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1">
                        <a:lumMod val="40000"/>
                        <a:lumOff val="60000"/>
                      </a:schemeClr>
                    </a:solidFill>
                  </a:tcPr>
                </a:tc>
                <a:tc>
                  <a:txBody>
                    <a:bodyPr/>
                    <a:lstStyle/>
                    <a:p>
                      <a:r>
                        <a:rPr lang="en-US" sz="800"/>
                        <a:t>EQX USA</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1111</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EQX USA</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1000</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Sales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600"/>
                        <a:t>NET 30 / USD / English / Monthly / Credit Hold: Y/N</a:t>
                      </a:r>
                      <a:endParaRPr lang="en-US" sz="100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4621502"/>
                  </a:ext>
                </a:extLst>
              </a:tr>
              <a:tr h="271997">
                <a:tc>
                  <a:txBody>
                    <a:bodyPr/>
                    <a:lstStyle/>
                    <a:p>
                      <a:r>
                        <a:rPr lang="en-US" sz="800"/>
                        <a:t>INR</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1">
                        <a:lumMod val="40000"/>
                        <a:lumOff val="60000"/>
                      </a:schemeClr>
                    </a:solidFill>
                  </a:tcPr>
                </a:tc>
                <a:tc>
                  <a:txBody>
                    <a:bodyPr/>
                    <a:lstStyle/>
                    <a:p>
                      <a:r>
                        <a:rPr lang="en-US" sz="800"/>
                        <a:t>EQX INDIA</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1112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EQX INDIA</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1000</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R&amp;D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600" kern="1200">
                          <a:solidFill>
                            <a:schemeClr val="dk1"/>
                          </a:solidFill>
                          <a:latin typeface="+mn-lt"/>
                          <a:ea typeface="+mn-ea"/>
                          <a:cs typeface="+mn-cs"/>
                        </a:rPr>
                        <a:t>NET 45 / INR / Hindi / Quarter / Credit Hold: Y/N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91597427"/>
                  </a:ext>
                </a:extLst>
              </a:tr>
              <a:tr h="271997">
                <a:tc>
                  <a:txBody>
                    <a:bodyPr/>
                    <a:lstStyle/>
                    <a:p>
                      <a:r>
                        <a:rPr lang="en-US" sz="800"/>
                        <a:t>GBP</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1">
                        <a:lumMod val="40000"/>
                        <a:lumOff val="60000"/>
                      </a:schemeClr>
                    </a:solidFill>
                  </a:tcPr>
                </a:tc>
                <a:tc>
                  <a:txBody>
                    <a:bodyPr/>
                    <a:lstStyle/>
                    <a:p>
                      <a:r>
                        <a:rPr lang="en-US" sz="800"/>
                        <a:t>EQX IRLND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1113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EQX IRLND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1000</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Ops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marL="0" algn="l" defTabSz="914400" rtl="0" eaLnBrk="1" latinLnBrk="0" hangingPunct="1"/>
                      <a:r>
                        <a:rPr lang="en-US" sz="600" kern="1200">
                          <a:solidFill>
                            <a:schemeClr val="dk1"/>
                          </a:solidFill>
                          <a:latin typeface="+mn-lt"/>
                          <a:ea typeface="+mn-ea"/>
                          <a:cs typeface="+mn-cs"/>
                        </a:rPr>
                        <a:t>NET 60 / EUR / English / Quarter / Credit Hold: Y/N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4519984"/>
                  </a:ext>
                </a:extLst>
              </a:tr>
            </a:tbl>
          </a:graphicData>
        </a:graphic>
      </p:graphicFrame>
      <p:graphicFrame>
        <p:nvGraphicFramePr>
          <p:cNvPr id="25" name="Table 24">
            <a:extLst>
              <a:ext uri="{FF2B5EF4-FFF2-40B4-BE49-F238E27FC236}">
                <a16:creationId xmlns:a16="http://schemas.microsoft.com/office/drawing/2014/main" id="{C999351F-9533-D256-496C-1DB7D33B8C6C}"/>
              </a:ext>
            </a:extLst>
          </p:cNvPr>
          <p:cNvGraphicFramePr>
            <a:graphicFrameLocks noGrp="1"/>
          </p:cNvGraphicFramePr>
          <p:nvPr>
            <p:extLst>
              <p:ext uri="{D42A27DB-BD31-4B8C-83A1-F6EECF244321}">
                <p14:modId xmlns:p14="http://schemas.microsoft.com/office/powerpoint/2010/main" val="1467679813"/>
              </p:ext>
            </p:extLst>
          </p:nvPr>
        </p:nvGraphicFramePr>
        <p:xfrm>
          <a:off x="6628740" y="3397853"/>
          <a:ext cx="4863415" cy="952389"/>
        </p:xfrm>
        <a:graphic>
          <a:graphicData uri="http://schemas.openxmlformats.org/drawingml/2006/table">
            <a:tbl>
              <a:tblPr>
                <a:tableStyleId>{5C22544A-7EE6-4342-B048-85BDC9FD1C3A}</a:tableStyleId>
              </a:tblPr>
              <a:tblGrid>
                <a:gridCol w="869265">
                  <a:extLst>
                    <a:ext uri="{9D8B030D-6E8A-4147-A177-3AD203B41FA5}">
                      <a16:colId xmlns:a16="http://schemas.microsoft.com/office/drawing/2014/main" val="2444936522"/>
                    </a:ext>
                  </a:extLst>
                </a:gridCol>
                <a:gridCol w="571500">
                  <a:extLst>
                    <a:ext uri="{9D8B030D-6E8A-4147-A177-3AD203B41FA5}">
                      <a16:colId xmlns:a16="http://schemas.microsoft.com/office/drawing/2014/main" val="3513377860"/>
                    </a:ext>
                  </a:extLst>
                </a:gridCol>
                <a:gridCol w="868680">
                  <a:extLst>
                    <a:ext uri="{9D8B030D-6E8A-4147-A177-3AD203B41FA5}">
                      <a16:colId xmlns:a16="http://schemas.microsoft.com/office/drawing/2014/main" val="4293389554"/>
                    </a:ext>
                  </a:extLst>
                </a:gridCol>
                <a:gridCol w="620235">
                  <a:extLst>
                    <a:ext uri="{9D8B030D-6E8A-4147-A177-3AD203B41FA5}">
                      <a16:colId xmlns:a16="http://schemas.microsoft.com/office/drawing/2014/main" val="2322943649"/>
                    </a:ext>
                  </a:extLst>
                </a:gridCol>
                <a:gridCol w="533718">
                  <a:extLst>
                    <a:ext uri="{9D8B030D-6E8A-4147-A177-3AD203B41FA5}">
                      <a16:colId xmlns:a16="http://schemas.microsoft.com/office/drawing/2014/main" val="2096251435"/>
                    </a:ext>
                  </a:extLst>
                </a:gridCol>
                <a:gridCol w="1400017">
                  <a:extLst>
                    <a:ext uri="{9D8B030D-6E8A-4147-A177-3AD203B41FA5}">
                      <a16:colId xmlns:a16="http://schemas.microsoft.com/office/drawing/2014/main" val="4066232652"/>
                    </a:ext>
                  </a:extLst>
                </a:gridCol>
              </a:tblGrid>
              <a:tr h="281829">
                <a:tc>
                  <a:txBody>
                    <a:bodyPr/>
                    <a:lstStyle/>
                    <a:p>
                      <a:r>
                        <a:rPr lang="en-US" sz="1000" b="1"/>
                        <a:t>EQX LE</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BAN #</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Bill From</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Bill To</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BU</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pPr algn="ctr"/>
                      <a:r>
                        <a:rPr lang="en-US" sz="1000" b="1"/>
                        <a:t>Terms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32764959"/>
                  </a:ext>
                </a:extLst>
              </a:tr>
              <a:tr h="274320">
                <a:tc>
                  <a:txBody>
                    <a:bodyPr/>
                    <a:lstStyle/>
                    <a:p>
                      <a:r>
                        <a:rPr lang="en-US" sz="1000"/>
                        <a:t>EQX IRLND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2111</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EQX IRLND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solidFill>
                            <a:schemeClr val="tx1"/>
                          </a:solidFill>
                        </a:rPr>
                        <a:t>2001</a:t>
                      </a:r>
                      <a:endParaRPr lang="en-US" sz="100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Sales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NET 30 / </a:t>
                      </a:r>
                      <a:r>
                        <a:rPr lang="en-US" sz="800" kern="1200">
                          <a:solidFill>
                            <a:schemeClr val="dk1"/>
                          </a:solidFill>
                          <a:latin typeface="+mn-lt"/>
                          <a:ea typeface="+mn-ea"/>
                          <a:cs typeface="+mn-cs"/>
                        </a:rPr>
                        <a:t>EUR</a:t>
                      </a:r>
                      <a:r>
                        <a:rPr lang="en-US" sz="800"/>
                        <a:t> / English / Monthly / Credit Hold: Y/N</a:t>
                      </a:r>
                      <a:endParaRPr lang="en-US" sz="110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4621502"/>
                  </a:ext>
                </a:extLst>
              </a:tr>
              <a:tr h="274320">
                <a:tc>
                  <a:txBody>
                    <a:bodyPr/>
                    <a:lstStyle/>
                    <a:p>
                      <a:r>
                        <a:rPr lang="en-US" sz="1000"/>
                        <a:t>EQX UK</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2112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EQX UK</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solidFill>
                            <a:schemeClr val="tx1"/>
                          </a:solidFill>
                        </a:rPr>
                        <a:t>2001</a:t>
                      </a:r>
                      <a:endParaRPr lang="en-US" sz="100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IT</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kern="1200">
                          <a:solidFill>
                            <a:schemeClr val="dk1"/>
                          </a:solidFill>
                          <a:latin typeface="+mn-lt"/>
                          <a:ea typeface="+mn-ea"/>
                          <a:cs typeface="+mn-cs"/>
                        </a:rPr>
                        <a:t>NET 45 / GBP / </a:t>
                      </a:r>
                      <a:r>
                        <a:rPr lang="en-US" sz="800"/>
                        <a:t>English</a:t>
                      </a:r>
                      <a:r>
                        <a:rPr lang="en-US" sz="800" kern="1200">
                          <a:solidFill>
                            <a:schemeClr val="dk1"/>
                          </a:solidFill>
                          <a:latin typeface="+mn-lt"/>
                          <a:ea typeface="+mn-ea"/>
                          <a:cs typeface="+mn-cs"/>
                        </a:rPr>
                        <a:t> / Monthly / Credit Hold: Y/N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91597427"/>
                  </a:ext>
                </a:extLst>
              </a:tr>
            </a:tbl>
          </a:graphicData>
        </a:graphic>
      </p:graphicFrame>
      <p:graphicFrame>
        <p:nvGraphicFramePr>
          <p:cNvPr id="26" name="Table 25">
            <a:extLst>
              <a:ext uri="{FF2B5EF4-FFF2-40B4-BE49-F238E27FC236}">
                <a16:creationId xmlns:a16="http://schemas.microsoft.com/office/drawing/2014/main" id="{0EE23477-B125-2566-4917-256698182F8F}"/>
              </a:ext>
            </a:extLst>
          </p:cNvPr>
          <p:cNvGraphicFramePr>
            <a:graphicFrameLocks noGrp="1"/>
          </p:cNvGraphicFramePr>
          <p:nvPr>
            <p:extLst>
              <p:ext uri="{D42A27DB-BD31-4B8C-83A1-F6EECF244321}">
                <p14:modId xmlns:p14="http://schemas.microsoft.com/office/powerpoint/2010/main" val="953978198"/>
              </p:ext>
            </p:extLst>
          </p:nvPr>
        </p:nvGraphicFramePr>
        <p:xfrm>
          <a:off x="6628740" y="5347561"/>
          <a:ext cx="4863415" cy="1287669"/>
        </p:xfrm>
        <a:graphic>
          <a:graphicData uri="http://schemas.openxmlformats.org/drawingml/2006/table">
            <a:tbl>
              <a:tblPr>
                <a:tableStyleId>{5C22544A-7EE6-4342-B048-85BDC9FD1C3A}</a:tableStyleId>
              </a:tblPr>
              <a:tblGrid>
                <a:gridCol w="869265">
                  <a:extLst>
                    <a:ext uri="{9D8B030D-6E8A-4147-A177-3AD203B41FA5}">
                      <a16:colId xmlns:a16="http://schemas.microsoft.com/office/drawing/2014/main" val="2444936522"/>
                    </a:ext>
                  </a:extLst>
                </a:gridCol>
                <a:gridCol w="571500">
                  <a:extLst>
                    <a:ext uri="{9D8B030D-6E8A-4147-A177-3AD203B41FA5}">
                      <a16:colId xmlns:a16="http://schemas.microsoft.com/office/drawing/2014/main" val="3513377860"/>
                    </a:ext>
                  </a:extLst>
                </a:gridCol>
                <a:gridCol w="868680">
                  <a:extLst>
                    <a:ext uri="{9D8B030D-6E8A-4147-A177-3AD203B41FA5}">
                      <a16:colId xmlns:a16="http://schemas.microsoft.com/office/drawing/2014/main" val="4293389554"/>
                    </a:ext>
                  </a:extLst>
                </a:gridCol>
                <a:gridCol w="620235">
                  <a:extLst>
                    <a:ext uri="{9D8B030D-6E8A-4147-A177-3AD203B41FA5}">
                      <a16:colId xmlns:a16="http://schemas.microsoft.com/office/drawing/2014/main" val="2322943649"/>
                    </a:ext>
                  </a:extLst>
                </a:gridCol>
                <a:gridCol w="533718">
                  <a:extLst>
                    <a:ext uri="{9D8B030D-6E8A-4147-A177-3AD203B41FA5}">
                      <a16:colId xmlns:a16="http://schemas.microsoft.com/office/drawing/2014/main" val="2096251435"/>
                    </a:ext>
                  </a:extLst>
                </a:gridCol>
                <a:gridCol w="1400017">
                  <a:extLst>
                    <a:ext uri="{9D8B030D-6E8A-4147-A177-3AD203B41FA5}">
                      <a16:colId xmlns:a16="http://schemas.microsoft.com/office/drawing/2014/main" val="4066232652"/>
                    </a:ext>
                  </a:extLst>
                </a:gridCol>
              </a:tblGrid>
              <a:tr h="281829">
                <a:tc>
                  <a:txBody>
                    <a:bodyPr/>
                    <a:lstStyle/>
                    <a:p>
                      <a:r>
                        <a:rPr lang="en-US" sz="1000" b="1"/>
                        <a:t>EQX LE</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BAN #</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Bill From</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Bill To</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r>
                        <a:rPr lang="en-US" sz="1000" b="1"/>
                        <a:t>BU</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tc>
                  <a:txBody>
                    <a:bodyPr/>
                    <a:lstStyle/>
                    <a:p>
                      <a:pPr algn="ctr"/>
                      <a:r>
                        <a:rPr lang="en-US" sz="1000" b="1"/>
                        <a:t>Terms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3532764959"/>
                  </a:ext>
                </a:extLst>
              </a:tr>
              <a:tr h="274320">
                <a:tc>
                  <a:txBody>
                    <a:bodyPr/>
                    <a:lstStyle/>
                    <a:p>
                      <a:r>
                        <a:rPr lang="en-US" sz="1000"/>
                        <a:t>EQX IRLND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3111</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EQX IRLND</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3002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HR</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a:t>NET 30 / </a:t>
                      </a:r>
                      <a:r>
                        <a:rPr lang="en-US" sz="800" kern="1200">
                          <a:solidFill>
                            <a:schemeClr val="dk1"/>
                          </a:solidFill>
                          <a:latin typeface="+mn-lt"/>
                          <a:ea typeface="+mn-ea"/>
                          <a:cs typeface="+mn-cs"/>
                        </a:rPr>
                        <a:t>EUR</a:t>
                      </a:r>
                      <a:r>
                        <a:rPr lang="en-US" sz="800"/>
                        <a:t> / English / Monthly / Credit Hold: Y/N</a:t>
                      </a:r>
                      <a:endParaRPr lang="en-US" sz="1100"/>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4621502"/>
                  </a:ext>
                </a:extLst>
              </a:tr>
              <a:tr h="274320">
                <a:tc>
                  <a:txBody>
                    <a:bodyPr/>
                    <a:lstStyle/>
                    <a:p>
                      <a:r>
                        <a:rPr lang="en-US" sz="1000"/>
                        <a:t>EQX SPAIN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3112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EQX SPAIN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3002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IT</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800" kern="1200">
                          <a:solidFill>
                            <a:schemeClr val="dk1"/>
                          </a:solidFill>
                          <a:latin typeface="+mn-lt"/>
                          <a:ea typeface="+mn-ea"/>
                          <a:cs typeface="+mn-cs"/>
                        </a:rPr>
                        <a:t>NET 45 / GBP / </a:t>
                      </a:r>
                      <a:r>
                        <a:rPr lang="en-US" sz="800"/>
                        <a:t>English</a:t>
                      </a:r>
                      <a:r>
                        <a:rPr lang="en-US" sz="800" kern="1200">
                          <a:solidFill>
                            <a:schemeClr val="dk1"/>
                          </a:solidFill>
                          <a:latin typeface="+mn-lt"/>
                          <a:ea typeface="+mn-ea"/>
                          <a:cs typeface="+mn-cs"/>
                        </a:rPr>
                        <a:t> / Monthly / Credit Hold: Y/N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91597427"/>
                  </a:ext>
                </a:extLst>
              </a:tr>
              <a:tr h="274320">
                <a:tc>
                  <a:txBody>
                    <a:bodyPr/>
                    <a:lstStyle/>
                    <a:p>
                      <a:r>
                        <a:rPr lang="en-US" sz="1000"/>
                        <a:t>EQX ITALY</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3113</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EQX ITALY</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3002</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r>
                        <a:rPr lang="en-US" sz="1000"/>
                        <a:t>Ops</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marL="0" algn="l" defTabSz="914400" rtl="0" eaLnBrk="1" latinLnBrk="0" hangingPunct="1"/>
                      <a:r>
                        <a:rPr lang="en-US" sz="800" kern="1200">
                          <a:solidFill>
                            <a:schemeClr val="dk1"/>
                          </a:solidFill>
                          <a:latin typeface="+mn-lt"/>
                          <a:ea typeface="+mn-ea"/>
                          <a:cs typeface="+mn-cs"/>
                        </a:rPr>
                        <a:t>NET 60 / EUR / English / Annual / Credit Hold: Y/N</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4519984"/>
                  </a:ext>
                </a:extLst>
              </a:tr>
            </a:tbl>
          </a:graphicData>
        </a:graphic>
      </p:graphicFrame>
      <p:sp>
        <p:nvSpPr>
          <p:cNvPr id="27" name="Rectangle 26">
            <a:extLst>
              <a:ext uri="{FF2B5EF4-FFF2-40B4-BE49-F238E27FC236}">
                <a16:creationId xmlns:a16="http://schemas.microsoft.com/office/drawing/2014/main" id="{12BF6840-70E3-5330-0A32-BFEF07D53F2C}"/>
              </a:ext>
            </a:extLst>
          </p:cNvPr>
          <p:cNvSpPr/>
          <p:nvPr/>
        </p:nvSpPr>
        <p:spPr>
          <a:xfrm>
            <a:off x="2653664" y="150907"/>
            <a:ext cx="3564256" cy="988685"/>
          </a:xfrm>
          <a:prstGeom prst="rect">
            <a:avLst/>
          </a:prstGeom>
          <a:ln/>
        </p:spPr>
        <p:style>
          <a:lnRef idx="2">
            <a:schemeClr val="accent3"/>
          </a:lnRef>
          <a:fillRef idx="1">
            <a:schemeClr val="lt1"/>
          </a:fillRef>
          <a:effectRef idx="0">
            <a:schemeClr val="accent3"/>
          </a:effectRef>
          <a:fontRef idx="minor">
            <a:schemeClr val="dk1"/>
          </a:fontRef>
        </p:style>
        <p:txBody>
          <a:bodyPr rtlCol="0" anchor="t"/>
          <a:lstStyle/>
          <a:p>
            <a:pPr marL="114300" indent="-114300">
              <a:buFont typeface="Arial" panose="020B0604020202020204" pitchFamily="34" charset="0"/>
              <a:buChar char="•"/>
            </a:pPr>
            <a:r>
              <a:rPr lang="en-US" sz="1000"/>
              <a:t>Each legal account used for an LTC transaction and will have a corresponding Oracle Party.</a:t>
            </a:r>
          </a:p>
          <a:p>
            <a:pPr marL="114300" indent="-114300">
              <a:buFont typeface="Arial" panose="020B0604020202020204" pitchFamily="34" charset="0"/>
              <a:buChar char="•"/>
            </a:pPr>
            <a:r>
              <a:rPr lang="en-US" sz="1000"/>
              <a:t>Each Oracle Party has an invoice account for each country a customer deploys products to.</a:t>
            </a:r>
          </a:p>
          <a:p>
            <a:pPr marL="114300" indent="-114300">
              <a:buFont typeface="Arial" panose="020B0604020202020204" pitchFamily="34" charset="0"/>
              <a:buChar char="•"/>
            </a:pPr>
            <a:r>
              <a:rPr lang="en-US" sz="1000"/>
              <a:t>Each subscription is billed from EQX LE, to where the product was deployed using the invoice account</a:t>
            </a:r>
          </a:p>
        </p:txBody>
      </p:sp>
      <p:sp>
        <p:nvSpPr>
          <p:cNvPr id="17" name="Right Bracket 16">
            <a:extLst>
              <a:ext uri="{FF2B5EF4-FFF2-40B4-BE49-F238E27FC236}">
                <a16:creationId xmlns:a16="http://schemas.microsoft.com/office/drawing/2014/main" id="{908F4922-47BB-AB92-1D39-A29E3D90789D}"/>
              </a:ext>
            </a:extLst>
          </p:cNvPr>
          <p:cNvSpPr/>
          <p:nvPr/>
        </p:nvSpPr>
        <p:spPr>
          <a:xfrm>
            <a:off x="11484926" y="2205319"/>
            <a:ext cx="549326" cy="1595716"/>
          </a:xfrm>
          <a:prstGeom prst="rightBracket">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ket 17">
            <a:extLst>
              <a:ext uri="{FF2B5EF4-FFF2-40B4-BE49-F238E27FC236}">
                <a16:creationId xmlns:a16="http://schemas.microsoft.com/office/drawing/2014/main" id="{9F5C08B0-76D4-0A18-99A4-C1A61B2DEC6C}"/>
              </a:ext>
            </a:extLst>
          </p:cNvPr>
          <p:cNvSpPr/>
          <p:nvPr/>
        </p:nvSpPr>
        <p:spPr>
          <a:xfrm>
            <a:off x="11499245" y="3801035"/>
            <a:ext cx="549326" cy="1981200"/>
          </a:xfrm>
          <a:prstGeom prst="rightBracket">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8587683F-D862-0FEB-E16D-6E96E2FD2B37}"/>
              </a:ext>
            </a:extLst>
          </p:cNvPr>
          <p:cNvSpPr txBox="1"/>
          <p:nvPr/>
        </p:nvSpPr>
        <p:spPr>
          <a:xfrm rot="16200000">
            <a:off x="11168407" y="3493488"/>
            <a:ext cx="1741665" cy="307777"/>
          </a:xfrm>
          <a:prstGeom prst="rect">
            <a:avLst/>
          </a:prstGeom>
          <a:solidFill>
            <a:schemeClr val="bg1"/>
          </a:solidFill>
        </p:spPr>
        <p:txBody>
          <a:bodyPr wrap="square">
            <a:spAutoFit/>
          </a:bodyPr>
          <a:lstStyle/>
          <a:p>
            <a:pPr algn="ctr"/>
            <a:r>
              <a:rPr lang="en-US" sz="1400"/>
              <a:t>Can Group by LE</a:t>
            </a:r>
          </a:p>
        </p:txBody>
      </p:sp>
    </p:spTree>
    <p:extLst>
      <p:ext uri="{BB962C8B-B14F-4D97-AF65-F5344CB8AC3E}">
        <p14:creationId xmlns:p14="http://schemas.microsoft.com/office/powerpoint/2010/main" val="112528554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8FE6707-1172-3F3F-06D7-1417630CE91C}"/>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C8BFEFE1-66A0-7013-5080-1571DF8A4D2B}"/>
              </a:ext>
            </a:extLst>
          </p:cNvPr>
          <p:cNvSpPr>
            <a:spLocks noGrp="1"/>
          </p:cNvSpPr>
          <p:nvPr>
            <p:ph type="sldNum" sz="quarter" idx="12"/>
          </p:nvPr>
        </p:nvSpPr>
        <p:spPr/>
        <p:txBody>
          <a:bodyPr/>
          <a:lstStyle/>
          <a:p>
            <a:fld id="{F8A89D12-4F33-44AF-85FC-689FEAF79A41}" type="slidenum">
              <a:rPr lang="en-US" smtClean="0"/>
              <a:t>8</a:t>
            </a:fld>
            <a:endParaRPr lang="en-US"/>
          </a:p>
        </p:txBody>
      </p:sp>
      <p:sp>
        <p:nvSpPr>
          <p:cNvPr id="4" name="Title 3">
            <a:extLst>
              <a:ext uri="{FF2B5EF4-FFF2-40B4-BE49-F238E27FC236}">
                <a16:creationId xmlns:a16="http://schemas.microsoft.com/office/drawing/2014/main" id="{877951D1-6F23-CC6D-86A3-88217B795904}"/>
              </a:ext>
            </a:extLst>
          </p:cNvPr>
          <p:cNvSpPr>
            <a:spLocks noGrp="1"/>
          </p:cNvSpPr>
          <p:nvPr>
            <p:ph type="title"/>
          </p:nvPr>
        </p:nvSpPr>
        <p:spPr/>
        <p:txBody>
          <a:bodyPr/>
          <a:lstStyle/>
          <a:p>
            <a:r>
              <a:rPr lang="en-US"/>
              <a:t>ECP Permissions Proposal - MVP </a:t>
            </a:r>
          </a:p>
        </p:txBody>
      </p:sp>
      <p:sp>
        <p:nvSpPr>
          <p:cNvPr id="5" name="Text Placeholder 4">
            <a:extLst>
              <a:ext uri="{FF2B5EF4-FFF2-40B4-BE49-F238E27FC236}">
                <a16:creationId xmlns:a16="http://schemas.microsoft.com/office/drawing/2014/main" id="{1A6B1819-8381-50FE-97B5-F389AA4920A8}"/>
              </a:ext>
            </a:extLst>
          </p:cNvPr>
          <p:cNvSpPr>
            <a:spLocks noGrp="1"/>
          </p:cNvSpPr>
          <p:nvPr>
            <p:ph type="body" sz="quarter" idx="15"/>
          </p:nvPr>
        </p:nvSpPr>
        <p:spPr/>
        <p:txBody>
          <a:bodyPr/>
          <a:lstStyle/>
          <a:p>
            <a:r>
              <a:rPr lang="en-US"/>
              <a:t>Current vs Future</a:t>
            </a:r>
          </a:p>
        </p:txBody>
      </p:sp>
      <p:sp>
        <p:nvSpPr>
          <p:cNvPr id="7" name="Date Placeholder 6">
            <a:extLst>
              <a:ext uri="{FF2B5EF4-FFF2-40B4-BE49-F238E27FC236}">
                <a16:creationId xmlns:a16="http://schemas.microsoft.com/office/drawing/2014/main" id="{9CA367D0-ED41-838A-08F2-BC01C526674E}"/>
              </a:ext>
            </a:extLst>
          </p:cNvPr>
          <p:cNvSpPr>
            <a:spLocks noGrp="1"/>
          </p:cNvSpPr>
          <p:nvPr>
            <p:ph type="dt" sz="half" idx="13"/>
          </p:nvPr>
        </p:nvSpPr>
        <p:spPr/>
        <p:txBody>
          <a:bodyPr/>
          <a:lstStyle/>
          <a:p>
            <a:r>
              <a:rPr lang="en-US"/>
              <a:t>Source(s) / Citation(s) / Trademark(s)</a:t>
            </a:r>
          </a:p>
        </p:txBody>
      </p:sp>
      <p:sp>
        <p:nvSpPr>
          <p:cNvPr id="9" name="TextBox 8">
            <a:extLst>
              <a:ext uri="{FF2B5EF4-FFF2-40B4-BE49-F238E27FC236}">
                <a16:creationId xmlns:a16="http://schemas.microsoft.com/office/drawing/2014/main" id="{979DB70E-98E3-FEF8-37F0-02BC58C5B57C}"/>
              </a:ext>
            </a:extLst>
          </p:cNvPr>
          <p:cNvSpPr txBox="1"/>
          <p:nvPr/>
        </p:nvSpPr>
        <p:spPr>
          <a:xfrm>
            <a:off x="470915" y="6003607"/>
            <a:ext cx="4913565" cy="324470"/>
          </a:xfrm>
          <a:prstGeom prst="rect">
            <a:avLst/>
          </a:prstGeom>
          <a:noFill/>
        </p:spPr>
        <p:txBody>
          <a:bodyPr wrap="square" lIns="0" tIns="0" rtlCol="0">
            <a:noAutofit/>
          </a:bodyPr>
          <a:lstStyle/>
          <a:p>
            <a:pPr marL="171450" indent="-171450" algn="l">
              <a:buFont typeface="Arial" panose="020B0604020202020204" pitchFamily="34" charset="0"/>
              <a:buChar char="•"/>
            </a:pPr>
            <a:r>
              <a:rPr lang="en-US" sz="1100">
                <a:solidFill>
                  <a:schemeClr val="accent2"/>
                </a:solidFill>
              </a:rPr>
              <a:t>Contacts are linked to Cust Org </a:t>
            </a:r>
          </a:p>
          <a:p>
            <a:pPr marL="171450" indent="-171450" algn="l">
              <a:buFont typeface="Arial" panose="020B0604020202020204" pitchFamily="34" charset="0"/>
              <a:buChar char="•"/>
            </a:pPr>
            <a:r>
              <a:rPr lang="en-US" sz="1100">
                <a:solidFill>
                  <a:schemeClr val="accent2"/>
                </a:solidFill>
              </a:rPr>
              <a:t>Permissions are set at Cage Asset level or All IBX Assets</a:t>
            </a:r>
          </a:p>
          <a:p>
            <a:pPr algn="l"/>
            <a:r>
              <a:rPr lang="en-US" sz="1100">
                <a:solidFill>
                  <a:schemeClr val="accent2"/>
                </a:solidFill>
              </a:rPr>
              <a:t>    </a:t>
            </a:r>
            <a:r>
              <a:rPr lang="en-US" sz="1100" err="1">
                <a:solidFill>
                  <a:schemeClr val="accent2"/>
                </a:solidFill>
              </a:rPr>
              <a:t>Johndoe</a:t>
            </a:r>
            <a:r>
              <a:rPr lang="en-US" sz="1100">
                <a:solidFill>
                  <a:schemeClr val="accent2"/>
                </a:solidFill>
              </a:rPr>
              <a:t> </a:t>
            </a:r>
            <a:r>
              <a:rPr lang="en-US" sz="1100" b="1">
                <a:solidFill>
                  <a:schemeClr val="accent1"/>
                </a:solidFill>
              </a:rPr>
              <a:t>cannot </a:t>
            </a:r>
            <a:r>
              <a:rPr lang="en-US" sz="1100">
                <a:solidFill>
                  <a:schemeClr val="accent2"/>
                </a:solidFill>
              </a:rPr>
              <a:t>access MB2 since permissions is not set on the cage.</a:t>
            </a:r>
          </a:p>
        </p:txBody>
      </p:sp>
      <p:sp>
        <p:nvSpPr>
          <p:cNvPr id="10" name="Rectangle 9">
            <a:extLst>
              <a:ext uri="{FF2B5EF4-FFF2-40B4-BE49-F238E27FC236}">
                <a16:creationId xmlns:a16="http://schemas.microsoft.com/office/drawing/2014/main" id="{B37EC4DC-F1F7-60A6-DE7B-65487B8D3CB5}"/>
              </a:ext>
            </a:extLst>
          </p:cNvPr>
          <p:cNvSpPr/>
          <p:nvPr/>
        </p:nvSpPr>
        <p:spPr>
          <a:xfrm>
            <a:off x="1563624" y="1826589"/>
            <a:ext cx="2478024" cy="60603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r>
              <a:rPr lang="en-US" sz="1400"/>
              <a:t>Microsoft Corporation</a:t>
            </a:r>
          </a:p>
        </p:txBody>
      </p:sp>
      <p:sp>
        <p:nvSpPr>
          <p:cNvPr id="11" name="Rectangle: Rounded Corners 10">
            <a:extLst>
              <a:ext uri="{FF2B5EF4-FFF2-40B4-BE49-F238E27FC236}">
                <a16:creationId xmlns:a16="http://schemas.microsoft.com/office/drawing/2014/main" id="{D9F67F42-2EB1-4E00-3608-E24E56D88B26}"/>
              </a:ext>
            </a:extLst>
          </p:cNvPr>
          <p:cNvSpPr/>
          <p:nvPr/>
        </p:nvSpPr>
        <p:spPr>
          <a:xfrm>
            <a:off x="1170432" y="2670365"/>
            <a:ext cx="1252728" cy="606032"/>
          </a:xfrm>
          <a:prstGeom prst="roundRect">
            <a:avLst/>
          </a:prstGeom>
          <a:ln/>
        </p:spPr>
        <p:style>
          <a:lnRef idx="1">
            <a:schemeClr val="dk1"/>
          </a:lnRef>
          <a:fillRef idx="2">
            <a:schemeClr val="dk1"/>
          </a:fillRef>
          <a:effectRef idx="1">
            <a:schemeClr val="dk1"/>
          </a:effectRef>
          <a:fontRef idx="minor">
            <a:schemeClr val="dk1"/>
          </a:fontRef>
        </p:style>
        <p:txBody>
          <a:bodyPr rtlCol="0" anchor="t"/>
          <a:lstStyle/>
          <a:p>
            <a:pPr algn="l"/>
            <a:r>
              <a:rPr lang="en-US" sz="1400">
                <a:solidFill>
                  <a:schemeClr val="bg1"/>
                </a:solidFill>
              </a:rPr>
              <a:t>Cust Org 1</a:t>
            </a:r>
          </a:p>
        </p:txBody>
      </p:sp>
      <p:sp>
        <p:nvSpPr>
          <p:cNvPr id="12" name="Rectangle: Rounded Corners 11">
            <a:extLst>
              <a:ext uri="{FF2B5EF4-FFF2-40B4-BE49-F238E27FC236}">
                <a16:creationId xmlns:a16="http://schemas.microsoft.com/office/drawing/2014/main" id="{DC78F31F-932F-C994-A853-DC2083A8221D}"/>
              </a:ext>
            </a:extLst>
          </p:cNvPr>
          <p:cNvSpPr/>
          <p:nvPr/>
        </p:nvSpPr>
        <p:spPr>
          <a:xfrm>
            <a:off x="3069337" y="2670365"/>
            <a:ext cx="1252728" cy="606032"/>
          </a:xfrm>
          <a:prstGeom prst="roundRect">
            <a:avLst/>
          </a:prstGeom>
          <a:ln/>
        </p:spPr>
        <p:style>
          <a:lnRef idx="1">
            <a:schemeClr val="dk1"/>
          </a:lnRef>
          <a:fillRef idx="2">
            <a:schemeClr val="dk1"/>
          </a:fillRef>
          <a:effectRef idx="1">
            <a:schemeClr val="dk1"/>
          </a:effectRef>
          <a:fontRef idx="minor">
            <a:schemeClr val="dk1"/>
          </a:fontRef>
        </p:style>
        <p:txBody>
          <a:bodyPr rtlCol="0" anchor="t"/>
          <a:lstStyle/>
          <a:p>
            <a:pPr algn="l"/>
            <a:r>
              <a:rPr lang="en-US" sz="1400">
                <a:solidFill>
                  <a:schemeClr val="bg1"/>
                </a:solidFill>
              </a:rPr>
              <a:t>Cust Org 2</a:t>
            </a:r>
          </a:p>
        </p:txBody>
      </p:sp>
      <p:sp>
        <p:nvSpPr>
          <p:cNvPr id="13" name="Rectangle: Rounded Corners 12">
            <a:extLst>
              <a:ext uri="{FF2B5EF4-FFF2-40B4-BE49-F238E27FC236}">
                <a16:creationId xmlns:a16="http://schemas.microsoft.com/office/drawing/2014/main" id="{33999417-8313-CF75-6B3A-DEB780811FAF}"/>
              </a:ext>
            </a:extLst>
          </p:cNvPr>
          <p:cNvSpPr/>
          <p:nvPr/>
        </p:nvSpPr>
        <p:spPr>
          <a:xfrm>
            <a:off x="303276" y="3714683"/>
            <a:ext cx="1219423" cy="663826"/>
          </a:xfrm>
          <a:prstGeom prst="roundRect">
            <a:avLst/>
          </a:prstGeom>
          <a:solidFill>
            <a:srgbClr val="043776"/>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en-US" sz="800"/>
              <a:t>Billing Account 1</a:t>
            </a:r>
          </a:p>
          <a:p>
            <a:pPr algn="ctr"/>
            <a:r>
              <a:rPr lang="en-US" sz="800"/>
              <a:t>15786</a:t>
            </a:r>
            <a:endParaRPr lang="en-US" sz="800">
              <a:solidFill>
                <a:schemeClr val="bg1"/>
              </a:solidFill>
            </a:endParaRPr>
          </a:p>
          <a:p>
            <a:pPr algn="ctr"/>
            <a:r>
              <a:rPr lang="en-US" sz="800">
                <a:solidFill>
                  <a:schemeClr val="bg1"/>
                </a:solidFill>
              </a:rPr>
              <a:t>Microsoft Research Lab India.</a:t>
            </a:r>
          </a:p>
        </p:txBody>
      </p:sp>
      <p:sp>
        <p:nvSpPr>
          <p:cNvPr id="15" name="Rectangle: Rounded Corners 14">
            <a:extLst>
              <a:ext uri="{FF2B5EF4-FFF2-40B4-BE49-F238E27FC236}">
                <a16:creationId xmlns:a16="http://schemas.microsoft.com/office/drawing/2014/main" id="{47458BF8-39A9-B4EF-15D6-ECFDD78C8C0C}"/>
              </a:ext>
            </a:extLst>
          </p:cNvPr>
          <p:cNvSpPr/>
          <p:nvPr/>
        </p:nvSpPr>
        <p:spPr>
          <a:xfrm>
            <a:off x="3078481" y="3707442"/>
            <a:ext cx="1252728" cy="683294"/>
          </a:xfrm>
          <a:prstGeom prst="roundRect">
            <a:avLst/>
          </a:prstGeom>
          <a:solidFill>
            <a:srgbClr val="043776"/>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en-US" sz="800">
                <a:solidFill>
                  <a:schemeClr val="bg1"/>
                </a:solidFill>
              </a:rPr>
              <a:t>Billing Account 3</a:t>
            </a:r>
          </a:p>
          <a:p>
            <a:pPr algn="ctr"/>
            <a:r>
              <a:rPr lang="en-US" sz="800">
                <a:solidFill>
                  <a:schemeClr val="bg1"/>
                </a:solidFill>
              </a:rPr>
              <a:t>67484</a:t>
            </a:r>
          </a:p>
          <a:p>
            <a:pPr algn="ctr"/>
            <a:r>
              <a:rPr lang="en-US" sz="800">
                <a:solidFill>
                  <a:schemeClr val="bg1"/>
                </a:solidFill>
              </a:rPr>
              <a:t>Microsoft Ireland Operations Limited</a:t>
            </a:r>
          </a:p>
        </p:txBody>
      </p:sp>
      <p:pic>
        <p:nvPicPr>
          <p:cNvPr id="17" name="Graphic 16" descr="User with solid fill">
            <a:extLst>
              <a:ext uri="{FF2B5EF4-FFF2-40B4-BE49-F238E27FC236}">
                <a16:creationId xmlns:a16="http://schemas.microsoft.com/office/drawing/2014/main" id="{2A33F68F-612A-EA60-45DD-212F43BCC7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8787" y="2686916"/>
            <a:ext cx="322329" cy="322329"/>
          </a:xfrm>
          <a:prstGeom prst="rect">
            <a:avLst/>
          </a:prstGeom>
        </p:spPr>
      </p:pic>
      <p:sp>
        <p:nvSpPr>
          <p:cNvPr id="18" name="TextBox 17">
            <a:extLst>
              <a:ext uri="{FF2B5EF4-FFF2-40B4-BE49-F238E27FC236}">
                <a16:creationId xmlns:a16="http://schemas.microsoft.com/office/drawing/2014/main" id="{1C5ECE26-AB75-1664-8EE3-3EF8D8F14765}"/>
              </a:ext>
            </a:extLst>
          </p:cNvPr>
          <p:cNvSpPr txBox="1"/>
          <p:nvPr/>
        </p:nvSpPr>
        <p:spPr>
          <a:xfrm>
            <a:off x="337897" y="2534176"/>
            <a:ext cx="1252728" cy="244359"/>
          </a:xfrm>
          <a:prstGeom prst="rect">
            <a:avLst/>
          </a:prstGeom>
          <a:noFill/>
        </p:spPr>
        <p:txBody>
          <a:bodyPr wrap="square" lIns="0" tIns="0" rtlCol="0">
            <a:noAutofit/>
          </a:bodyPr>
          <a:lstStyle/>
          <a:p>
            <a:pPr algn="l"/>
            <a:r>
              <a:rPr lang="en-US" sz="1000"/>
              <a:t>Johndoe@Msft.com</a:t>
            </a:r>
          </a:p>
        </p:txBody>
      </p:sp>
      <p:pic>
        <p:nvPicPr>
          <p:cNvPr id="19" name="Graphic 18" descr="User with solid fill">
            <a:extLst>
              <a:ext uri="{FF2B5EF4-FFF2-40B4-BE49-F238E27FC236}">
                <a16:creationId xmlns:a16="http://schemas.microsoft.com/office/drawing/2014/main" id="{64151B95-142A-CB39-1BFD-16A8B72F7D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2669" y="2424098"/>
            <a:ext cx="322329" cy="322329"/>
          </a:xfrm>
          <a:prstGeom prst="rect">
            <a:avLst/>
          </a:prstGeom>
        </p:spPr>
      </p:pic>
      <p:sp>
        <p:nvSpPr>
          <p:cNvPr id="20" name="TextBox 19">
            <a:extLst>
              <a:ext uri="{FF2B5EF4-FFF2-40B4-BE49-F238E27FC236}">
                <a16:creationId xmlns:a16="http://schemas.microsoft.com/office/drawing/2014/main" id="{9EB6AF34-1A55-8426-8164-13710C821B77}"/>
              </a:ext>
            </a:extLst>
          </p:cNvPr>
          <p:cNvSpPr txBox="1"/>
          <p:nvPr/>
        </p:nvSpPr>
        <p:spPr>
          <a:xfrm>
            <a:off x="4094989" y="2497735"/>
            <a:ext cx="1252728" cy="244359"/>
          </a:xfrm>
          <a:prstGeom prst="rect">
            <a:avLst/>
          </a:prstGeom>
          <a:noFill/>
        </p:spPr>
        <p:txBody>
          <a:bodyPr wrap="square" lIns="0" tIns="0" rtlCol="0">
            <a:noAutofit/>
          </a:bodyPr>
          <a:lstStyle/>
          <a:p>
            <a:pPr algn="l"/>
            <a:r>
              <a:rPr lang="en-US" sz="1000"/>
              <a:t>Abiee@Msft.com</a:t>
            </a:r>
          </a:p>
        </p:txBody>
      </p:sp>
      <p:sp>
        <p:nvSpPr>
          <p:cNvPr id="21" name="Rectangle: Rounded Corners 20">
            <a:extLst>
              <a:ext uri="{FF2B5EF4-FFF2-40B4-BE49-F238E27FC236}">
                <a16:creationId xmlns:a16="http://schemas.microsoft.com/office/drawing/2014/main" id="{3495130D-55BC-FD29-491F-B48589210FBB}"/>
              </a:ext>
            </a:extLst>
          </p:cNvPr>
          <p:cNvSpPr/>
          <p:nvPr/>
        </p:nvSpPr>
        <p:spPr>
          <a:xfrm>
            <a:off x="1696212" y="3707442"/>
            <a:ext cx="1219423" cy="683294"/>
          </a:xfrm>
          <a:prstGeom prst="roundRect">
            <a:avLst/>
          </a:prstGeom>
          <a:solidFill>
            <a:srgbClr val="043776"/>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en-US" sz="800"/>
              <a:t>Billing Account 2</a:t>
            </a:r>
          </a:p>
          <a:p>
            <a:pPr algn="ctr"/>
            <a:r>
              <a:rPr lang="en-US" sz="800"/>
              <a:t>12345</a:t>
            </a:r>
            <a:endParaRPr lang="en-US" sz="800">
              <a:solidFill>
                <a:schemeClr val="bg1"/>
              </a:solidFill>
            </a:endParaRPr>
          </a:p>
          <a:p>
            <a:pPr algn="ctr"/>
            <a:r>
              <a:rPr lang="en-US" sz="800">
                <a:solidFill>
                  <a:schemeClr val="bg1"/>
                </a:solidFill>
              </a:rPr>
              <a:t>Microsoft Research Lab (MB1)</a:t>
            </a:r>
          </a:p>
          <a:p>
            <a:pPr algn="ctr"/>
            <a:endParaRPr lang="en-US" sz="800"/>
          </a:p>
        </p:txBody>
      </p:sp>
      <p:cxnSp>
        <p:nvCxnSpPr>
          <p:cNvPr id="24" name="Connector: Elbow 23">
            <a:extLst>
              <a:ext uri="{FF2B5EF4-FFF2-40B4-BE49-F238E27FC236}">
                <a16:creationId xmlns:a16="http://schemas.microsoft.com/office/drawing/2014/main" id="{FDCBD612-3CA0-C689-D2AC-A42070F349C7}"/>
              </a:ext>
            </a:extLst>
          </p:cNvPr>
          <p:cNvCxnSpPr>
            <a:cxnSpLocks/>
            <a:stCxn id="11" idx="2"/>
            <a:endCxn id="13" idx="0"/>
          </p:cNvCxnSpPr>
          <p:nvPr/>
        </p:nvCxnSpPr>
        <p:spPr>
          <a:xfrm rot="5400000">
            <a:off x="1135749" y="3053636"/>
            <a:ext cx="438286" cy="88380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A937E873-5703-1A9F-CA65-A853AB444E68}"/>
              </a:ext>
            </a:extLst>
          </p:cNvPr>
          <p:cNvCxnSpPr>
            <a:cxnSpLocks/>
            <a:stCxn id="11" idx="2"/>
            <a:endCxn id="21" idx="0"/>
          </p:cNvCxnSpPr>
          <p:nvPr/>
        </p:nvCxnSpPr>
        <p:spPr>
          <a:xfrm rot="16200000" flipH="1">
            <a:off x="1835838" y="3237355"/>
            <a:ext cx="431045" cy="50912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DDC40C6A-37FB-061B-F0A4-46535C44DD33}"/>
              </a:ext>
            </a:extLst>
          </p:cNvPr>
          <p:cNvCxnSpPr>
            <a:cxnSpLocks/>
            <a:stCxn id="12" idx="2"/>
            <a:endCxn id="15" idx="0"/>
          </p:cNvCxnSpPr>
          <p:nvPr/>
        </p:nvCxnSpPr>
        <p:spPr>
          <a:xfrm rot="16200000" flipH="1">
            <a:off x="3484751" y="3487347"/>
            <a:ext cx="431045" cy="9144"/>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1BDC461-12EE-C5E0-E737-C33CF1F369B1}"/>
              </a:ext>
            </a:extLst>
          </p:cNvPr>
          <p:cNvCxnSpPr>
            <a:stCxn id="10" idx="2"/>
            <a:endCxn id="11" idx="0"/>
          </p:cNvCxnSpPr>
          <p:nvPr/>
        </p:nvCxnSpPr>
        <p:spPr>
          <a:xfrm rot="5400000">
            <a:off x="2180844" y="2048573"/>
            <a:ext cx="237744" cy="1005840"/>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EAB8E01D-CFC1-4A2E-D607-1AFDB31D6E85}"/>
              </a:ext>
            </a:extLst>
          </p:cNvPr>
          <p:cNvCxnSpPr>
            <a:stCxn id="10" idx="2"/>
            <a:endCxn id="12" idx="0"/>
          </p:cNvCxnSpPr>
          <p:nvPr/>
        </p:nvCxnSpPr>
        <p:spPr>
          <a:xfrm rot="16200000" flipH="1">
            <a:off x="3130296" y="2104960"/>
            <a:ext cx="237744" cy="893065"/>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EE58D49E-7A47-3EF7-5F69-14CF7425AF06}"/>
              </a:ext>
            </a:extLst>
          </p:cNvPr>
          <p:cNvPicPr>
            <a:picLocks noChangeAspect="1"/>
          </p:cNvPicPr>
          <p:nvPr/>
        </p:nvPicPr>
        <p:blipFill>
          <a:blip r:embed="rId6"/>
          <a:stretch>
            <a:fillRect/>
          </a:stretch>
        </p:blipFill>
        <p:spPr>
          <a:xfrm>
            <a:off x="337897" y="4769533"/>
            <a:ext cx="713663" cy="683294"/>
          </a:xfrm>
          <a:prstGeom prst="rect">
            <a:avLst/>
          </a:prstGeom>
        </p:spPr>
      </p:pic>
      <p:pic>
        <p:nvPicPr>
          <p:cNvPr id="57" name="Picture 56">
            <a:extLst>
              <a:ext uri="{FF2B5EF4-FFF2-40B4-BE49-F238E27FC236}">
                <a16:creationId xmlns:a16="http://schemas.microsoft.com/office/drawing/2014/main" id="{D8E8BED3-FFE3-FE5D-C7A9-2E98578A1810}"/>
              </a:ext>
            </a:extLst>
          </p:cNvPr>
          <p:cNvPicPr>
            <a:picLocks noChangeAspect="1"/>
          </p:cNvPicPr>
          <p:nvPr/>
        </p:nvPicPr>
        <p:blipFill>
          <a:blip r:embed="rId6"/>
          <a:stretch>
            <a:fillRect/>
          </a:stretch>
        </p:blipFill>
        <p:spPr>
          <a:xfrm>
            <a:off x="1133144" y="4769533"/>
            <a:ext cx="713663" cy="683294"/>
          </a:xfrm>
          <a:prstGeom prst="rect">
            <a:avLst/>
          </a:prstGeom>
        </p:spPr>
      </p:pic>
      <p:pic>
        <p:nvPicPr>
          <p:cNvPr id="58" name="Picture 57">
            <a:extLst>
              <a:ext uri="{FF2B5EF4-FFF2-40B4-BE49-F238E27FC236}">
                <a16:creationId xmlns:a16="http://schemas.microsoft.com/office/drawing/2014/main" id="{90819726-6B49-BBFE-7301-C6686E7A5C36}"/>
              </a:ext>
            </a:extLst>
          </p:cNvPr>
          <p:cNvPicPr>
            <a:picLocks noChangeAspect="1"/>
          </p:cNvPicPr>
          <p:nvPr/>
        </p:nvPicPr>
        <p:blipFill>
          <a:blip r:embed="rId6"/>
          <a:stretch>
            <a:fillRect/>
          </a:stretch>
        </p:blipFill>
        <p:spPr>
          <a:xfrm>
            <a:off x="2263140" y="4769533"/>
            <a:ext cx="713663" cy="683294"/>
          </a:xfrm>
          <a:prstGeom prst="rect">
            <a:avLst/>
          </a:prstGeom>
        </p:spPr>
      </p:pic>
      <p:pic>
        <p:nvPicPr>
          <p:cNvPr id="60" name="Picture 59">
            <a:extLst>
              <a:ext uri="{FF2B5EF4-FFF2-40B4-BE49-F238E27FC236}">
                <a16:creationId xmlns:a16="http://schemas.microsoft.com/office/drawing/2014/main" id="{29921B37-6306-CC0F-BCD2-AAF1D27A68A3}"/>
              </a:ext>
            </a:extLst>
          </p:cNvPr>
          <p:cNvPicPr>
            <a:picLocks noChangeAspect="1"/>
          </p:cNvPicPr>
          <p:nvPr/>
        </p:nvPicPr>
        <p:blipFill>
          <a:blip r:embed="rId6"/>
          <a:stretch>
            <a:fillRect/>
          </a:stretch>
        </p:blipFill>
        <p:spPr>
          <a:xfrm>
            <a:off x="3518886" y="4769533"/>
            <a:ext cx="713663" cy="683294"/>
          </a:xfrm>
          <a:prstGeom prst="rect">
            <a:avLst/>
          </a:prstGeom>
        </p:spPr>
      </p:pic>
      <p:sp>
        <p:nvSpPr>
          <p:cNvPr id="61" name="TextBox 60">
            <a:extLst>
              <a:ext uri="{FF2B5EF4-FFF2-40B4-BE49-F238E27FC236}">
                <a16:creationId xmlns:a16="http://schemas.microsoft.com/office/drawing/2014/main" id="{BCBB2460-1278-27DF-228B-759AB86BE87D}"/>
              </a:ext>
            </a:extLst>
          </p:cNvPr>
          <p:cNvSpPr txBox="1"/>
          <p:nvPr/>
        </p:nvSpPr>
        <p:spPr>
          <a:xfrm>
            <a:off x="115824" y="5453768"/>
            <a:ext cx="992240" cy="161814"/>
          </a:xfrm>
          <a:prstGeom prst="rect">
            <a:avLst/>
          </a:prstGeom>
          <a:noFill/>
        </p:spPr>
        <p:txBody>
          <a:bodyPr wrap="square" lIns="0" tIns="0" rtlCol="0">
            <a:noAutofit/>
          </a:bodyPr>
          <a:lstStyle/>
          <a:p>
            <a:r>
              <a:rPr lang="en-US" sz="1000"/>
              <a:t>MB1:01:122345</a:t>
            </a:r>
          </a:p>
        </p:txBody>
      </p:sp>
      <p:sp>
        <p:nvSpPr>
          <p:cNvPr id="62" name="TextBox 61">
            <a:extLst>
              <a:ext uri="{FF2B5EF4-FFF2-40B4-BE49-F238E27FC236}">
                <a16:creationId xmlns:a16="http://schemas.microsoft.com/office/drawing/2014/main" id="{D46D3BA5-6DAD-5C1B-6B2E-ADA98783F30E}"/>
              </a:ext>
            </a:extLst>
          </p:cNvPr>
          <p:cNvSpPr txBox="1"/>
          <p:nvPr/>
        </p:nvSpPr>
        <p:spPr>
          <a:xfrm>
            <a:off x="1176586" y="5453768"/>
            <a:ext cx="1018032" cy="182880"/>
          </a:xfrm>
          <a:prstGeom prst="rect">
            <a:avLst/>
          </a:prstGeom>
          <a:noFill/>
        </p:spPr>
        <p:txBody>
          <a:bodyPr wrap="square" lIns="0" tIns="0" rtlCol="0">
            <a:noAutofit/>
          </a:bodyPr>
          <a:lstStyle/>
          <a:p>
            <a:r>
              <a:rPr lang="en-US" sz="1000"/>
              <a:t>MB2:04:145945</a:t>
            </a:r>
          </a:p>
        </p:txBody>
      </p:sp>
      <p:sp>
        <p:nvSpPr>
          <p:cNvPr id="63" name="TextBox 62">
            <a:extLst>
              <a:ext uri="{FF2B5EF4-FFF2-40B4-BE49-F238E27FC236}">
                <a16:creationId xmlns:a16="http://schemas.microsoft.com/office/drawing/2014/main" id="{F3275273-3FBC-71AA-438F-05229FDB3A77}"/>
              </a:ext>
            </a:extLst>
          </p:cNvPr>
          <p:cNvSpPr txBox="1"/>
          <p:nvPr/>
        </p:nvSpPr>
        <p:spPr>
          <a:xfrm>
            <a:off x="2201533" y="5453768"/>
            <a:ext cx="1018032" cy="182880"/>
          </a:xfrm>
          <a:prstGeom prst="rect">
            <a:avLst/>
          </a:prstGeom>
          <a:noFill/>
        </p:spPr>
        <p:txBody>
          <a:bodyPr wrap="square" lIns="0" tIns="0" rtlCol="0">
            <a:noAutofit/>
          </a:bodyPr>
          <a:lstStyle/>
          <a:p>
            <a:r>
              <a:rPr lang="en-US" sz="1000"/>
              <a:t>MB1:03:149999</a:t>
            </a:r>
          </a:p>
        </p:txBody>
      </p:sp>
      <p:sp>
        <p:nvSpPr>
          <p:cNvPr id="64" name="TextBox 63">
            <a:extLst>
              <a:ext uri="{FF2B5EF4-FFF2-40B4-BE49-F238E27FC236}">
                <a16:creationId xmlns:a16="http://schemas.microsoft.com/office/drawing/2014/main" id="{2D8DC70E-CC8C-E8DE-F4E6-2F16008FD790}"/>
              </a:ext>
            </a:extLst>
          </p:cNvPr>
          <p:cNvSpPr txBox="1"/>
          <p:nvPr/>
        </p:nvSpPr>
        <p:spPr>
          <a:xfrm>
            <a:off x="3336130" y="5461494"/>
            <a:ext cx="1018032" cy="182880"/>
          </a:xfrm>
          <a:prstGeom prst="rect">
            <a:avLst/>
          </a:prstGeom>
          <a:noFill/>
        </p:spPr>
        <p:txBody>
          <a:bodyPr wrap="square" lIns="0" tIns="0" rtlCol="0">
            <a:noAutofit/>
          </a:bodyPr>
          <a:lstStyle/>
          <a:p>
            <a:r>
              <a:rPr lang="en-US" sz="1000"/>
              <a:t>DB4:03:149999</a:t>
            </a:r>
          </a:p>
        </p:txBody>
      </p:sp>
      <p:pic>
        <p:nvPicPr>
          <p:cNvPr id="65" name="Graphic 64" descr="User with solid fill">
            <a:extLst>
              <a:ext uri="{FF2B5EF4-FFF2-40B4-BE49-F238E27FC236}">
                <a16:creationId xmlns:a16="http://schemas.microsoft.com/office/drawing/2014/main" id="{D9DF6567-679A-3DF8-AE7C-EF02544A02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52669" y="3141291"/>
            <a:ext cx="322329" cy="322329"/>
          </a:xfrm>
          <a:prstGeom prst="rect">
            <a:avLst/>
          </a:prstGeom>
        </p:spPr>
      </p:pic>
      <p:sp>
        <p:nvSpPr>
          <p:cNvPr id="66" name="TextBox 65">
            <a:extLst>
              <a:ext uri="{FF2B5EF4-FFF2-40B4-BE49-F238E27FC236}">
                <a16:creationId xmlns:a16="http://schemas.microsoft.com/office/drawing/2014/main" id="{6352A709-25AA-38A7-10B7-082CE4144F18}"/>
              </a:ext>
            </a:extLst>
          </p:cNvPr>
          <p:cNvSpPr txBox="1"/>
          <p:nvPr/>
        </p:nvSpPr>
        <p:spPr>
          <a:xfrm>
            <a:off x="4131753" y="3279794"/>
            <a:ext cx="1252728" cy="244359"/>
          </a:xfrm>
          <a:prstGeom prst="rect">
            <a:avLst/>
          </a:prstGeom>
          <a:noFill/>
        </p:spPr>
        <p:txBody>
          <a:bodyPr wrap="square" lIns="0" tIns="0" rtlCol="0">
            <a:noAutofit/>
          </a:bodyPr>
          <a:lstStyle/>
          <a:p>
            <a:pPr algn="l"/>
            <a:r>
              <a:rPr lang="en-US" sz="1000"/>
              <a:t>Johndoe@Msft.com</a:t>
            </a:r>
          </a:p>
        </p:txBody>
      </p:sp>
      <p:pic>
        <p:nvPicPr>
          <p:cNvPr id="86" name="Graphic 85" descr="User with solid fill">
            <a:extLst>
              <a:ext uri="{FF2B5EF4-FFF2-40B4-BE49-F238E27FC236}">
                <a16:creationId xmlns:a16="http://schemas.microsoft.com/office/drawing/2014/main" id="{12C28103-CCE8-5410-7DF0-7856B757D5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796" y="4950015"/>
            <a:ext cx="322329" cy="322329"/>
          </a:xfrm>
          <a:prstGeom prst="rect">
            <a:avLst/>
          </a:prstGeom>
        </p:spPr>
      </p:pic>
      <p:pic>
        <p:nvPicPr>
          <p:cNvPr id="87" name="Graphic 86" descr="User with solid fill">
            <a:extLst>
              <a:ext uri="{FF2B5EF4-FFF2-40B4-BE49-F238E27FC236}">
                <a16:creationId xmlns:a16="http://schemas.microsoft.com/office/drawing/2014/main" id="{1E669159-B3CD-E0AF-1727-2C17071AB4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60900" y="4915326"/>
            <a:ext cx="322329" cy="322329"/>
          </a:xfrm>
          <a:prstGeom prst="rect">
            <a:avLst/>
          </a:prstGeom>
        </p:spPr>
      </p:pic>
      <p:pic>
        <p:nvPicPr>
          <p:cNvPr id="88" name="Graphic 87" descr="User with solid fill">
            <a:extLst>
              <a:ext uri="{FF2B5EF4-FFF2-40B4-BE49-F238E27FC236}">
                <a16:creationId xmlns:a16="http://schemas.microsoft.com/office/drawing/2014/main" id="{25191606-1615-5EF1-7145-5512C5BFD4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41824" y="4915325"/>
            <a:ext cx="322329" cy="322329"/>
          </a:xfrm>
          <a:prstGeom prst="rect">
            <a:avLst/>
          </a:prstGeom>
        </p:spPr>
      </p:pic>
      <p:pic>
        <p:nvPicPr>
          <p:cNvPr id="89" name="Graphic 88" descr="User with solid fill">
            <a:extLst>
              <a:ext uri="{FF2B5EF4-FFF2-40B4-BE49-F238E27FC236}">
                <a16:creationId xmlns:a16="http://schemas.microsoft.com/office/drawing/2014/main" id="{5E21B357-4968-601A-5078-FBBB8FD339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43586" y="4937426"/>
            <a:ext cx="322329" cy="322329"/>
          </a:xfrm>
          <a:prstGeom prst="rect">
            <a:avLst/>
          </a:prstGeom>
        </p:spPr>
      </p:pic>
      <p:cxnSp>
        <p:nvCxnSpPr>
          <p:cNvPr id="91" name="Straight Connector 90">
            <a:extLst>
              <a:ext uri="{FF2B5EF4-FFF2-40B4-BE49-F238E27FC236}">
                <a16:creationId xmlns:a16="http://schemas.microsoft.com/office/drawing/2014/main" id="{ECF1C8B7-DFB7-5887-C41B-EE1D625811ED}"/>
              </a:ext>
            </a:extLst>
          </p:cNvPr>
          <p:cNvCxnSpPr/>
          <p:nvPr/>
        </p:nvCxnSpPr>
        <p:spPr>
          <a:xfrm>
            <a:off x="6141720" y="1949256"/>
            <a:ext cx="0" cy="466565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391F1FCC-D7BC-F665-B255-4F392A963671}"/>
              </a:ext>
            </a:extLst>
          </p:cNvPr>
          <p:cNvCxnSpPr>
            <a:stCxn id="13" idx="2"/>
            <a:endCxn id="56" idx="0"/>
          </p:cNvCxnSpPr>
          <p:nvPr/>
        </p:nvCxnSpPr>
        <p:spPr>
          <a:xfrm rot="5400000">
            <a:off x="608347" y="4464892"/>
            <a:ext cx="391024" cy="218259"/>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1C245CB0-ADF9-0335-09C0-6D5B91E1F7D5}"/>
              </a:ext>
            </a:extLst>
          </p:cNvPr>
          <p:cNvCxnSpPr>
            <a:stCxn id="13" idx="2"/>
            <a:endCxn id="57" idx="0"/>
          </p:cNvCxnSpPr>
          <p:nvPr/>
        </p:nvCxnSpPr>
        <p:spPr>
          <a:xfrm rot="16200000" flipH="1">
            <a:off x="1005970" y="4285527"/>
            <a:ext cx="391024" cy="57698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02D4AD5F-37F7-E0EF-FC42-7E2546A7F06A}"/>
              </a:ext>
            </a:extLst>
          </p:cNvPr>
          <p:cNvCxnSpPr>
            <a:stCxn id="21" idx="2"/>
            <a:endCxn id="58" idx="0"/>
          </p:cNvCxnSpPr>
          <p:nvPr/>
        </p:nvCxnSpPr>
        <p:spPr>
          <a:xfrm rot="16200000" flipH="1">
            <a:off x="2273550" y="4423110"/>
            <a:ext cx="378797" cy="31404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948AD607-E3A0-062D-B09F-962FB84D04D4}"/>
              </a:ext>
            </a:extLst>
          </p:cNvPr>
          <p:cNvCxnSpPr>
            <a:stCxn id="15" idx="2"/>
            <a:endCxn id="60" idx="0"/>
          </p:cNvCxnSpPr>
          <p:nvPr/>
        </p:nvCxnSpPr>
        <p:spPr>
          <a:xfrm rot="16200000" flipH="1">
            <a:off x="3600883" y="4494697"/>
            <a:ext cx="378797" cy="17087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84274AAF-F69B-96C2-D794-A6B50133D6DE}"/>
              </a:ext>
            </a:extLst>
          </p:cNvPr>
          <p:cNvSpPr/>
          <p:nvPr/>
        </p:nvSpPr>
        <p:spPr>
          <a:xfrm>
            <a:off x="7928494" y="1833830"/>
            <a:ext cx="2478024" cy="60603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l"/>
            <a:r>
              <a:rPr lang="en-US" sz="1400"/>
              <a:t>Microsoft Corporation</a:t>
            </a:r>
          </a:p>
        </p:txBody>
      </p:sp>
      <p:sp>
        <p:nvSpPr>
          <p:cNvPr id="101" name="Rectangle: Rounded Corners 100">
            <a:extLst>
              <a:ext uri="{FF2B5EF4-FFF2-40B4-BE49-F238E27FC236}">
                <a16:creationId xmlns:a16="http://schemas.microsoft.com/office/drawing/2014/main" id="{953D10B6-DC30-B40D-71C0-648D94A8BBF5}"/>
              </a:ext>
            </a:extLst>
          </p:cNvPr>
          <p:cNvSpPr/>
          <p:nvPr/>
        </p:nvSpPr>
        <p:spPr>
          <a:xfrm>
            <a:off x="7535302" y="2677606"/>
            <a:ext cx="1252728" cy="606032"/>
          </a:xfrm>
          <a:prstGeom prst="roundRect">
            <a:avLst/>
          </a:prstGeom>
          <a:ln/>
        </p:spPr>
        <p:style>
          <a:lnRef idx="1">
            <a:schemeClr val="dk1"/>
          </a:lnRef>
          <a:fillRef idx="2">
            <a:schemeClr val="dk1"/>
          </a:fillRef>
          <a:effectRef idx="1">
            <a:schemeClr val="dk1"/>
          </a:effectRef>
          <a:fontRef idx="minor">
            <a:schemeClr val="dk1"/>
          </a:fontRef>
        </p:style>
        <p:txBody>
          <a:bodyPr rtlCol="0" anchor="t"/>
          <a:lstStyle/>
          <a:p>
            <a:pPr algn="l"/>
            <a:r>
              <a:rPr lang="en-US" sz="1400">
                <a:solidFill>
                  <a:schemeClr val="bg1"/>
                </a:solidFill>
              </a:rPr>
              <a:t>Cust Org 1</a:t>
            </a:r>
          </a:p>
        </p:txBody>
      </p:sp>
      <p:sp>
        <p:nvSpPr>
          <p:cNvPr id="102" name="Rectangle: Rounded Corners 101">
            <a:extLst>
              <a:ext uri="{FF2B5EF4-FFF2-40B4-BE49-F238E27FC236}">
                <a16:creationId xmlns:a16="http://schemas.microsoft.com/office/drawing/2014/main" id="{0F4C7301-FB2D-E0B0-52CF-8AA26DD117F3}"/>
              </a:ext>
            </a:extLst>
          </p:cNvPr>
          <p:cNvSpPr/>
          <p:nvPr/>
        </p:nvSpPr>
        <p:spPr>
          <a:xfrm>
            <a:off x="9434207" y="2677606"/>
            <a:ext cx="1252728" cy="606032"/>
          </a:xfrm>
          <a:prstGeom prst="roundRect">
            <a:avLst/>
          </a:prstGeom>
          <a:ln/>
        </p:spPr>
        <p:style>
          <a:lnRef idx="1">
            <a:schemeClr val="dk1"/>
          </a:lnRef>
          <a:fillRef idx="2">
            <a:schemeClr val="dk1"/>
          </a:fillRef>
          <a:effectRef idx="1">
            <a:schemeClr val="dk1"/>
          </a:effectRef>
          <a:fontRef idx="minor">
            <a:schemeClr val="dk1"/>
          </a:fontRef>
        </p:style>
        <p:txBody>
          <a:bodyPr rtlCol="0" anchor="t"/>
          <a:lstStyle/>
          <a:p>
            <a:pPr algn="l"/>
            <a:r>
              <a:rPr lang="en-US" sz="1400">
                <a:solidFill>
                  <a:schemeClr val="bg1"/>
                </a:solidFill>
              </a:rPr>
              <a:t>Cust Org 2</a:t>
            </a:r>
          </a:p>
        </p:txBody>
      </p:sp>
      <p:sp>
        <p:nvSpPr>
          <p:cNvPr id="103" name="Rectangle: Rounded Corners 102">
            <a:extLst>
              <a:ext uri="{FF2B5EF4-FFF2-40B4-BE49-F238E27FC236}">
                <a16:creationId xmlns:a16="http://schemas.microsoft.com/office/drawing/2014/main" id="{4B91AA1E-91F2-7C09-49B7-3B1A21A36465}"/>
              </a:ext>
            </a:extLst>
          </p:cNvPr>
          <p:cNvSpPr/>
          <p:nvPr/>
        </p:nvSpPr>
        <p:spPr>
          <a:xfrm>
            <a:off x="6668146" y="3721924"/>
            <a:ext cx="1219423" cy="663826"/>
          </a:xfrm>
          <a:prstGeom prst="roundRect">
            <a:avLst/>
          </a:prstGeom>
          <a:solidFill>
            <a:srgbClr val="043776"/>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en-US" sz="800"/>
              <a:t>Billing Account 1</a:t>
            </a:r>
          </a:p>
          <a:p>
            <a:pPr algn="ctr"/>
            <a:r>
              <a:rPr lang="en-US" sz="800"/>
              <a:t>15786</a:t>
            </a:r>
            <a:endParaRPr lang="en-US" sz="800">
              <a:solidFill>
                <a:schemeClr val="bg1"/>
              </a:solidFill>
            </a:endParaRPr>
          </a:p>
          <a:p>
            <a:pPr algn="ctr"/>
            <a:r>
              <a:rPr lang="en-US" sz="800">
                <a:solidFill>
                  <a:schemeClr val="bg1"/>
                </a:solidFill>
              </a:rPr>
              <a:t>Microsoft Research Lab India Pvt. Ltd.</a:t>
            </a:r>
          </a:p>
        </p:txBody>
      </p:sp>
      <p:sp>
        <p:nvSpPr>
          <p:cNvPr id="104" name="Rectangle: Rounded Corners 103">
            <a:extLst>
              <a:ext uri="{FF2B5EF4-FFF2-40B4-BE49-F238E27FC236}">
                <a16:creationId xmlns:a16="http://schemas.microsoft.com/office/drawing/2014/main" id="{3B2D02E6-7520-5DAB-10BA-0E8B2BEB4DD3}"/>
              </a:ext>
            </a:extLst>
          </p:cNvPr>
          <p:cNvSpPr/>
          <p:nvPr/>
        </p:nvSpPr>
        <p:spPr>
          <a:xfrm>
            <a:off x="9443351" y="3714683"/>
            <a:ext cx="1252728" cy="683294"/>
          </a:xfrm>
          <a:prstGeom prst="roundRect">
            <a:avLst/>
          </a:prstGeom>
          <a:solidFill>
            <a:srgbClr val="043776"/>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en-US" sz="800">
                <a:solidFill>
                  <a:schemeClr val="bg1"/>
                </a:solidFill>
              </a:rPr>
              <a:t>Billing Account 3</a:t>
            </a:r>
          </a:p>
          <a:p>
            <a:pPr algn="ctr"/>
            <a:r>
              <a:rPr lang="en-US" sz="800">
                <a:solidFill>
                  <a:schemeClr val="bg1"/>
                </a:solidFill>
              </a:rPr>
              <a:t>67484</a:t>
            </a:r>
          </a:p>
          <a:p>
            <a:pPr algn="ctr"/>
            <a:r>
              <a:rPr lang="en-US" sz="800">
                <a:solidFill>
                  <a:schemeClr val="bg1"/>
                </a:solidFill>
              </a:rPr>
              <a:t>Microsoft Ireland Operations Limited</a:t>
            </a:r>
          </a:p>
        </p:txBody>
      </p:sp>
      <p:pic>
        <p:nvPicPr>
          <p:cNvPr id="105" name="Graphic 104" descr="User with solid fill">
            <a:extLst>
              <a:ext uri="{FF2B5EF4-FFF2-40B4-BE49-F238E27FC236}">
                <a16:creationId xmlns:a16="http://schemas.microsoft.com/office/drawing/2014/main" id="{0F6FA6BF-5936-B988-A48D-1E43F3FF8C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3657" y="2694157"/>
            <a:ext cx="322329" cy="322329"/>
          </a:xfrm>
          <a:prstGeom prst="rect">
            <a:avLst/>
          </a:prstGeom>
        </p:spPr>
      </p:pic>
      <p:sp>
        <p:nvSpPr>
          <p:cNvPr id="106" name="TextBox 105">
            <a:extLst>
              <a:ext uri="{FF2B5EF4-FFF2-40B4-BE49-F238E27FC236}">
                <a16:creationId xmlns:a16="http://schemas.microsoft.com/office/drawing/2014/main" id="{DA270DD8-9656-E4E4-AAF4-25D5E3246353}"/>
              </a:ext>
            </a:extLst>
          </p:cNvPr>
          <p:cNvSpPr txBox="1"/>
          <p:nvPr/>
        </p:nvSpPr>
        <p:spPr>
          <a:xfrm>
            <a:off x="6702767" y="2541417"/>
            <a:ext cx="1252728" cy="244359"/>
          </a:xfrm>
          <a:prstGeom prst="rect">
            <a:avLst/>
          </a:prstGeom>
          <a:noFill/>
        </p:spPr>
        <p:txBody>
          <a:bodyPr wrap="square" lIns="0" tIns="0" rtlCol="0">
            <a:noAutofit/>
          </a:bodyPr>
          <a:lstStyle/>
          <a:p>
            <a:pPr algn="l"/>
            <a:r>
              <a:rPr lang="en-US" sz="1000"/>
              <a:t>Johndoe@Msft.com</a:t>
            </a:r>
          </a:p>
        </p:txBody>
      </p:sp>
      <p:pic>
        <p:nvPicPr>
          <p:cNvPr id="107" name="Graphic 106" descr="User with solid fill">
            <a:extLst>
              <a:ext uri="{FF2B5EF4-FFF2-40B4-BE49-F238E27FC236}">
                <a16:creationId xmlns:a16="http://schemas.microsoft.com/office/drawing/2014/main" id="{3AE214E2-27C9-4E91-63ED-3C8BF2FAA8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17539" y="2431339"/>
            <a:ext cx="322329" cy="322329"/>
          </a:xfrm>
          <a:prstGeom prst="rect">
            <a:avLst/>
          </a:prstGeom>
        </p:spPr>
      </p:pic>
      <p:sp>
        <p:nvSpPr>
          <p:cNvPr id="108" name="TextBox 107">
            <a:extLst>
              <a:ext uri="{FF2B5EF4-FFF2-40B4-BE49-F238E27FC236}">
                <a16:creationId xmlns:a16="http://schemas.microsoft.com/office/drawing/2014/main" id="{99F34795-D9CB-7A40-8922-694C6D0DA04F}"/>
              </a:ext>
            </a:extLst>
          </p:cNvPr>
          <p:cNvSpPr txBox="1"/>
          <p:nvPr/>
        </p:nvSpPr>
        <p:spPr>
          <a:xfrm>
            <a:off x="10459859" y="2504976"/>
            <a:ext cx="1252728" cy="244359"/>
          </a:xfrm>
          <a:prstGeom prst="rect">
            <a:avLst/>
          </a:prstGeom>
          <a:noFill/>
        </p:spPr>
        <p:txBody>
          <a:bodyPr wrap="square" lIns="0" tIns="0" rtlCol="0">
            <a:noAutofit/>
          </a:bodyPr>
          <a:lstStyle/>
          <a:p>
            <a:pPr algn="l"/>
            <a:r>
              <a:rPr lang="en-US" sz="1000"/>
              <a:t>Abiee@Msft.com</a:t>
            </a:r>
          </a:p>
        </p:txBody>
      </p:sp>
      <p:sp>
        <p:nvSpPr>
          <p:cNvPr id="109" name="Rectangle: Rounded Corners 108">
            <a:extLst>
              <a:ext uri="{FF2B5EF4-FFF2-40B4-BE49-F238E27FC236}">
                <a16:creationId xmlns:a16="http://schemas.microsoft.com/office/drawing/2014/main" id="{E75E59D5-4CB5-2740-8D44-C80B92DDD294}"/>
              </a:ext>
            </a:extLst>
          </p:cNvPr>
          <p:cNvSpPr/>
          <p:nvPr/>
        </p:nvSpPr>
        <p:spPr>
          <a:xfrm>
            <a:off x="8061082" y="3714683"/>
            <a:ext cx="1219423" cy="683294"/>
          </a:xfrm>
          <a:prstGeom prst="roundRect">
            <a:avLst/>
          </a:prstGeom>
          <a:solidFill>
            <a:srgbClr val="043776"/>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lang="en-US" sz="800"/>
              <a:t>Billing Account 2</a:t>
            </a:r>
          </a:p>
          <a:p>
            <a:pPr algn="ctr"/>
            <a:r>
              <a:rPr lang="en-US" sz="800"/>
              <a:t>12345</a:t>
            </a:r>
            <a:endParaRPr lang="en-US" sz="800">
              <a:solidFill>
                <a:schemeClr val="bg1"/>
              </a:solidFill>
            </a:endParaRPr>
          </a:p>
          <a:p>
            <a:pPr algn="ctr"/>
            <a:r>
              <a:rPr lang="en-US" sz="800">
                <a:solidFill>
                  <a:schemeClr val="bg1"/>
                </a:solidFill>
              </a:rPr>
              <a:t>Microsoft Research Lab India Pvt. Ltd. MB</a:t>
            </a:r>
          </a:p>
          <a:p>
            <a:pPr algn="ctr"/>
            <a:endParaRPr lang="en-US" sz="800"/>
          </a:p>
        </p:txBody>
      </p:sp>
      <p:cxnSp>
        <p:nvCxnSpPr>
          <p:cNvPr id="110" name="Connector: Elbow 109">
            <a:extLst>
              <a:ext uri="{FF2B5EF4-FFF2-40B4-BE49-F238E27FC236}">
                <a16:creationId xmlns:a16="http://schemas.microsoft.com/office/drawing/2014/main" id="{2FE9FDB9-F8D6-203D-3B71-DCF710BE4268}"/>
              </a:ext>
            </a:extLst>
          </p:cNvPr>
          <p:cNvCxnSpPr>
            <a:cxnSpLocks/>
            <a:stCxn id="101" idx="2"/>
            <a:endCxn id="103" idx="0"/>
          </p:cNvCxnSpPr>
          <p:nvPr/>
        </p:nvCxnSpPr>
        <p:spPr>
          <a:xfrm rot="5400000">
            <a:off x="7500619" y="3060877"/>
            <a:ext cx="438286" cy="88380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4ED5F866-52BA-2C9C-5802-45C5AEEBC2AF}"/>
              </a:ext>
            </a:extLst>
          </p:cNvPr>
          <p:cNvCxnSpPr>
            <a:cxnSpLocks/>
            <a:stCxn id="101" idx="2"/>
            <a:endCxn id="109" idx="0"/>
          </p:cNvCxnSpPr>
          <p:nvPr/>
        </p:nvCxnSpPr>
        <p:spPr>
          <a:xfrm rot="16200000" flipH="1">
            <a:off x="8200708" y="3244596"/>
            <a:ext cx="431045" cy="50912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41D9419D-67C3-5B1C-DF79-006C2952CCB0}"/>
              </a:ext>
            </a:extLst>
          </p:cNvPr>
          <p:cNvCxnSpPr>
            <a:cxnSpLocks/>
            <a:stCxn id="102" idx="2"/>
            <a:endCxn id="104" idx="0"/>
          </p:cNvCxnSpPr>
          <p:nvPr/>
        </p:nvCxnSpPr>
        <p:spPr>
          <a:xfrm rot="16200000" flipH="1">
            <a:off x="9849621" y="3494588"/>
            <a:ext cx="431045" cy="9144"/>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DCBDEC03-A1CB-B01E-DF5C-3EB9D9528EFF}"/>
              </a:ext>
            </a:extLst>
          </p:cNvPr>
          <p:cNvCxnSpPr>
            <a:stCxn id="100" idx="2"/>
            <a:endCxn id="101" idx="0"/>
          </p:cNvCxnSpPr>
          <p:nvPr/>
        </p:nvCxnSpPr>
        <p:spPr>
          <a:xfrm rot="5400000">
            <a:off x="8545714" y="2055814"/>
            <a:ext cx="237744" cy="1005840"/>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886DFDB5-6A52-9010-BA9A-822CF137278A}"/>
              </a:ext>
            </a:extLst>
          </p:cNvPr>
          <p:cNvCxnSpPr>
            <a:stCxn id="100" idx="2"/>
            <a:endCxn id="102" idx="0"/>
          </p:cNvCxnSpPr>
          <p:nvPr/>
        </p:nvCxnSpPr>
        <p:spPr>
          <a:xfrm rot="16200000" flipH="1">
            <a:off x="9495166" y="2112201"/>
            <a:ext cx="237744" cy="893065"/>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15" name="Picture 114">
            <a:extLst>
              <a:ext uri="{FF2B5EF4-FFF2-40B4-BE49-F238E27FC236}">
                <a16:creationId xmlns:a16="http://schemas.microsoft.com/office/drawing/2014/main" id="{2CD63DBF-10B7-B865-B26C-19D08F2F8D77}"/>
              </a:ext>
            </a:extLst>
          </p:cNvPr>
          <p:cNvPicPr>
            <a:picLocks noChangeAspect="1"/>
          </p:cNvPicPr>
          <p:nvPr/>
        </p:nvPicPr>
        <p:blipFill>
          <a:blip r:embed="rId6"/>
          <a:stretch>
            <a:fillRect/>
          </a:stretch>
        </p:blipFill>
        <p:spPr>
          <a:xfrm>
            <a:off x="6702767" y="4776774"/>
            <a:ext cx="713663" cy="683294"/>
          </a:xfrm>
          <a:prstGeom prst="rect">
            <a:avLst/>
          </a:prstGeom>
        </p:spPr>
      </p:pic>
      <p:pic>
        <p:nvPicPr>
          <p:cNvPr id="116" name="Picture 115">
            <a:extLst>
              <a:ext uri="{FF2B5EF4-FFF2-40B4-BE49-F238E27FC236}">
                <a16:creationId xmlns:a16="http://schemas.microsoft.com/office/drawing/2014/main" id="{514A28A8-767C-859C-5DA3-7E7E321D61F7}"/>
              </a:ext>
            </a:extLst>
          </p:cNvPr>
          <p:cNvPicPr>
            <a:picLocks noChangeAspect="1"/>
          </p:cNvPicPr>
          <p:nvPr/>
        </p:nvPicPr>
        <p:blipFill>
          <a:blip r:embed="rId6"/>
          <a:stretch>
            <a:fillRect/>
          </a:stretch>
        </p:blipFill>
        <p:spPr>
          <a:xfrm>
            <a:off x="7498014" y="4776774"/>
            <a:ext cx="713663" cy="683294"/>
          </a:xfrm>
          <a:prstGeom prst="rect">
            <a:avLst/>
          </a:prstGeom>
        </p:spPr>
      </p:pic>
      <p:pic>
        <p:nvPicPr>
          <p:cNvPr id="117" name="Picture 116">
            <a:extLst>
              <a:ext uri="{FF2B5EF4-FFF2-40B4-BE49-F238E27FC236}">
                <a16:creationId xmlns:a16="http://schemas.microsoft.com/office/drawing/2014/main" id="{F8D1AA2F-302B-EC74-D1EF-312D0AFB9B3B}"/>
              </a:ext>
            </a:extLst>
          </p:cNvPr>
          <p:cNvPicPr>
            <a:picLocks noChangeAspect="1"/>
          </p:cNvPicPr>
          <p:nvPr/>
        </p:nvPicPr>
        <p:blipFill>
          <a:blip r:embed="rId6"/>
          <a:stretch>
            <a:fillRect/>
          </a:stretch>
        </p:blipFill>
        <p:spPr>
          <a:xfrm>
            <a:off x="8628010" y="4776774"/>
            <a:ext cx="713663" cy="683294"/>
          </a:xfrm>
          <a:prstGeom prst="rect">
            <a:avLst/>
          </a:prstGeom>
        </p:spPr>
      </p:pic>
      <p:pic>
        <p:nvPicPr>
          <p:cNvPr id="118" name="Picture 117">
            <a:extLst>
              <a:ext uri="{FF2B5EF4-FFF2-40B4-BE49-F238E27FC236}">
                <a16:creationId xmlns:a16="http://schemas.microsoft.com/office/drawing/2014/main" id="{2B80B11C-0EC5-C434-9202-1DC455965E02}"/>
              </a:ext>
            </a:extLst>
          </p:cNvPr>
          <p:cNvPicPr>
            <a:picLocks noChangeAspect="1"/>
          </p:cNvPicPr>
          <p:nvPr/>
        </p:nvPicPr>
        <p:blipFill>
          <a:blip r:embed="rId6"/>
          <a:stretch>
            <a:fillRect/>
          </a:stretch>
        </p:blipFill>
        <p:spPr>
          <a:xfrm>
            <a:off x="9883756" y="4776774"/>
            <a:ext cx="713663" cy="683294"/>
          </a:xfrm>
          <a:prstGeom prst="rect">
            <a:avLst/>
          </a:prstGeom>
        </p:spPr>
      </p:pic>
      <p:sp>
        <p:nvSpPr>
          <p:cNvPr id="119" name="TextBox 118">
            <a:extLst>
              <a:ext uri="{FF2B5EF4-FFF2-40B4-BE49-F238E27FC236}">
                <a16:creationId xmlns:a16="http://schemas.microsoft.com/office/drawing/2014/main" id="{1D893CD2-57F7-9CE2-9521-02D9AC9164C7}"/>
              </a:ext>
            </a:extLst>
          </p:cNvPr>
          <p:cNvSpPr txBox="1"/>
          <p:nvPr/>
        </p:nvSpPr>
        <p:spPr>
          <a:xfrm>
            <a:off x="6480694" y="5461009"/>
            <a:ext cx="992240" cy="161814"/>
          </a:xfrm>
          <a:prstGeom prst="rect">
            <a:avLst/>
          </a:prstGeom>
          <a:noFill/>
        </p:spPr>
        <p:txBody>
          <a:bodyPr wrap="square" lIns="0" tIns="0" rtlCol="0">
            <a:noAutofit/>
          </a:bodyPr>
          <a:lstStyle/>
          <a:p>
            <a:r>
              <a:rPr lang="en-US" sz="1000"/>
              <a:t>MB1:01:122345</a:t>
            </a:r>
          </a:p>
        </p:txBody>
      </p:sp>
      <p:sp>
        <p:nvSpPr>
          <p:cNvPr id="120" name="TextBox 119">
            <a:extLst>
              <a:ext uri="{FF2B5EF4-FFF2-40B4-BE49-F238E27FC236}">
                <a16:creationId xmlns:a16="http://schemas.microsoft.com/office/drawing/2014/main" id="{6D6F17FD-8E30-053A-1AA0-6CBC929FA230}"/>
              </a:ext>
            </a:extLst>
          </p:cNvPr>
          <p:cNvSpPr txBox="1"/>
          <p:nvPr/>
        </p:nvSpPr>
        <p:spPr>
          <a:xfrm>
            <a:off x="7541456" y="5461009"/>
            <a:ext cx="1018032" cy="182880"/>
          </a:xfrm>
          <a:prstGeom prst="rect">
            <a:avLst/>
          </a:prstGeom>
          <a:noFill/>
        </p:spPr>
        <p:txBody>
          <a:bodyPr wrap="square" lIns="0" tIns="0" rtlCol="0">
            <a:noAutofit/>
          </a:bodyPr>
          <a:lstStyle/>
          <a:p>
            <a:r>
              <a:rPr lang="en-US" sz="1000"/>
              <a:t>MB2:04:145945</a:t>
            </a:r>
          </a:p>
        </p:txBody>
      </p:sp>
      <p:sp>
        <p:nvSpPr>
          <p:cNvPr id="121" name="TextBox 120">
            <a:extLst>
              <a:ext uri="{FF2B5EF4-FFF2-40B4-BE49-F238E27FC236}">
                <a16:creationId xmlns:a16="http://schemas.microsoft.com/office/drawing/2014/main" id="{B36D0089-6E36-3C7F-DFC4-CB68D5EB1C7C}"/>
              </a:ext>
            </a:extLst>
          </p:cNvPr>
          <p:cNvSpPr txBox="1"/>
          <p:nvPr/>
        </p:nvSpPr>
        <p:spPr>
          <a:xfrm>
            <a:off x="8566403" y="5461009"/>
            <a:ext cx="1018032" cy="182880"/>
          </a:xfrm>
          <a:prstGeom prst="rect">
            <a:avLst/>
          </a:prstGeom>
          <a:noFill/>
        </p:spPr>
        <p:txBody>
          <a:bodyPr wrap="square" lIns="0" tIns="0" rtlCol="0">
            <a:noAutofit/>
          </a:bodyPr>
          <a:lstStyle/>
          <a:p>
            <a:r>
              <a:rPr lang="en-US" sz="1000"/>
              <a:t>MB1:03:149999</a:t>
            </a:r>
          </a:p>
        </p:txBody>
      </p:sp>
      <p:sp>
        <p:nvSpPr>
          <p:cNvPr id="122" name="TextBox 121">
            <a:extLst>
              <a:ext uri="{FF2B5EF4-FFF2-40B4-BE49-F238E27FC236}">
                <a16:creationId xmlns:a16="http://schemas.microsoft.com/office/drawing/2014/main" id="{C6718154-82AF-0027-8D95-7FF54A9458F1}"/>
              </a:ext>
            </a:extLst>
          </p:cNvPr>
          <p:cNvSpPr txBox="1"/>
          <p:nvPr/>
        </p:nvSpPr>
        <p:spPr>
          <a:xfrm>
            <a:off x="9701000" y="5468735"/>
            <a:ext cx="1018032" cy="182880"/>
          </a:xfrm>
          <a:prstGeom prst="rect">
            <a:avLst/>
          </a:prstGeom>
          <a:noFill/>
        </p:spPr>
        <p:txBody>
          <a:bodyPr wrap="square" lIns="0" tIns="0" rtlCol="0">
            <a:noAutofit/>
          </a:bodyPr>
          <a:lstStyle/>
          <a:p>
            <a:r>
              <a:rPr lang="en-US" sz="1000"/>
              <a:t>DB4:03:149999</a:t>
            </a:r>
          </a:p>
        </p:txBody>
      </p:sp>
      <p:pic>
        <p:nvPicPr>
          <p:cNvPr id="123" name="Graphic 122" descr="User with solid fill">
            <a:extLst>
              <a:ext uri="{FF2B5EF4-FFF2-40B4-BE49-F238E27FC236}">
                <a16:creationId xmlns:a16="http://schemas.microsoft.com/office/drawing/2014/main" id="{D24A65D7-9199-4CC8-D718-032D42FCC7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17539" y="3148532"/>
            <a:ext cx="322329" cy="322329"/>
          </a:xfrm>
          <a:prstGeom prst="rect">
            <a:avLst/>
          </a:prstGeom>
        </p:spPr>
      </p:pic>
      <p:sp>
        <p:nvSpPr>
          <p:cNvPr id="124" name="TextBox 123">
            <a:extLst>
              <a:ext uri="{FF2B5EF4-FFF2-40B4-BE49-F238E27FC236}">
                <a16:creationId xmlns:a16="http://schemas.microsoft.com/office/drawing/2014/main" id="{4D0AAD0E-5440-2318-325C-DE2F9F852C77}"/>
              </a:ext>
            </a:extLst>
          </p:cNvPr>
          <p:cNvSpPr txBox="1"/>
          <p:nvPr/>
        </p:nvSpPr>
        <p:spPr>
          <a:xfrm>
            <a:off x="10496623" y="3287035"/>
            <a:ext cx="1252728" cy="244359"/>
          </a:xfrm>
          <a:prstGeom prst="rect">
            <a:avLst/>
          </a:prstGeom>
          <a:noFill/>
        </p:spPr>
        <p:txBody>
          <a:bodyPr wrap="square" lIns="0" tIns="0" rtlCol="0">
            <a:noAutofit/>
          </a:bodyPr>
          <a:lstStyle/>
          <a:p>
            <a:pPr algn="l"/>
            <a:r>
              <a:rPr lang="en-US" sz="1000"/>
              <a:t>Johndoe@Msft.com</a:t>
            </a:r>
          </a:p>
        </p:txBody>
      </p:sp>
      <p:pic>
        <p:nvPicPr>
          <p:cNvPr id="125" name="Graphic 124" descr="User with solid fill">
            <a:extLst>
              <a:ext uri="{FF2B5EF4-FFF2-40B4-BE49-F238E27FC236}">
                <a16:creationId xmlns:a16="http://schemas.microsoft.com/office/drawing/2014/main" id="{825BF88B-BC18-0549-BAE9-0A56C0AAF7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55666" y="4957256"/>
            <a:ext cx="322329" cy="322329"/>
          </a:xfrm>
          <a:prstGeom prst="rect">
            <a:avLst/>
          </a:prstGeom>
        </p:spPr>
      </p:pic>
      <p:pic>
        <p:nvPicPr>
          <p:cNvPr id="126" name="Graphic 125" descr="User with solid fill">
            <a:extLst>
              <a:ext uri="{FF2B5EF4-FFF2-40B4-BE49-F238E27FC236}">
                <a16:creationId xmlns:a16="http://schemas.microsoft.com/office/drawing/2014/main" id="{262D06F4-4108-680B-0981-3096E40FE1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5770" y="4922567"/>
            <a:ext cx="322329" cy="322329"/>
          </a:xfrm>
          <a:prstGeom prst="rect">
            <a:avLst/>
          </a:prstGeom>
        </p:spPr>
      </p:pic>
      <p:pic>
        <p:nvPicPr>
          <p:cNvPr id="127" name="Graphic 126" descr="User with solid fill">
            <a:extLst>
              <a:ext uri="{FF2B5EF4-FFF2-40B4-BE49-F238E27FC236}">
                <a16:creationId xmlns:a16="http://schemas.microsoft.com/office/drawing/2014/main" id="{E53376F2-C573-8B13-207C-B91D5B236B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06694" y="4922566"/>
            <a:ext cx="322329" cy="322329"/>
          </a:xfrm>
          <a:prstGeom prst="rect">
            <a:avLst/>
          </a:prstGeom>
        </p:spPr>
      </p:pic>
      <p:pic>
        <p:nvPicPr>
          <p:cNvPr id="128" name="Graphic 127" descr="User with solid fill">
            <a:extLst>
              <a:ext uri="{FF2B5EF4-FFF2-40B4-BE49-F238E27FC236}">
                <a16:creationId xmlns:a16="http://schemas.microsoft.com/office/drawing/2014/main" id="{370D4717-E4AD-6EF8-6088-DB1C68CB65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08456" y="4944667"/>
            <a:ext cx="322329" cy="322329"/>
          </a:xfrm>
          <a:prstGeom prst="rect">
            <a:avLst/>
          </a:prstGeom>
        </p:spPr>
      </p:pic>
      <p:cxnSp>
        <p:nvCxnSpPr>
          <p:cNvPr id="129" name="Connector: Elbow 128">
            <a:extLst>
              <a:ext uri="{FF2B5EF4-FFF2-40B4-BE49-F238E27FC236}">
                <a16:creationId xmlns:a16="http://schemas.microsoft.com/office/drawing/2014/main" id="{5EBB356B-FE51-2229-ED39-E4128733C203}"/>
              </a:ext>
            </a:extLst>
          </p:cNvPr>
          <p:cNvCxnSpPr>
            <a:stCxn id="103" idx="2"/>
            <a:endCxn id="115" idx="0"/>
          </p:cNvCxnSpPr>
          <p:nvPr/>
        </p:nvCxnSpPr>
        <p:spPr>
          <a:xfrm rot="5400000">
            <a:off x="6973217" y="4472133"/>
            <a:ext cx="391024" cy="218259"/>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9DB979C8-BE58-DDF6-47F6-DE203060722C}"/>
              </a:ext>
            </a:extLst>
          </p:cNvPr>
          <p:cNvCxnSpPr>
            <a:stCxn id="103" idx="2"/>
            <a:endCxn id="116" idx="0"/>
          </p:cNvCxnSpPr>
          <p:nvPr/>
        </p:nvCxnSpPr>
        <p:spPr>
          <a:xfrm rot="16200000" flipH="1">
            <a:off x="7370840" y="4292768"/>
            <a:ext cx="391024" cy="57698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75C316FB-48C8-859D-6D4E-0C24DAA70A64}"/>
              </a:ext>
            </a:extLst>
          </p:cNvPr>
          <p:cNvCxnSpPr>
            <a:stCxn id="109" idx="2"/>
            <a:endCxn id="117" idx="0"/>
          </p:cNvCxnSpPr>
          <p:nvPr/>
        </p:nvCxnSpPr>
        <p:spPr>
          <a:xfrm rot="16200000" flipH="1">
            <a:off x="8638420" y="4430351"/>
            <a:ext cx="378797" cy="31404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EAD74CA3-1AFA-D9BD-8155-8F4162AA16E3}"/>
              </a:ext>
            </a:extLst>
          </p:cNvPr>
          <p:cNvCxnSpPr>
            <a:stCxn id="104" idx="2"/>
            <a:endCxn id="118" idx="0"/>
          </p:cNvCxnSpPr>
          <p:nvPr/>
        </p:nvCxnSpPr>
        <p:spPr>
          <a:xfrm rot="16200000" flipH="1">
            <a:off x="9965753" y="4501938"/>
            <a:ext cx="378797" cy="170873"/>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34" name="Rectangle: Rounded Corners 133">
            <a:extLst>
              <a:ext uri="{FF2B5EF4-FFF2-40B4-BE49-F238E27FC236}">
                <a16:creationId xmlns:a16="http://schemas.microsoft.com/office/drawing/2014/main" id="{142672F0-4C05-F36D-4496-65CA8285A875}"/>
              </a:ext>
            </a:extLst>
          </p:cNvPr>
          <p:cNvSpPr/>
          <p:nvPr/>
        </p:nvSpPr>
        <p:spPr>
          <a:xfrm>
            <a:off x="6511349" y="3630601"/>
            <a:ext cx="2900054" cy="881470"/>
          </a:xfrm>
          <a:prstGeom prst="roundRect">
            <a:avLst/>
          </a:prstGeom>
          <a:ln/>
        </p:spPr>
        <p:style>
          <a:lnRef idx="3">
            <a:schemeClr val="lt1"/>
          </a:lnRef>
          <a:fillRef idx="1">
            <a:schemeClr val="accent4"/>
          </a:fillRef>
          <a:effectRef idx="1">
            <a:schemeClr val="accent4"/>
          </a:effectRef>
          <a:fontRef idx="minor">
            <a:schemeClr val="lt1"/>
          </a:fontRef>
        </p:style>
        <p:txBody>
          <a:bodyPr rtlCol="0" anchor="t"/>
          <a:lstStyle/>
          <a:p>
            <a:r>
              <a:rPr lang="en-US" sz="900" u="sng">
                <a:solidFill>
                  <a:schemeClr val="tx1"/>
                </a:solidFill>
              </a:rPr>
              <a:t>Legal Entity Name</a:t>
            </a:r>
            <a:r>
              <a:rPr lang="en-US" sz="900">
                <a:solidFill>
                  <a:schemeClr val="tx1"/>
                </a:solidFill>
              </a:rPr>
              <a:t>: Microsoft Research Lab India Pvt. Ltd. </a:t>
            </a:r>
            <a:br>
              <a:rPr lang="en-US" sz="900">
                <a:solidFill>
                  <a:schemeClr val="tx1"/>
                </a:solidFill>
              </a:rPr>
            </a:br>
            <a:r>
              <a:rPr lang="en-US" sz="900" u="sng">
                <a:solidFill>
                  <a:schemeClr val="tx1"/>
                </a:solidFill>
              </a:rPr>
              <a:t>Customer Number</a:t>
            </a:r>
            <a:r>
              <a:rPr lang="en-US" sz="900">
                <a:solidFill>
                  <a:schemeClr val="tx1"/>
                </a:solidFill>
              </a:rPr>
              <a:t>: 3001</a:t>
            </a:r>
          </a:p>
          <a:p>
            <a:r>
              <a:rPr lang="en-US" sz="900">
                <a:solidFill>
                  <a:schemeClr val="tx1"/>
                </a:solidFill>
              </a:rPr>
              <a:t> </a:t>
            </a:r>
            <a:r>
              <a:rPr lang="en-US" sz="900" u="sng">
                <a:solidFill>
                  <a:schemeClr val="tx1"/>
                </a:solidFill>
              </a:rPr>
              <a:t>DUNS Number</a:t>
            </a:r>
            <a:r>
              <a:rPr lang="en-US" sz="900">
                <a:solidFill>
                  <a:schemeClr val="tx1"/>
                </a:solidFill>
              </a:rPr>
              <a:t>: 310-000-000</a:t>
            </a:r>
            <a:endParaRPr lang="en-US" sz="900"/>
          </a:p>
        </p:txBody>
      </p:sp>
      <p:sp>
        <p:nvSpPr>
          <p:cNvPr id="135" name="Rectangle: Rounded Corners 134">
            <a:extLst>
              <a:ext uri="{FF2B5EF4-FFF2-40B4-BE49-F238E27FC236}">
                <a16:creationId xmlns:a16="http://schemas.microsoft.com/office/drawing/2014/main" id="{236E2452-4730-A4DB-0AA5-535FE6564188}"/>
              </a:ext>
            </a:extLst>
          </p:cNvPr>
          <p:cNvSpPr/>
          <p:nvPr/>
        </p:nvSpPr>
        <p:spPr>
          <a:xfrm>
            <a:off x="9421369" y="3609507"/>
            <a:ext cx="2900054" cy="881470"/>
          </a:xfrm>
          <a:prstGeom prst="roundRect">
            <a:avLst/>
          </a:prstGeom>
          <a:ln/>
        </p:spPr>
        <p:style>
          <a:lnRef idx="3">
            <a:schemeClr val="lt1"/>
          </a:lnRef>
          <a:fillRef idx="1">
            <a:schemeClr val="accent4"/>
          </a:fillRef>
          <a:effectRef idx="1">
            <a:schemeClr val="accent4"/>
          </a:effectRef>
          <a:fontRef idx="minor">
            <a:schemeClr val="lt1"/>
          </a:fontRef>
        </p:style>
        <p:txBody>
          <a:bodyPr rtlCol="0" anchor="t"/>
          <a:lstStyle/>
          <a:p>
            <a:r>
              <a:rPr lang="en-US" sz="900" u="sng">
                <a:solidFill>
                  <a:schemeClr val="tx1"/>
                </a:solidFill>
              </a:rPr>
              <a:t>Legal Entity Name</a:t>
            </a:r>
            <a:r>
              <a:rPr lang="en-US" sz="900">
                <a:solidFill>
                  <a:schemeClr val="tx1"/>
                </a:solidFill>
              </a:rPr>
              <a:t>: Microsoft Ireland Operations Limited </a:t>
            </a:r>
            <a:br>
              <a:rPr lang="en-US" sz="900">
                <a:solidFill>
                  <a:schemeClr val="tx1"/>
                </a:solidFill>
              </a:rPr>
            </a:br>
            <a:r>
              <a:rPr lang="en-US" sz="900" u="sng">
                <a:solidFill>
                  <a:schemeClr val="tx1"/>
                </a:solidFill>
              </a:rPr>
              <a:t>Customer Number</a:t>
            </a:r>
            <a:r>
              <a:rPr lang="en-US" sz="900">
                <a:solidFill>
                  <a:schemeClr val="tx1"/>
                </a:solidFill>
              </a:rPr>
              <a:t>: 3002 </a:t>
            </a:r>
          </a:p>
          <a:p>
            <a:r>
              <a:rPr lang="en-US" sz="900" u="sng">
                <a:solidFill>
                  <a:schemeClr val="tx1"/>
                </a:solidFill>
              </a:rPr>
              <a:t>DUNS Number</a:t>
            </a:r>
            <a:r>
              <a:rPr lang="en-US" sz="900">
                <a:solidFill>
                  <a:schemeClr val="tx1"/>
                </a:solidFill>
              </a:rPr>
              <a:t>: 320-000-000</a:t>
            </a:r>
            <a:endParaRPr lang="en-US" sz="900"/>
          </a:p>
        </p:txBody>
      </p:sp>
      <p:sp>
        <p:nvSpPr>
          <p:cNvPr id="136" name="TextBox 135">
            <a:extLst>
              <a:ext uri="{FF2B5EF4-FFF2-40B4-BE49-F238E27FC236}">
                <a16:creationId xmlns:a16="http://schemas.microsoft.com/office/drawing/2014/main" id="{3428EC6F-8140-556D-DC72-BCEB550E80FB}"/>
              </a:ext>
            </a:extLst>
          </p:cNvPr>
          <p:cNvSpPr txBox="1"/>
          <p:nvPr/>
        </p:nvSpPr>
        <p:spPr>
          <a:xfrm>
            <a:off x="1301116" y="1447157"/>
            <a:ext cx="2873882" cy="372191"/>
          </a:xfrm>
          <a:prstGeom prst="rect">
            <a:avLst/>
          </a:prstGeom>
          <a:noFill/>
        </p:spPr>
        <p:txBody>
          <a:bodyPr wrap="square" lIns="0" tIns="0" rtlCol="0">
            <a:noAutofit/>
          </a:bodyPr>
          <a:lstStyle/>
          <a:p>
            <a:pPr algn="ctr"/>
            <a:r>
              <a:rPr lang="en-US" sz="1400"/>
              <a:t>Current</a:t>
            </a:r>
          </a:p>
        </p:txBody>
      </p:sp>
      <p:sp>
        <p:nvSpPr>
          <p:cNvPr id="137" name="TextBox 136">
            <a:extLst>
              <a:ext uri="{FF2B5EF4-FFF2-40B4-BE49-F238E27FC236}">
                <a16:creationId xmlns:a16="http://schemas.microsoft.com/office/drawing/2014/main" id="{ED380C91-4C38-6655-7D39-994606927370}"/>
              </a:ext>
            </a:extLst>
          </p:cNvPr>
          <p:cNvSpPr txBox="1"/>
          <p:nvPr/>
        </p:nvSpPr>
        <p:spPr>
          <a:xfrm>
            <a:off x="7602931" y="1446510"/>
            <a:ext cx="2873882" cy="372191"/>
          </a:xfrm>
          <a:prstGeom prst="rect">
            <a:avLst/>
          </a:prstGeom>
          <a:noFill/>
        </p:spPr>
        <p:txBody>
          <a:bodyPr wrap="square" lIns="0" tIns="0" rtlCol="0">
            <a:noAutofit/>
          </a:bodyPr>
          <a:lstStyle/>
          <a:p>
            <a:pPr algn="ctr"/>
            <a:r>
              <a:rPr lang="en-US" sz="1400"/>
              <a:t>Future</a:t>
            </a:r>
          </a:p>
        </p:txBody>
      </p:sp>
    </p:spTree>
    <p:extLst>
      <p:ext uri="{BB962C8B-B14F-4D97-AF65-F5344CB8AC3E}">
        <p14:creationId xmlns:p14="http://schemas.microsoft.com/office/powerpoint/2010/main" val="264655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0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0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1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1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1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1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1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1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1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17"/>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1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2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22"/>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2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2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26"/>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27"/>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28"/>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29"/>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3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31"/>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3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37"/>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34"/>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2" grpId="0" animBg="1"/>
      <p:bldP spid="13" grpId="0" animBg="1"/>
      <p:bldP spid="15" grpId="0" animBg="1"/>
      <p:bldP spid="18" grpId="0"/>
      <p:bldP spid="20" grpId="0"/>
      <p:bldP spid="21" grpId="0" animBg="1"/>
      <p:bldP spid="61" grpId="0"/>
      <p:bldP spid="62" grpId="0"/>
      <p:bldP spid="63" grpId="0"/>
      <p:bldP spid="64" grpId="0"/>
      <p:bldP spid="66" grpId="0"/>
      <p:bldP spid="100" grpId="0" animBg="1"/>
      <p:bldP spid="101" grpId="0" animBg="1"/>
      <p:bldP spid="102" grpId="0" animBg="1"/>
      <p:bldP spid="103" grpId="0" animBg="1"/>
      <p:bldP spid="104" grpId="0" animBg="1"/>
      <p:bldP spid="106" grpId="0"/>
      <p:bldP spid="108" grpId="0"/>
      <p:bldP spid="109" grpId="0" animBg="1"/>
      <p:bldP spid="119" grpId="0"/>
      <p:bldP spid="120" grpId="0"/>
      <p:bldP spid="121" grpId="0"/>
      <p:bldP spid="122" grpId="0"/>
      <p:bldP spid="124" grpId="0"/>
      <p:bldP spid="134" grpId="0" animBg="1"/>
      <p:bldP spid="135" grpId="0" animBg="1"/>
      <p:bldP spid="136" grpId="0"/>
      <p:bldP spid="1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72F8FA-E68E-061F-4449-89E0EFDF7A32}"/>
              </a:ext>
            </a:extLst>
          </p:cNvPr>
          <p:cNvSpPr>
            <a:spLocks noGrp="1"/>
          </p:cNvSpPr>
          <p:nvPr>
            <p:ph type="ftr" sz="quarter" idx="11"/>
          </p:nvPr>
        </p:nvSpPr>
        <p:spPr/>
        <p:txBody>
          <a:bodyPr/>
          <a:lstStyle/>
          <a:p>
            <a:r>
              <a:rPr lang="en-US"/>
              <a:t>© 2024 Equinix, Inc.</a:t>
            </a:r>
          </a:p>
        </p:txBody>
      </p:sp>
      <p:sp>
        <p:nvSpPr>
          <p:cNvPr id="3" name="Slide Number Placeholder 2">
            <a:extLst>
              <a:ext uri="{FF2B5EF4-FFF2-40B4-BE49-F238E27FC236}">
                <a16:creationId xmlns:a16="http://schemas.microsoft.com/office/drawing/2014/main" id="{94DE141D-C479-3F4B-AAE0-908D806FC8D8}"/>
              </a:ext>
            </a:extLst>
          </p:cNvPr>
          <p:cNvSpPr>
            <a:spLocks noGrp="1"/>
          </p:cNvSpPr>
          <p:nvPr>
            <p:ph type="sldNum" sz="quarter" idx="12"/>
          </p:nvPr>
        </p:nvSpPr>
        <p:spPr/>
        <p:txBody>
          <a:bodyPr/>
          <a:lstStyle/>
          <a:p>
            <a:fld id="{F8A89D12-4F33-44AF-85FC-689FEAF79A41}" type="slidenum">
              <a:rPr lang="en-US" smtClean="0"/>
              <a:pPr/>
              <a:t>9</a:t>
            </a:fld>
            <a:endParaRPr lang="en-US"/>
          </a:p>
        </p:txBody>
      </p:sp>
      <p:sp>
        <p:nvSpPr>
          <p:cNvPr id="4" name="Title 3">
            <a:extLst>
              <a:ext uri="{FF2B5EF4-FFF2-40B4-BE49-F238E27FC236}">
                <a16:creationId xmlns:a16="http://schemas.microsoft.com/office/drawing/2014/main" id="{083E3F02-69D0-EBD6-CAA3-259309739818}"/>
              </a:ext>
            </a:extLst>
          </p:cNvPr>
          <p:cNvSpPr>
            <a:spLocks noGrp="1"/>
          </p:cNvSpPr>
          <p:nvPr>
            <p:ph type="title"/>
          </p:nvPr>
        </p:nvSpPr>
        <p:spPr/>
        <p:txBody>
          <a:bodyPr/>
          <a:lstStyle/>
          <a:p>
            <a:r>
              <a:rPr lang="en-US"/>
              <a:t>Current Vs Proposed Future for Cloudflare Inc.</a:t>
            </a:r>
          </a:p>
        </p:txBody>
      </p:sp>
      <p:pic>
        <p:nvPicPr>
          <p:cNvPr id="6" name="Picture 5">
            <a:extLst>
              <a:ext uri="{FF2B5EF4-FFF2-40B4-BE49-F238E27FC236}">
                <a16:creationId xmlns:a16="http://schemas.microsoft.com/office/drawing/2014/main" id="{3D554F92-3E45-31D4-6056-3355F913A9C1}"/>
              </a:ext>
            </a:extLst>
          </p:cNvPr>
          <p:cNvPicPr>
            <a:picLocks noChangeAspect="1"/>
          </p:cNvPicPr>
          <p:nvPr/>
        </p:nvPicPr>
        <p:blipFill>
          <a:blip r:embed="rId2"/>
          <a:stretch>
            <a:fillRect/>
          </a:stretch>
        </p:blipFill>
        <p:spPr>
          <a:xfrm>
            <a:off x="551743" y="2048846"/>
            <a:ext cx="7018137" cy="4357616"/>
          </a:xfrm>
          <a:prstGeom prst="rect">
            <a:avLst/>
          </a:prstGeom>
        </p:spPr>
      </p:pic>
      <p:pic>
        <p:nvPicPr>
          <p:cNvPr id="9" name="Picture 8">
            <a:extLst>
              <a:ext uri="{FF2B5EF4-FFF2-40B4-BE49-F238E27FC236}">
                <a16:creationId xmlns:a16="http://schemas.microsoft.com/office/drawing/2014/main" id="{F1498520-434A-D900-EA00-D19AED9F5B4A}"/>
              </a:ext>
            </a:extLst>
          </p:cNvPr>
          <p:cNvPicPr>
            <a:picLocks noChangeAspect="1"/>
          </p:cNvPicPr>
          <p:nvPr/>
        </p:nvPicPr>
        <p:blipFill>
          <a:blip r:embed="rId3"/>
          <a:stretch>
            <a:fillRect/>
          </a:stretch>
        </p:blipFill>
        <p:spPr>
          <a:xfrm>
            <a:off x="8397364" y="2048847"/>
            <a:ext cx="3504580" cy="308579"/>
          </a:xfrm>
          <a:prstGeom prst="rect">
            <a:avLst/>
          </a:prstGeom>
        </p:spPr>
      </p:pic>
      <p:pic>
        <p:nvPicPr>
          <p:cNvPr id="10" name="Picture 9">
            <a:extLst>
              <a:ext uri="{FF2B5EF4-FFF2-40B4-BE49-F238E27FC236}">
                <a16:creationId xmlns:a16="http://schemas.microsoft.com/office/drawing/2014/main" id="{A9833E93-6D29-EA4D-D1D1-260FF67C99B4}"/>
              </a:ext>
            </a:extLst>
          </p:cNvPr>
          <p:cNvPicPr>
            <a:picLocks noChangeAspect="1"/>
          </p:cNvPicPr>
          <p:nvPr/>
        </p:nvPicPr>
        <p:blipFill>
          <a:blip r:embed="rId4"/>
          <a:stretch>
            <a:fillRect/>
          </a:stretch>
        </p:blipFill>
        <p:spPr>
          <a:xfrm>
            <a:off x="8421611" y="2595583"/>
            <a:ext cx="3504579" cy="3810879"/>
          </a:xfrm>
          <a:prstGeom prst="rect">
            <a:avLst/>
          </a:prstGeom>
        </p:spPr>
      </p:pic>
      <p:cxnSp>
        <p:nvCxnSpPr>
          <p:cNvPr id="12" name="Straight Connector 11">
            <a:extLst>
              <a:ext uri="{FF2B5EF4-FFF2-40B4-BE49-F238E27FC236}">
                <a16:creationId xmlns:a16="http://schemas.microsoft.com/office/drawing/2014/main" id="{BD73B04D-20DA-6144-1DF7-FD0D7ED03072}"/>
              </a:ext>
            </a:extLst>
          </p:cNvPr>
          <p:cNvCxnSpPr>
            <a:cxnSpLocks/>
          </p:cNvCxnSpPr>
          <p:nvPr/>
        </p:nvCxnSpPr>
        <p:spPr>
          <a:xfrm>
            <a:off x="8039733" y="1376368"/>
            <a:ext cx="0" cy="5115872"/>
          </a:xfrm>
          <a:prstGeom prst="line">
            <a:avLst/>
          </a:prstGeom>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2CAA2903-085D-9E13-DA40-C680E21BCFD2}"/>
              </a:ext>
            </a:extLst>
          </p:cNvPr>
          <p:cNvSpPr txBox="1"/>
          <p:nvPr/>
        </p:nvSpPr>
        <p:spPr>
          <a:xfrm>
            <a:off x="627274" y="1376368"/>
            <a:ext cx="6872349" cy="509838"/>
          </a:xfrm>
          <a:prstGeom prst="rect">
            <a:avLst/>
          </a:prstGeom>
          <a:noFill/>
        </p:spPr>
        <p:txBody>
          <a:bodyPr wrap="square" lIns="0" tIns="0" rtlCol="0">
            <a:noAutofit/>
          </a:bodyPr>
          <a:lstStyle/>
          <a:p>
            <a:pPr algn="l"/>
            <a:r>
              <a:rPr lang="en-US" sz="1400"/>
              <a:t>1 Customer Legal Account created as </a:t>
            </a:r>
            <a:r>
              <a:rPr lang="en-US" sz="1400">
                <a:solidFill>
                  <a:srgbClr val="FF0000"/>
                </a:solidFill>
              </a:rPr>
              <a:t>31 Billing Accounts(19 Sales Accounts) </a:t>
            </a:r>
            <a:r>
              <a:rPr lang="en-US" sz="1400"/>
              <a:t>doing Biz with 30 Equinix Legal Entities</a:t>
            </a:r>
          </a:p>
        </p:txBody>
      </p:sp>
      <p:sp>
        <p:nvSpPr>
          <p:cNvPr id="14" name="TextBox 13">
            <a:extLst>
              <a:ext uri="{FF2B5EF4-FFF2-40B4-BE49-F238E27FC236}">
                <a16:creationId xmlns:a16="http://schemas.microsoft.com/office/drawing/2014/main" id="{D0DD2908-F9EB-4FEC-69B9-A865BF54BF85}"/>
              </a:ext>
            </a:extLst>
          </p:cNvPr>
          <p:cNvSpPr txBox="1"/>
          <p:nvPr/>
        </p:nvSpPr>
        <p:spPr>
          <a:xfrm>
            <a:off x="8421612" y="1376368"/>
            <a:ext cx="3424229" cy="509838"/>
          </a:xfrm>
          <a:prstGeom prst="rect">
            <a:avLst/>
          </a:prstGeom>
          <a:noFill/>
        </p:spPr>
        <p:txBody>
          <a:bodyPr wrap="square" lIns="0" tIns="0" rtlCol="0">
            <a:noAutofit/>
          </a:bodyPr>
          <a:lstStyle/>
          <a:p>
            <a:pPr algn="l"/>
            <a:r>
              <a:rPr lang="en-US" sz="1400"/>
              <a:t>1 Customer Legal Account doing Biz with 30 Equinix Legal Entities</a:t>
            </a:r>
          </a:p>
        </p:txBody>
      </p:sp>
      <p:sp>
        <p:nvSpPr>
          <p:cNvPr id="5" name="Rectangle 4">
            <a:extLst>
              <a:ext uri="{FF2B5EF4-FFF2-40B4-BE49-F238E27FC236}">
                <a16:creationId xmlns:a16="http://schemas.microsoft.com/office/drawing/2014/main" id="{17D52B01-9151-45FB-522A-C54E9BE03335}"/>
              </a:ext>
            </a:extLst>
          </p:cNvPr>
          <p:cNvSpPr/>
          <p:nvPr/>
        </p:nvSpPr>
        <p:spPr>
          <a:xfrm>
            <a:off x="9561252" y="2633471"/>
            <a:ext cx="1225296" cy="535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Equinix Legal Entities</a:t>
            </a:r>
          </a:p>
        </p:txBody>
      </p:sp>
    </p:spTree>
    <p:extLst>
      <p:ext uri="{BB962C8B-B14F-4D97-AF65-F5344CB8AC3E}">
        <p14:creationId xmlns:p14="http://schemas.microsoft.com/office/powerpoint/2010/main" val="96896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8637DB4-007A-7960-46D8-0C1F934592F1}"/>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DFECABEC-B632-F118-C4BE-9DBDF752A0B0}"/>
              </a:ext>
            </a:extLst>
          </p:cNvPr>
          <p:cNvSpPr>
            <a:spLocks noGrp="1"/>
          </p:cNvSpPr>
          <p:nvPr>
            <p:ph type="sldNum" sz="quarter" idx="12"/>
          </p:nvPr>
        </p:nvSpPr>
        <p:spPr/>
        <p:txBody>
          <a:bodyPr/>
          <a:lstStyle/>
          <a:p>
            <a:fld id="{F8A89D12-4F33-44AF-85FC-689FEAF79A41}" type="slidenum">
              <a:rPr lang="en-US" smtClean="0"/>
              <a:t>10</a:t>
            </a:fld>
            <a:endParaRPr lang="en-US"/>
          </a:p>
        </p:txBody>
      </p:sp>
      <p:sp>
        <p:nvSpPr>
          <p:cNvPr id="4" name="Title 3">
            <a:extLst>
              <a:ext uri="{FF2B5EF4-FFF2-40B4-BE49-F238E27FC236}">
                <a16:creationId xmlns:a16="http://schemas.microsoft.com/office/drawing/2014/main" id="{89067744-43BE-DF98-BC86-B0141FDAB045}"/>
              </a:ext>
            </a:extLst>
          </p:cNvPr>
          <p:cNvSpPr>
            <a:spLocks noGrp="1"/>
          </p:cNvSpPr>
          <p:nvPr>
            <p:ph type="title"/>
          </p:nvPr>
        </p:nvSpPr>
        <p:spPr/>
        <p:txBody>
          <a:bodyPr/>
          <a:lstStyle/>
          <a:p>
            <a:r>
              <a:rPr lang="en-US"/>
              <a:t>Cloudflare US Inc.</a:t>
            </a:r>
          </a:p>
        </p:txBody>
      </p:sp>
      <p:sp>
        <p:nvSpPr>
          <p:cNvPr id="7" name="Date Placeholder 6">
            <a:extLst>
              <a:ext uri="{FF2B5EF4-FFF2-40B4-BE49-F238E27FC236}">
                <a16:creationId xmlns:a16="http://schemas.microsoft.com/office/drawing/2014/main" id="{77A09E41-40F6-50DA-E977-2D2DB391F456}"/>
              </a:ext>
            </a:extLst>
          </p:cNvPr>
          <p:cNvSpPr>
            <a:spLocks noGrp="1"/>
          </p:cNvSpPr>
          <p:nvPr>
            <p:ph type="dt" sz="half" idx="13"/>
          </p:nvPr>
        </p:nvSpPr>
        <p:spPr/>
        <p:txBody>
          <a:bodyPr/>
          <a:lstStyle/>
          <a:p>
            <a:r>
              <a:rPr lang="en-US"/>
              <a:t>Source(s) / Citation(s) / Trademark(s)</a:t>
            </a:r>
          </a:p>
        </p:txBody>
      </p:sp>
      <p:graphicFrame>
        <p:nvGraphicFramePr>
          <p:cNvPr id="8" name="Table 7">
            <a:extLst>
              <a:ext uri="{FF2B5EF4-FFF2-40B4-BE49-F238E27FC236}">
                <a16:creationId xmlns:a16="http://schemas.microsoft.com/office/drawing/2014/main" id="{911CE9E7-A7C7-6F41-14B7-FAB9ABEA73E1}"/>
              </a:ext>
            </a:extLst>
          </p:cNvPr>
          <p:cNvGraphicFramePr>
            <a:graphicFrameLocks noGrp="1"/>
          </p:cNvGraphicFramePr>
          <p:nvPr>
            <p:extLst>
              <p:ext uri="{D42A27DB-BD31-4B8C-83A1-F6EECF244321}">
                <p14:modId xmlns:p14="http://schemas.microsoft.com/office/powerpoint/2010/main" val="3718812693"/>
              </p:ext>
            </p:extLst>
          </p:nvPr>
        </p:nvGraphicFramePr>
        <p:xfrm>
          <a:off x="543877" y="1236107"/>
          <a:ext cx="11093449" cy="1473909"/>
        </p:xfrm>
        <a:graphic>
          <a:graphicData uri="http://schemas.openxmlformats.org/drawingml/2006/table">
            <a:tbl>
              <a:tblPr firstRow="1" lastRow="1">
                <a:tableStyleId>{72833802-FEF1-4C79-8D5D-14CF1EAF98D9}</a:tableStyleId>
              </a:tblPr>
              <a:tblGrid>
                <a:gridCol w="1596784">
                  <a:extLst>
                    <a:ext uri="{9D8B030D-6E8A-4147-A177-3AD203B41FA5}">
                      <a16:colId xmlns:a16="http://schemas.microsoft.com/office/drawing/2014/main" val="2193467833"/>
                    </a:ext>
                  </a:extLst>
                </a:gridCol>
                <a:gridCol w="1420686">
                  <a:extLst>
                    <a:ext uri="{9D8B030D-6E8A-4147-A177-3AD203B41FA5}">
                      <a16:colId xmlns:a16="http://schemas.microsoft.com/office/drawing/2014/main" val="1713602912"/>
                    </a:ext>
                  </a:extLst>
                </a:gridCol>
                <a:gridCol w="1985211">
                  <a:extLst>
                    <a:ext uri="{9D8B030D-6E8A-4147-A177-3AD203B41FA5}">
                      <a16:colId xmlns:a16="http://schemas.microsoft.com/office/drawing/2014/main" val="4164494728"/>
                    </a:ext>
                  </a:extLst>
                </a:gridCol>
                <a:gridCol w="2035342">
                  <a:extLst>
                    <a:ext uri="{9D8B030D-6E8A-4147-A177-3AD203B41FA5}">
                      <a16:colId xmlns:a16="http://schemas.microsoft.com/office/drawing/2014/main" val="3886819924"/>
                    </a:ext>
                  </a:extLst>
                </a:gridCol>
                <a:gridCol w="1795315">
                  <a:extLst>
                    <a:ext uri="{9D8B030D-6E8A-4147-A177-3AD203B41FA5}">
                      <a16:colId xmlns:a16="http://schemas.microsoft.com/office/drawing/2014/main" val="1325808536"/>
                    </a:ext>
                  </a:extLst>
                </a:gridCol>
                <a:gridCol w="2260111">
                  <a:extLst>
                    <a:ext uri="{9D8B030D-6E8A-4147-A177-3AD203B41FA5}">
                      <a16:colId xmlns:a16="http://schemas.microsoft.com/office/drawing/2014/main" val="1702264151"/>
                    </a:ext>
                  </a:extLst>
                </a:gridCol>
              </a:tblGrid>
              <a:tr h="392205">
                <a:tc>
                  <a:txBody>
                    <a:bodyPr/>
                    <a:lstStyle/>
                    <a:p>
                      <a:pPr algn="ctr" fontAlgn="b"/>
                      <a:r>
                        <a:rPr lang="en-US" sz="1050" u="none" strike="noStrike">
                          <a:effectLst/>
                        </a:rPr>
                        <a:t>GLOBAL_ULTIMATE_DUNS</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pt-BR" sz="1050" u="none" strike="noStrike">
                          <a:effectLst/>
                        </a:rPr>
                        <a:t>D_U_N_S_NUMBER</a:t>
                      </a:r>
                      <a:endParaRPr lang="pt-BR"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50" u="none" strike="noStrike">
                          <a:effectLst/>
                        </a:rPr>
                        <a:t>SALES_ACCT_NAME</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50" u="none" strike="noStrike">
                          <a:effectLst/>
                        </a:rPr>
                        <a:t>BILLING_ACCT_NAME</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50" u="none" strike="noStrike">
                          <a:effectLst/>
                        </a:rPr>
                        <a:t>Count of SALES_ACCTs</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50" u="none" strike="noStrike">
                          <a:effectLst/>
                        </a:rPr>
                        <a:t>Count of BILLING_ACCTs</a:t>
                      </a:r>
                      <a:endParaRPr lang="en-US" sz="1050" b="1"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2270052811"/>
                  </a:ext>
                </a:extLst>
              </a:tr>
              <a:tr h="180284">
                <a:tc>
                  <a:txBody>
                    <a:bodyPr/>
                    <a:lstStyle/>
                    <a:p>
                      <a:pPr algn="ctr" fontAlgn="b"/>
                      <a:r>
                        <a:rPr lang="en-US" sz="1050" u="none" strike="noStrike">
                          <a:effectLst/>
                        </a:rPr>
                        <a:t>933042454</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50" u="none" strike="noStrike">
                          <a:effectLst/>
                        </a:rPr>
                        <a:t>933042454</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a:t>
                      </a:r>
                      <a:endParaRPr lang="en-US" sz="1050" b="0"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2881483953"/>
                  </a:ext>
                </a:extLst>
              </a:tr>
              <a:tr h="180284">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15</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23</a:t>
                      </a:r>
                      <a:endParaRPr lang="en-US" sz="1050" b="0"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1402941371"/>
                  </a:ext>
                </a:extLst>
              </a:tr>
              <a:tr h="180284">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a:t>
                      </a:r>
                      <a:endParaRPr lang="en-US" sz="1050" b="0"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471461644"/>
                  </a:ext>
                </a:extLst>
              </a:tr>
              <a:tr h="180284">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a:t>
                      </a:r>
                      <a:endParaRPr lang="en-US" sz="1050" b="0"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171644372"/>
                  </a:ext>
                </a:extLst>
              </a:tr>
              <a:tr h="180284">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r>
                        <a:rPr lang="en-US" sz="1050" u="none" strike="noStrike">
                          <a:effectLst/>
                        </a:rPr>
                        <a:t>CLOUDFLARE US, INC.</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3</a:t>
                      </a:r>
                      <a:endParaRPr lang="en-US" sz="1050" b="0"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4</a:t>
                      </a:r>
                      <a:endParaRPr lang="en-US" sz="1050" b="0"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3541305539"/>
                  </a:ext>
                </a:extLst>
              </a:tr>
              <a:tr h="180284">
                <a:tc>
                  <a:txBody>
                    <a:bodyPr/>
                    <a:lstStyle/>
                    <a:p>
                      <a:pPr algn="l" fontAlgn="b"/>
                      <a:r>
                        <a:rPr lang="en-US" sz="1050" u="none" strike="noStrike">
                          <a:effectLst/>
                        </a:rPr>
                        <a:t>Grand Total</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l" fontAlgn="b"/>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19</a:t>
                      </a:r>
                      <a:endParaRPr lang="en-US" sz="1050" b="1" i="0" u="none" strike="noStrike">
                        <a:solidFill>
                          <a:srgbClr val="000000"/>
                        </a:solidFill>
                        <a:effectLst/>
                        <a:latin typeface="Aptos Narrow" panose="020B0004020202020204" pitchFamily="34" charset="0"/>
                      </a:endParaRPr>
                    </a:p>
                  </a:txBody>
                  <a:tcPr marL="9014" marR="9014" marT="9014" marB="0" anchor="b"/>
                </a:tc>
                <a:tc>
                  <a:txBody>
                    <a:bodyPr/>
                    <a:lstStyle/>
                    <a:p>
                      <a:pPr algn="r" fontAlgn="b"/>
                      <a:r>
                        <a:rPr lang="en-US" sz="1050" u="none" strike="noStrike">
                          <a:effectLst/>
                        </a:rPr>
                        <a:t>30</a:t>
                      </a:r>
                      <a:endParaRPr lang="en-US" sz="1050" b="1"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3575156856"/>
                  </a:ext>
                </a:extLst>
              </a:tr>
            </a:tbl>
          </a:graphicData>
        </a:graphic>
      </p:graphicFrame>
      <p:sp>
        <p:nvSpPr>
          <p:cNvPr id="5" name="Right Brace 4">
            <a:extLst>
              <a:ext uri="{FF2B5EF4-FFF2-40B4-BE49-F238E27FC236}">
                <a16:creationId xmlns:a16="http://schemas.microsoft.com/office/drawing/2014/main" id="{9380EB72-AEEF-6B45-C9CC-F859FB204C43}"/>
              </a:ext>
            </a:extLst>
          </p:cNvPr>
          <p:cNvSpPr/>
          <p:nvPr/>
        </p:nvSpPr>
        <p:spPr>
          <a:xfrm rot="5400000">
            <a:off x="1854832" y="328553"/>
            <a:ext cx="310551" cy="2915315"/>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6DD1DEEE-572E-E6E4-8F5F-396FBCCCF9D6}"/>
              </a:ext>
            </a:extLst>
          </p:cNvPr>
          <p:cNvSpPr txBox="1"/>
          <p:nvPr/>
        </p:nvSpPr>
        <p:spPr>
          <a:xfrm>
            <a:off x="1737360" y="1941486"/>
            <a:ext cx="672861" cy="155275"/>
          </a:xfrm>
          <a:prstGeom prst="rect">
            <a:avLst/>
          </a:prstGeom>
          <a:noFill/>
        </p:spPr>
        <p:txBody>
          <a:bodyPr wrap="square" lIns="0" tIns="0" rtlCol="0">
            <a:noAutofit/>
          </a:bodyPr>
          <a:lstStyle/>
          <a:p>
            <a:pPr algn="l"/>
            <a:r>
              <a:rPr lang="en-US" sz="1400">
                <a:solidFill>
                  <a:srgbClr val="FF0000"/>
                </a:solidFill>
              </a:rPr>
              <a:t>Future</a:t>
            </a:r>
          </a:p>
        </p:txBody>
      </p:sp>
    </p:spTree>
    <p:extLst>
      <p:ext uri="{BB962C8B-B14F-4D97-AF65-F5344CB8AC3E}">
        <p14:creationId xmlns:p14="http://schemas.microsoft.com/office/powerpoint/2010/main" val="2287431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CE799A-A4D1-9306-1996-88A930509E9B}"/>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CB82B5A1-D942-290E-3649-8DF4BD630149}"/>
              </a:ext>
            </a:extLst>
          </p:cNvPr>
          <p:cNvSpPr>
            <a:spLocks noGrp="1"/>
          </p:cNvSpPr>
          <p:nvPr>
            <p:ph type="sldNum" sz="quarter" idx="12"/>
          </p:nvPr>
        </p:nvSpPr>
        <p:spPr/>
        <p:txBody>
          <a:bodyPr/>
          <a:lstStyle/>
          <a:p>
            <a:fld id="{F8A89D12-4F33-44AF-85FC-689FEAF79A41}" type="slidenum">
              <a:rPr lang="en-US" smtClean="0"/>
              <a:t>11</a:t>
            </a:fld>
            <a:endParaRPr lang="en-US"/>
          </a:p>
        </p:txBody>
      </p:sp>
      <p:sp>
        <p:nvSpPr>
          <p:cNvPr id="7" name="Date Placeholder 6">
            <a:extLst>
              <a:ext uri="{FF2B5EF4-FFF2-40B4-BE49-F238E27FC236}">
                <a16:creationId xmlns:a16="http://schemas.microsoft.com/office/drawing/2014/main" id="{5303E716-A274-34BD-FA77-714C2A3877E5}"/>
              </a:ext>
            </a:extLst>
          </p:cNvPr>
          <p:cNvSpPr>
            <a:spLocks noGrp="1"/>
          </p:cNvSpPr>
          <p:nvPr>
            <p:ph type="dt" sz="half" idx="13"/>
          </p:nvPr>
        </p:nvSpPr>
        <p:spPr/>
        <p:txBody>
          <a:bodyPr/>
          <a:lstStyle/>
          <a:p>
            <a:r>
              <a:rPr lang="en-US"/>
              <a:t>Source(s) / Citation(s) / Trademark(s)</a:t>
            </a:r>
          </a:p>
        </p:txBody>
      </p:sp>
      <p:graphicFrame>
        <p:nvGraphicFramePr>
          <p:cNvPr id="9" name="Table 8">
            <a:extLst>
              <a:ext uri="{FF2B5EF4-FFF2-40B4-BE49-F238E27FC236}">
                <a16:creationId xmlns:a16="http://schemas.microsoft.com/office/drawing/2014/main" id="{9F89BF02-4175-35BD-41AB-B3DA4F595A10}"/>
              </a:ext>
            </a:extLst>
          </p:cNvPr>
          <p:cNvGraphicFramePr>
            <a:graphicFrameLocks noGrp="1"/>
          </p:cNvGraphicFramePr>
          <p:nvPr>
            <p:extLst>
              <p:ext uri="{D42A27DB-BD31-4B8C-83A1-F6EECF244321}">
                <p14:modId xmlns:p14="http://schemas.microsoft.com/office/powerpoint/2010/main" val="715957729"/>
              </p:ext>
            </p:extLst>
          </p:nvPr>
        </p:nvGraphicFramePr>
        <p:xfrm>
          <a:off x="419100" y="647700"/>
          <a:ext cx="11220451" cy="6169700"/>
        </p:xfrm>
        <a:graphic>
          <a:graphicData uri="http://schemas.openxmlformats.org/drawingml/2006/table">
            <a:tbl>
              <a:tblPr>
                <a:tableStyleId>{0E3FDE45-AF77-4B5C-9715-49D594BDF05E}</a:tableStyleId>
              </a:tblPr>
              <a:tblGrid>
                <a:gridCol w="1917497">
                  <a:extLst>
                    <a:ext uri="{9D8B030D-6E8A-4147-A177-3AD203B41FA5}">
                      <a16:colId xmlns:a16="http://schemas.microsoft.com/office/drawing/2014/main" val="3323143114"/>
                    </a:ext>
                  </a:extLst>
                </a:gridCol>
                <a:gridCol w="1759792">
                  <a:extLst>
                    <a:ext uri="{9D8B030D-6E8A-4147-A177-3AD203B41FA5}">
                      <a16:colId xmlns:a16="http://schemas.microsoft.com/office/drawing/2014/main" val="4184867230"/>
                    </a:ext>
                  </a:extLst>
                </a:gridCol>
                <a:gridCol w="3252989">
                  <a:extLst>
                    <a:ext uri="{9D8B030D-6E8A-4147-A177-3AD203B41FA5}">
                      <a16:colId xmlns:a16="http://schemas.microsoft.com/office/drawing/2014/main" val="3494893806"/>
                    </a:ext>
                  </a:extLst>
                </a:gridCol>
                <a:gridCol w="4290173">
                  <a:extLst>
                    <a:ext uri="{9D8B030D-6E8A-4147-A177-3AD203B41FA5}">
                      <a16:colId xmlns:a16="http://schemas.microsoft.com/office/drawing/2014/main" val="2603383229"/>
                    </a:ext>
                  </a:extLst>
                </a:gridCol>
              </a:tblGrid>
              <a:tr h="139639">
                <a:tc>
                  <a:txBody>
                    <a:bodyPr/>
                    <a:lstStyle/>
                    <a:p>
                      <a:pPr algn="l" fontAlgn="b"/>
                      <a:r>
                        <a:rPr lang="en-US" sz="1000" u="none" strike="noStrike">
                          <a:effectLst/>
                        </a:rPr>
                        <a:t>081466849</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078777896</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NETHERLANDS</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Datacenter Netherlands B.V.</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678536938"/>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081466849</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935727909"/>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 AZNG - DC16</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 AZNG - DC16</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1812923462"/>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226106318</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UNITED KINGDOM</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MSFT MCIO Limited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62478841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247668481</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CANADA</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3288212 Nova Scotia Limited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852386509"/>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263486422</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1985 France </a:t>
                      </a:r>
                      <a:r>
                        <a:rPr lang="en-US" sz="1000" u="none" strike="noStrike" err="1">
                          <a:effectLst/>
                        </a:rPr>
                        <a:t>s.a.r.l</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1985 France s.a.r.l</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94003170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1985 France </a:t>
                      </a:r>
                      <a:r>
                        <a:rPr lang="en-US" sz="1000" u="none" strike="noStrike" err="1">
                          <a:effectLst/>
                        </a:rPr>
                        <a:t>s.a.r.l</a:t>
                      </a:r>
                      <a:r>
                        <a:rPr lang="en-US" sz="1000" u="none" strike="noStrike">
                          <a:effectLst/>
                        </a:rPr>
                        <a:t>.</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1985 France s.a.r.l.</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434786877"/>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FRANCE</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1985 France SARL</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25090130"/>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316755230</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GERMANY</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Deutschland MCIO GmbH</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73339305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405577235</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Datacenter Netherlands B.V.</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Datacenter Netherlands B.V.</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525074291"/>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422188611</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Poland Operations Sp. Z </a:t>
                      </a:r>
                      <a:r>
                        <a:rPr lang="en-US" sz="1000" u="none" strike="noStrike" err="1">
                          <a:effectLst/>
                        </a:rPr>
                        <a:t>o.o</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Poland Operations Sp. Z </a:t>
                      </a:r>
                      <a:r>
                        <a:rPr lang="en-US" sz="1000" u="none" strike="noStrike" err="1">
                          <a:effectLst/>
                        </a:rPr>
                        <a:t>o.o</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204828358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Poland Operations Sp. Z </a:t>
                      </a:r>
                      <a:r>
                        <a:rPr lang="en-US" sz="1000" u="none" strike="noStrike" err="1">
                          <a:effectLst/>
                        </a:rPr>
                        <a:t>o.o</a:t>
                      </a:r>
                      <a:r>
                        <a:rPr lang="en-US" sz="1000" u="none" strike="noStrike">
                          <a:effectLst/>
                        </a:rPr>
                        <a:t> </a:t>
                      </a:r>
                      <a:r>
                        <a:rPr lang="en-US" sz="1000" u="none" strike="noStrike" err="1">
                          <a:effectLst/>
                        </a:rPr>
                        <a:t>xScale</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Poland Operations Sp. Z </a:t>
                      </a:r>
                      <a:r>
                        <a:rPr lang="en-US" sz="1000" u="none" strike="noStrike" err="1">
                          <a:effectLst/>
                        </a:rPr>
                        <a:t>o.o</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1985816184"/>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441174069</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nn-NO" sz="1000" u="none" strike="noStrike">
                          <a:effectLst/>
                        </a:rPr>
                        <a:t>Microsoft 4825 Italy S.R.L.</a:t>
                      </a:r>
                      <a:endParaRPr lang="nn-NO"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nn-NO" sz="1000" u="none" strike="noStrike">
                          <a:effectLst/>
                        </a:rPr>
                        <a:t>MICROSOFT 4825 ITALY S.R.L.</a:t>
                      </a:r>
                      <a:endParaRPr lang="nn-NO"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2205636911"/>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4825 Italy </a:t>
                      </a:r>
                      <a:r>
                        <a:rPr lang="en-US" sz="1000" u="none" strike="noStrike" err="1">
                          <a:effectLst/>
                        </a:rPr>
                        <a:t>s.r.l</a:t>
                      </a:r>
                      <a:r>
                        <a:rPr lang="en-US" sz="1000" u="none" strike="noStrike">
                          <a:effectLst/>
                        </a:rPr>
                        <a:t>. - </a:t>
                      </a:r>
                      <a:r>
                        <a:rPr lang="en-US" sz="1000" u="none" strike="noStrike" err="1">
                          <a:effectLst/>
                        </a:rPr>
                        <a:t>xscale</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nn-NO" sz="1000" u="none" strike="noStrike">
                          <a:effectLst/>
                        </a:rPr>
                        <a:t>MICROSOFT 4825 ITALY S.R.L.</a:t>
                      </a:r>
                      <a:endParaRPr lang="nn-NO"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2851898652"/>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464659127</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nn-NO" sz="1000" u="none" strike="noStrike">
                          <a:effectLst/>
                        </a:rPr>
                        <a:t>Microsoft 7724 Spain, S.L.</a:t>
                      </a:r>
                      <a:endParaRPr lang="nn-NO"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nn-NO" sz="1000" u="none" strike="noStrike">
                          <a:effectLst/>
                        </a:rPr>
                        <a:t>MICROSOFT 7724 SPAIN, S.L.</a:t>
                      </a:r>
                      <a:endParaRPr lang="nn-NO"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151295028"/>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470190656</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nn-NO" sz="1000" u="none" strike="noStrike">
                          <a:effectLst/>
                        </a:rPr>
                        <a:t>Microsoft 7724 Spain, S.L.</a:t>
                      </a:r>
                      <a:endParaRPr lang="nn-NO"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nn-NO" sz="1000" u="none" strike="noStrike">
                          <a:effectLst/>
                        </a:rPr>
                        <a:t>MICROSOFT 7724 SPAIN, S.L.</a:t>
                      </a:r>
                      <a:endParaRPr lang="nn-NO"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374880614"/>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482312840</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SWITZERLAND</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MCIO Schweiz GmbH</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1386706852"/>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539983429</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FINLAND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3465 Finland Oy</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3285236535"/>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Oy</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2179517367"/>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561495086</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SWEDEN</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Sweden 1172 AB</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87588052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650146806</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INDIA</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 (India) Private Limited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040768517"/>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659210181</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Operations Pte Ltd</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OPERATIONS PTE LTD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61151923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687832931</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KOREA</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Korea, Inc.</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181641217"/>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690763115</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 Co. Ltd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3579948434"/>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 Co. Ltd - </a:t>
                      </a:r>
                      <a:r>
                        <a:rPr lang="en-US" sz="1000" u="none" strike="noStrike" err="1">
                          <a:effectLst/>
                        </a:rPr>
                        <a:t>xScale</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 CO., LTD.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3609833032"/>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pt-BR" sz="1000" u="none" strike="noStrike">
                          <a:effectLst/>
                        </a:rPr>
                        <a:t>MICROSOFT JAPAN CO. LTD. CAGE OS1</a:t>
                      </a:r>
                      <a:endParaRPr lang="pt-BR"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 CO., LTD.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2750502967"/>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Japan_TY4</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Japan Co. Ltd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4282313838"/>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748019150</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AUSTRALIA</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Datacenter (Australia) PTY Limited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3297055394"/>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 </a:t>
                      </a:r>
                      <a:endParaRPr lang="en-US" sz="1000" b="1"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Datacenter (Australia) Pty Limited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tc>
                  <a:txBody>
                    <a:bodyPr/>
                    <a:lstStyle/>
                    <a:p>
                      <a:pPr algn="l" fontAlgn="b"/>
                      <a:r>
                        <a:rPr lang="en-US" sz="1000" u="none" strike="noStrike">
                          <a:effectLst/>
                        </a:rPr>
                        <a:t>Microsoft Datacenter (Australia) PTY Limited</a:t>
                      </a:r>
                      <a:endParaRPr lang="en-US" sz="1000" b="0" i="0" u="none" strike="noStrike">
                        <a:solidFill>
                          <a:srgbClr val="000000"/>
                        </a:solidFill>
                        <a:effectLst/>
                        <a:latin typeface="Aptos Narrow" panose="020B0004020202020204" pitchFamily="34" charset="0"/>
                      </a:endParaRPr>
                    </a:p>
                  </a:txBody>
                  <a:tcPr marL="5950" marR="5950" marT="5950" marB="0" anchor="b">
                    <a:solidFill>
                      <a:schemeClr val="accent2">
                        <a:lumMod val="20000"/>
                        <a:lumOff val="80000"/>
                      </a:schemeClr>
                    </a:solidFill>
                  </a:tcPr>
                </a:tc>
                <a:extLst>
                  <a:ext uri="{0D108BD9-81ED-4DB2-BD59-A6C34878D82A}">
                    <a16:rowId xmlns:a16="http://schemas.microsoft.com/office/drawing/2014/main" val="2475024654"/>
                  </a:ext>
                </a:extLst>
              </a:tr>
              <a:tr h="274031">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750281776</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Datacenter (Australia) PTY Limited - Equinix Australia Pty Ltd.</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Datacenter (Australia) PTY Limited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708772749"/>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797407517</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Canada Inc.</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Canada Inc.</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265434080"/>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Limited</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Limited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837102117"/>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864306167</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 (Abu Dhabi Branch Office)</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Corporation (Abu Dhabi Branch Office)</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1565423455"/>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880179304</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Branch of Microsoft Colombia, Inc.</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Branch of Microsoft Colombia, Inc.</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160228996"/>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894627053</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SINGAPORE</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OPERATIONS PTE LTD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595616388"/>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896258212</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Ltd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3228739348"/>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979877740</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Limited</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Limited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418032874"/>
                  </a:ext>
                </a:extLst>
              </a:tr>
              <a:tr h="139639">
                <a:tc>
                  <a:txBody>
                    <a:bodyPr/>
                    <a:lstStyle/>
                    <a:p>
                      <a:pPr algn="l" fontAlgn="b"/>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989276399</a:t>
                      </a:r>
                      <a:endParaRPr lang="en-US" sz="1000" b="1"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LTD - </a:t>
                      </a:r>
                      <a:r>
                        <a:rPr lang="en-US" sz="1000" u="none" strike="noStrike" err="1">
                          <a:effectLst/>
                        </a:rPr>
                        <a:t>Xscale</a:t>
                      </a:r>
                      <a:endParaRPr lang="en-US" sz="1000" b="0" i="0" u="none" strike="noStrike">
                        <a:solidFill>
                          <a:srgbClr val="000000"/>
                        </a:solidFill>
                        <a:effectLst/>
                        <a:latin typeface="Aptos Narrow" panose="020B0004020202020204" pitchFamily="34" charset="0"/>
                      </a:endParaRPr>
                    </a:p>
                  </a:txBody>
                  <a:tcPr marL="5950" marR="5950" marT="5950" marB="0" anchor="b"/>
                </a:tc>
                <a:tc>
                  <a:txBody>
                    <a:bodyPr/>
                    <a:lstStyle/>
                    <a:p>
                      <a:pPr algn="l" fontAlgn="b"/>
                      <a:r>
                        <a:rPr lang="en-US" sz="1000" u="none" strike="noStrike">
                          <a:effectLst/>
                        </a:rPr>
                        <a:t>Microsoft Ireland Operations Ltd</a:t>
                      </a:r>
                      <a:endParaRPr lang="en-US" sz="1000" b="0" i="0" u="none" strike="noStrike">
                        <a:solidFill>
                          <a:srgbClr val="000000"/>
                        </a:solidFill>
                        <a:effectLst/>
                        <a:latin typeface="Aptos Narrow" panose="020B0004020202020204" pitchFamily="34" charset="0"/>
                      </a:endParaRPr>
                    </a:p>
                  </a:txBody>
                  <a:tcPr marL="5950" marR="5950" marT="5950" marB="0" anchor="b"/>
                </a:tc>
                <a:extLst>
                  <a:ext uri="{0D108BD9-81ED-4DB2-BD59-A6C34878D82A}">
                    <a16:rowId xmlns:a16="http://schemas.microsoft.com/office/drawing/2014/main" val="2695377779"/>
                  </a:ext>
                </a:extLst>
              </a:tr>
            </a:tbl>
          </a:graphicData>
        </a:graphic>
      </p:graphicFrame>
      <p:graphicFrame>
        <p:nvGraphicFramePr>
          <p:cNvPr id="10" name="Table 9">
            <a:extLst>
              <a:ext uri="{FF2B5EF4-FFF2-40B4-BE49-F238E27FC236}">
                <a16:creationId xmlns:a16="http://schemas.microsoft.com/office/drawing/2014/main" id="{AF71B697-2E35-88E9-1E1D-CC80A534F5ED}"/>
              </a:ext>
            </a:extLst>
          </p:cNvPr>
          <p:cNvGraphicFramePr>
            <a:graphicFrameLocks noGrp="1"/>
          </p:cNvGraphicFramePr>
          <p:nvPr>
            <p:extLst>
              <p:ext uri="{D42A27DB-BD31-4B8C-83A1-F6EECF244321}">
                <p14:modId xmlns:p14="http://schemas.microsoft.com/office/powerpoint/2010/main" val="3958886632"/>
              </p:ext>
            </p:extLst>
          </p:nvPr>
        </p:nvGraphicFramePr>
        <p:xfrm>
          <a:off x="419100" y="486286"/>
          <a:ext cx="11518900" cy="161414"/>
        </p:xfrm>
        <a:graphic>
          <a:graphicData uri="http://schemas.openxmlformats.org/drawingml/2006/table">
            <a:tbl>
              <a:tblPr firstRow="1" lastRow="1">
                <a:tableStyleId>{72833802-FEF1-4C79-8D5D-14CF1EAF98D9}</a:tableStyleId>
              </a:tblPr>
              <a:tblGrid>
                <a:gridCol w="1816100">
                  <a:extLst>
                    <a:ext uri="{9D8B030D-6E8A-4147-A177-3AD203B41FA5}">
                      <a16:colId xmlns:a16="http://schemas.microsoft.com/office/drawing/2014/main" val="1463259128"/>
                    </a:ext>
                  </a:extLst>
                </a:gridCol>
                <a:gridCol w="1866900">
                  <a:extLst>
                    <a:ext uri="{9D8B030D-6E8A-4147-A177-3AD203B41FA5}">
                      <a16:colId xmlns:a16="http://schemas.microsoft.com/office/drawing/2014/main" val="1601183360"/>
                    </a:ext>
                  </a:extLst>
                </a:gridCol>
                <a:gridCol w="3327400">
                  <a:extLst>
                    <a:ext uri="{9D8B030D-6E8A-4147-A177-3AD203B41FA5}">
                      <a16:colId xmlns:a16="http://schemas.microsoft.com/office/drawing/2014/main" val="2906175646"/>
                    </a:ext>
                  </a:extLst>
                </a:gridCol>
                <a:gridCol w="4508500">
                  <a:extLst>
                    <a:ext uri="{9D8B030D-6E8A-4147-A177-3AD203B41FA5}">
                      <a16:colId xmlns:a16="http://schemas.microsoft.com/office/drawing/2014/main" val="723555592"/>
                    </a:ext>
                  </a:extLst>
                </a:gridCol>
              </a:tblGrid>
              <a:tr h="45720">
                <a:tc>
                  <a:txBody>
                    <a:bodyPr/>
                    <a:lstStyle/>
                    <a:p>
                      <a:pPr algn="ctr" fontAlgn="b"/>
                      <a:r>
                        <a:rPr lang="en-US" sz="1000" u="none" strike="noStrike">
                          <a:effectLst/>
                        </a:rPr>
                        <a:t>GLOBAL_ULTIMATE_DUNS</a:t>
                      </a:r>
                      <a:endParaRPr lang="en-US" sz="100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pt-BR" sz="1000" u="none" strike="noStrike">
                          <a:effectLst/>
                        </a:rPr>
                        <a:t>D_U_N_S_NUMBER</a:t>
                      </a:r>
                      <a:endParaRPr lang="pt-BR" sz="100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00" u="none" strike="noStrike">
                          <a:effectLst/>
                        </a:rPr>
                        <a:t>SALES_ACCT_NAME</a:t>
                      </a:r>
                      <a:endParaRPr lang="en-US" sz="1000" b="1" i="0" u="none" strike="noStrike">
                        <a:solidFill>
                          <a:srgbClr val="000000"/>
                        </a:solidFill>
                        <a:effectLst/>
                        <a:latin typeface="Aptos Narrow" panose="020B0004020202020204" pitchFamily="34" charset="0"/>
                      </a:endParaRPr>
                    </a:p>
                  </a:txBody>
                  <a:tcPr marL="9014" marR="9014" marT="9014" marB="0" anchor="b"/>
                </a:tc>
                <a:tc>
                  <a:txBody>
                    <a:bodyPr/>
                    <a:lstStyle/>
                    <a:p>
                      <a:pPr algn="ctr" fontAlgn="b"/>
                      <a:r>
                        <a:rPr lang="en-US" sz="1000" u="none" strike="noStrike">
                          <a:effectLst/>
                        </a:rPr>
                        <a:t>BILLING_ACCT_NAME</a:t>
                      </a:r>
                      <a:endParaRPr lang="en-US" sz="1000" b="1" i="0" u="none" strike="noStrike">
                        <a:solidFill>
                          <a:srgbClr val="000000"/>
                        </a:solidFill>
                        <a:effectLst/>
                        <a:latin typeface="Aptos Narrow" panose="020B0004020202020204" pitchFamily="34" charset="0"/>
                      </a:endParaRPr>
                    </a:p>
                  </a:txBody>
                  <a:tcPr marL="9014" marR="9014" marT="9014" marB="0" anchor="b"/>
                </a:tc>
                <a:extLst>
                  <a:ext uri="{0D108BD9-81ED-4DB2-BD59-A6C34878D82A}">
                    <a16:rowId xmlns:a16="http://schemas.microsoft.com/office/drawing/2014/main" val="3840512880"/>
                  </a:ext>
                </a:extLst>
              </a:tr>
            </a:tbl>
          </a:graphicData>
        </a:graphic>
      </p:graphicFrame>
      <p:sp>
        <p:nvSpPr>
          <p:cNvPr id="4" name="TextBox 3">
            <a:extLst>
              <a:ext uri="{FF2B5EF4-FFF2-40B4-BE49-F238E27FC236}">
                <a16:creationId xmlns:a16="http://schemas.microsoft.com/office/drawing/2014/main" id="{9E5A7D03-F1FC-F6F2-BAA6-B3CB8F40CE6F}"/>
              </a:ext>
            </a:extLst>
          </p:cNvPr>
          <p:cNvSpPr txBox="1"/>
          <p:nvPr/>
        </p:nvSpPr>
        <p:spPr>
          <a:xfrm>
            <a:off x="224287" y="155275"/>
            <a:ext cx="5193102" cy="290411"/>
          </a:xfrm>
          <a:prstGeom prst="rect">
            <a:avLst/>
          </a:prstGeom>
          <a:noFill/>
        </p:spPr>
        <p:txBody>
          <a:bodyPr wrap="square" lIns="0" tIns="0" rtlCol="0">
            <a:noAutofit/>
          </a:bodyPr>
          <a:lstStyle/>
          <a:p>
            <a:pPr algn="l"/>
            <a:r>
              <a:rPr lang="en-US" sz="1400" b="1"/>
              <a:t>Microsoft Global Accounts </a:t>
            </a:r>
          </a:p>
        </p:txBody>
      </p:sp>
    </p:spTree>
    <p:extLst>
      <p:ext uri="{BB962C8B-B14F-4D97-AF65-F5344CB8AC3E}">
        <p14:creationId xmlns:p14="http://schemas.microsoft.com/office/powerpoint/2010/main" val="1165632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2BF2C43-616D-4932-413F-0F79EF610C1C}"/>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C3A57CBF-C2E4-3709-3569-57D9FCB84D5D}"/>
              </a:ext>
            </a:extLst>
          </p:cNvPr>
          <p:cNvSpPr>
            <a:spLocks noGrp="1"/>
          </p:cNvSpPr>
          <p:nvPr>
            <p:ph type="sldNum" sz="quarter" idx="12"/>
          </p:nvPr>
        </p:nvSpPr>
        <p:spPr/>
        <p:txBody>
          <a:bodyPr/>
          <a:lstStyle/>
          <a:p>
            <a:fld id="{F8A89D12-4F33-44AF-85FC-689FEAF79A41}" type="slidenum">
              <a:rPr lang="en-US" smtClean="0"/>
              <a:t>12</a:t>
            </a:fld>
            <a:endParaRPr lang="en-US"/>
          </a:p>
        </p:txBody>
      </p:sp>
      <p:sp>
        <p:nvSpPr>
          <p:cNvPr id="4" name="Title 3">
            <a:extLst>
              <a:ext uri="{FF2B5EF4-FFF2-40B4-BE49-F238E27FC236}">
                <a16:creationId xmlns:a16="http://schemas.microsoft.com/office/drawing/2014/main" id="{29FF2A63-4FCC-2413-A000-047832E3A7E4}"/>
              </a:ext>
            </a:extLst>
          </p:cNvPr>
          <p:cNvSpPr>
            <a:spLocks noGrp="1"/>
          </p:cNvSpPr>
          <p:nvPr>
            <p:ph type="title"/>
          </p:nvPr>
        </p:nvSpPr>
        <p:spPr/>
        <p:txBody>
          <a:bodyPr/>
          <a:lstStyle/>
          <a:p>
            <a:r>
              <a:rPr lang="en-US">
                <a:cs typeface="Arial"/>
              </a:rPr>
              <a:t>Pick a Winner logic (detailed)</a:t>
            </a:r>
            <a:endParaRPr lang="en-US"/>
          </a:p>
        </p:txBody>
      </p:sp>
      <p:sp>
        <p:nvSpPr>
          <p:cNvPr id="5" name="Text Placeholder 4">
            <a:extLst>
              <a:ext uri="{FF2B5EF4-FFF2-40B4-BE49-F238E27FC236}">
                <a16:creationId xmlns:a16="http://schemas.microsoft.com/office/drawing/2014/main" id="{31FEE547-1F5D-EBB5-DDED-093A5CB55028}"/>
              </a:ext>
            </a:extLst>
          </p:cNvPr>
          <p:cNvSpPr>
            <a:spLocks noGrp="1"/>
          </p:cNvSpPr>
          <p:nvPr>
            <p:ph type="body" sz="quarter" idx="15"/>
          </p:nvPr>
        </p:nvSpPr>
        <p:spPr/>
        <p:txBody>
          <a:bodyPr vert="horz" lIns="0" tIns="0" rIns="0" bIns="0" rtlCol="0" anchor="t">
            <a:noAutofit/>
          </a:bodyPr>
          <a:lstStyle/>
          <a:p>
            <a:r>
              <a:rPr lang="en-US">
                <a:cs typeface="Arial"/>
              </a:rPr>
              <a:t>As of 8/28/25</a:t>
            </a:r>
            <a:endParaRPr lang="en-US"/>
          </a:p>
        </p:txBody>
      </p:sp>
      <p:sp>
        <p:nvSpPr>
          <p:cNvPr id="6" name="Content Placeholder 5">
            <a:extLst>
              <a:ext uri="{FF2B5EF4-FFF2-40B4-BE49-F238E27FC236}">
                <a16:creationId xmlns:a16="http://schemas.microsoft.com/office/drawing/2014/main" id="{0AD2860B-423D-988A-16A8-7ACD036BFEE9}"/>
              </a:ext>
            </a:extLst>
          </p:cNvPr>
          <p:cNvSpPr>
            <a:spLocks noGrp="1"/>
          </p:cNvSpPr>
          <p:nvPr>
            <p:ph sz="quarter" idx="14"/>
          </p:nvPr>
        </p:nvSpPr>
        <p:spPr/>
        <p:txBody>
          <a:bodyPr vert="horz" lIns="0" tIns="0" rIns="0" bIns="0" rtlCol="0" anchor="t">
            <a:noAutofit/>
          </a:bodyPr>
          <a:lstStyle/>
          <a:p>
            <a:r>
              <a:rPr lang="en-US" sz="1100">
                <a:solidFill>
                  <a:srgbClr val="292A2E"/>
                </a:solidFill>
                <a:ea typeface="+mn-lt"/>
                <a:cs typeface="+mn-lt"/>
              </a:rPr>
              <a:t>Logic Tree for interpreting the response from DNB</a:t>
            </a:r>
            <a:endParaRPr lang="en-US">
              <a:cs typeface="Arial" panose="020B0604020202020204"/>
            </a:endParaRPr>
          </a:p>
          <a:p>
            <a:pPr lvl="1">
              <a:buFont typeface="Arial"/>
              <a:buChar char="•"/>
            </a:pPr>
            <a:r>
              <a:rPr lang="en-US" sz="1100">
                <a:solidFill>
                  <a:srgbClr val="292A2E"/>
                </a:solidFill>
                <a:ea typeface="+mn-lt"/>
                <a:cs typeface="+mn-lt"/>
              </a:rPr>
              <a:t>If only 1 record is returned on the response and it has a confidence code &gt;=8 with match grade &gt;= BAAAAAFAFFF then auto-accept it.</a:t>
            </a:r>
            <a:br>
              <a:rPr lang="en-US" sz="1100">
                <a:solidFill>
                  <a:srgbClr val="292A2E"/>
                </a:solidFill>
                <a:ea typeface="+mn-lt"/>
                <a:cs typeface="+mn-lt"/>
              </a:rPr>
            </a:br>
            <a:r>
              <a:rPr lang="en-US" sz="1100">
                <a:solidFill>
                  <a:srgbClr val="292A2E"/>
                </a:solidFill>
                <a:ea typeface="+mn-lt"/>
                <a:cs typeface="+mn-lt"/>
              </a:rPr>
              <a:t>Else: Create a task for Ops team to manually review</a:t>
            </a:r>
            <a:endParaRPr lang="en-US"/>
          </a:p>
          <a:p>
            <a:pPr lvl="1">
              <a:buFont typeface="Arial"/>
              <a:buChar char="•"/>
            </a:pPr>
            <a:r>
              <a:rPr lang="en-US" sz="1100">
                <a:solidFill>
                  <a:srgbClr val="292A2E"/>
                </a:solidFill>
                <a:ea typeface="+mn-lt"/>
                <a:cs typeface="+mn-lt"/>
              </a:rPr>
              <a:t>Else If more than 1 record is returned with a confidence code &gt;= 8 and a match grade &gt;= BAAAAAFAFFF then</a:t>
            </a:r>
            <a:endParaRPr lang="en-US"/>
          </a:p>
          <a:p>
            <a:pPr marL="651510" lvl="2" indent="-285750">
              <a:buFont typeface="Arial"/>
              <a:buChar char="–"/>
            </a:pPr>
            <a:r>
              <a:rPr lang="en-US" sz="1100">
                <a:solidFill>
                  <a:srgbClr val="292A2E"/>
                </a:solidFill>
                <a:ea typeface="+mn-lt"/>
                <a:cs typeface="+mn-lt"/>
              </a:rPr>
              <a:t>If Operating Status = Active and </a:t>
            </a:r>
            <a:r>
              <a:rPr lang="en-US" sz="1100" err="1">
                <a:solidFill>
                  <a:srgbClr val="292A2E"/>
                </a:solidFill>
                <a:ea typeface="+mn-lt"/>
                <a:cs typeface="+mn-lt"/>
              </a:rPr>
              <a:t>familytreeRolesPlayed</a:t>
            </a:r>
            <a:r>
              <a:rPr lang="en-US" sz="1100">
                <a:solidFill>
                  <a:srgbClr val="292A2E"/>
                </a:solidFill>
                <a:ea typeface="+mn-lt"/>
                <a:cs typeface="+mn-lt"/>
              </a:rPr>
              <a:t> is NULL</a:t>
            </a:r>
            <a:br>
              <a:rPr lang="en-US" sz="1100">
                <a:solidFill>
                  <a:srgbClr val="292A2E"/>
                </a:solidFill>
                <a:ea typeface="+mn-lt"/>
                <a:cs typeface="+mn-lt"/>
              </a:rPr>
            </a:br>
            <a:r>
              <a:rPr lang="en-US" sz="1100">
                <a:solidFill>
                  <a:srgbClr val="292A2E"/>
                </a:solidFill>
                <a:ea typeface="+mn-lt"/>
                <a:cs typeface="+mn-lt"/>
              </a:rPr>
              <a:t>Then select the record with the highest confidence code in the results set. </a:t>
            </a:r>
            <a:br>
              <a:rPr lang="en-US" sz="1100">
                <a:solidFill>
                  <a:srgbClr val="292A2E"/>
                </a:solidFill>
                <a:ea typeface="+mn-lt"/>
                <a:cs typeface="+mn-lt"/>
              </a:rPr>
            </a:br>
            <a:r>
              <a:rPr lang="en-US" sz="1100">
                <a:solidFill>
                  <a:srgbClr val="292A2E"/>
                </a:solidFill>
                <a:ea typeface="+mn-lt"/>
                <a:cs typeface="+mn-lt"/>
              </a:rPr>
              <a:t>If there is a tie, then select the record with the highest match grade in the tie. </a:t>
            </a:r>
            <a:br>
              <a:rPr lang="en-US" sz="1100">
                <a:solidFill>
                  <a:srgbClr val="292A2E"/>
                </a:solidFill>
                <a:ea typeface="+mn-lt"/>
                <a:cs typeface="+mn-lt"/>
              </a:rPr>
            </a:br>
            <a:r>
              <a:rPr lang="en-US" sz="1100">
                <a:solidFill>
                  <a:srgbClr val="292A2E"/>
                </a:solidFill>
                <a:ea typeface="+mn-lt"/>
                <a:cs typeface="+mn-lt"/>
              </a:rPr>
              <a:t>If there is still a tie when looking at match grade, select the first record.</a:t>
            </a:r>
            <a:endParaRPr lang="en-US"/>
          </a:p>
          <a:p>
            <a:pPr marL="651510" lvl="2" indent="-285750">
              <a:buFont typeface="Arial"/>
              <a:buChar char="–"/>
            </a:pPr>
            <a:r>
              <a:rPr lang="en-US" sz="1100">
                <a:solidFill>
                  <a:srgbClr val="292A2E"/>
                </a:solidFill>
                <a:ea typeface="+mn-lt"/>
                <a:cs typeface="+mn-lt"/>
              </a:rPr>
              <a:t>Else Operating Status = Active </a:t>
            </a:r>
            <a:r>
              <a:rPr lang="en-US" sz="1100" err="1">
                <a:solidFill>
                  <a:srgbClr val="292A2E"/>
                </a:solidFill>
                <a:ea typeface="+mn-lt"/>
                <a:cs typeface="+mn-lt"/>
              </a:rPr>
              <a:t>adn</a:t>
            </a:r>
            <a:r>
              <a:rPr lang="en-US" sz="1100">
                <a:solidFill>
                  <a:srgbClr val="292A2E"/>
                </a:solidFill>
                <a:ea typeface="+mn-lt"/>
                <a:cs typeface="+mn-lt"/>
              </a:rPr>
              <a:t> </a:t>
            </a:r>
            <a:r>
              <a:rPr lang="en-US" sz="1100" err="1">
                <a:solidFill>
                  <a:srgbClr val="292A2E"/>
                </a:solidFill>
                <a:ea typeface="+mn-lt"/>
                <a:cs typeface="+mn-lt"/>
              </a:rPr>
              <a:t>familytreeRolesPlayed</a:t>
            </a:r>
            <a:r>
              <a:rPr lang="en-US" sz="1100">
                <a:solidFill>
                  <a:srgbClr val="292A2E"/>
                </a:solidFill>
                <a:ea typeface="+mn-lt"/>
                <a:cs typeface="+mn-lt"/>
              </a:rPr>
              <a:t> IS NOT NULL</a:t>
            </a:r>
            <a:br>
              <a:rPr lang="en-US" sz="1100">
                <a:solidFill>
                  <a:srgbClr val="292A2E"/>
                </a:solidFill>
                <a:ea typeface="+mn-lt"/>
                <a:cs typeface="+mn-lt"/>
              </a:rPr>
            </a:br>
            <a:r>
              <a:rPr lang="en-US" sz="1100">
                <a:solidFill>
                  <a:srgbClr val="292A2E"/>
                </a:solidFill>
                <a:ea typeface="+mn-lt"/>
                <a:cs typeface="+mn-lt"/>
              </a:rPr>
              <a:t>then select the record where </a:t>
            </a:r>
            <a:r>
              <a:rPr lang="en-US" sz="1100" err="1">
                <a:solidFill>
                  <a:srgbClr val="292A2E"/>
                </a:solidFill>
                <a:ea typeface="+mn-lt"/>
                <a:cs typeface="+mn-lt"/>
              </a:rPr>
              <a:t>familytreememberrole</a:t>
            </a:r>
            <a:r>
              <a:rPr lang="en-US" sz="1100">
                <a:solidFill>
                  <a:srgbClr val="292A2E"/>
                </a:solidFill>
                <a:ea typeface="+mn-lt"/>
                <a:cs typeface="+mn-lt"/>
              </a:rPr>
              <a:t> = headquarters</a:t>
            </a:r>
            <a:br>
              <a:rPr lang="en-US" sz="1100">
                <a:solidFill>
                  <a:srgbClr val="292A2E"/>
                </a:solidFill>
                <a:ea typeface="+mn-lt"/>
                <a:cs typeface="+mn-lt"/>
              </a:rPr>
            </a:br>
            <a:r>
              <a:rPr lang="en-US" sz="1100">
                <a:solidFill>
                  <a:srgbClr val="292A2E"/>
                </a:solidFill>
                <a:ea typeface="+mn-lt"/>
                <a:cs typeface="+mn-lt"/>
              </a:rPr>
              <a:t>If no HQ records, then select </a:t>
            </a:r>
            <a:r>
              <a:rPr lang="en-US" sz="1100" err="1">
                <a:solidFill>
                  <a:srgbClr val="292A2E"/>
                </a:solidFill>
                <a:ea typeface="+mn-lt"/>
                <a:cs typeface="+mn-lt"/>
              </a:rPr>
              <a:t>isSubsidiary</a:t>
            </a:r>
            <a:br>
              <a:rPr lang="en-US" sz="1100">
                <a:solidFill>
                  <a:srgbClr val="292A2E"/>
                </a:solidFill>
                <a:ea typeface="+mn-lt"/>
                <a:cs typeface="+mn-lt"/>
              </a:rPr>
            </a:br>
            <a:r>
              <a:rPr lang="en-US" sz="1100">
                <a:solidFill>
                  <a:srgbClr val="292A2E"/>
                </a:solidFill>
                <a:ea typeface="+mn-lt"/>
                <a:cs typeface="+mn-lt"/>
              </a:rPr>
              <a:t>If no isSubsidiary then select </a:t>
            </a:r>
            <a:r>
              <a:rPr lang="en-US" sz="1100" err="1">
                <a:solidFill>
                  <a:srgbClr val="292A2E"/>
                </a:solidFill>
                <a:ea typeface="+mn-lt"/>
                <a:cs typeface="+mn-lt"/>
              </a:rPr>
              <a:t>isStandalone</a:t>
            </a:r>
            <a:endParaRPr lang="en-US" err="1"/>
          </a:p>
          <a:p>
            <a:pPr lvl="1">
              <a:buFont typeface="Arial"/>
              <a:buChar char="•"/>
            </a:pPr>
            <a:r>
              <a:rPr lang="en-US" sz="1100">
                <a:solidFill>
                  <a:srgbClr val="292A2E"/>
                </a:solidFill>
                <a:ea typeface="+mn-lt"/>
                <a:cs typeface="+mn-lt"/>
              </a:rPr>
              <a:t>Else If more than 1 record is returned and all records in the response have a confidence code &lt;8</a:t>
            </a:r>
            <a:endParaRPr lang="en-US"/>
          </a:p>
          <a:p>
            <a:pPr marL="651510" lvl="2" indent="-285750">
              <a:buFont typeface="Arial"/>
              <a:buChar char="–"/>
            </a:pPr>
            <a:r>
              <a:rPr lang="en-US" sz="1100">
                <a:solidFill>
                  <a:srgbClr val="292A2E"/>
                </a:solidFill>
                <a:ea typeface="+mn-lt"/>
                <a:cs typeface="+mn-lt"/>
              </a:rPr>
              <a:t>Then create a manual task containing up to the top 5 results ordered by Match Grade, confidence code and </a:t>
            </a:r>
            <a:r>
              <a:rPr lang="en-US" sz="1100" err="1">
                <a:solidFill>
                  <a:srgbClr val="292A2E"/>
                </a:solidFill>
                <a:ea typeface="+mn-lt"/>
                <a:cs typeface="+mn-lt"/>
              </a:rPr>
              <a:t>FamilyTree</a:t>
            </a:r>
            <a:r>
              <a:rPr lang="en-US" sz="1100">
                <a:solidFill>
                  <a:srgbClr val="292A2E"/>
                </a:solidFill>
                <a:ea typeface="+mn-lt"/>
                <a:cs typeface="+mn-lt"/>
              </a:rPr>
              <a:t> Role with HQ at the top followed by </a:t>
            </a:r>
            <a:r>
              <a:rPr lang="en-US" sz="1100" err="1">
                <a:solidFill>
                  <a:srgbClr val="292A2E"/>
                </a:solidFill>
                <a:ea typeface="+mn-lt"/>
                <a:cs typeface="+mn-lt"/>
              </a:rPr>
              <a:t>isSubsidiary</a:t>
            </a:r>
            <a:r>
              <a:rPr lang="en-US" sz="1100">
                <a:solidFill>
                  <a:srgbClr val="292A2E"/>
                </a:solidFill>
                <a:ea typeface="+mn-lt"/>
                <a:cs typeface="+mn-lt"/>
              </a:rPr>
              <a:t> and then </a:t>
            </a:r>
            <a:r>
              <a:rPr lang="en-US" sz="1100" err="1">
                <a:solidFill>
                  <a:srgbClr val="292A2E"/>
                </a:solidFill>
                <a:ea typeface="+mn-lt"/>
                <a:cs typeface="+mn-lt"/>
              </a:rPr>
              <a:t>isStandalone</a:t>
            </a:r>
            <a:r>
              <a:rPr lang="en-US" sz="1100">
                <a:solidFill>
                  <a:srgbClr val="292A2E"/>
                </a:solidFill>
                <a:ea typeface="+mn-lt"/>
                <a:cs typeface="+mn-lt"/>
              </a:rPr>
              <a:t>. As of 8/26/25 </a:t>
            </a:r>
            <a:r>
              <a:rPr lang="en-US" sz="1100">
                <a:solidFill>
                  <a:srgbClr val="505258"/>
                </a:solidFill>
                <a:ea typeface="+mn-lt"/>
                <a:cs typeface="+mn-lt"/>
              </a:rPr>
              <a:t>@Andrew McCreath</a:t>
            </a:r>
            <a:r>
              <a:rPr lang="en-US" sz="1100">
                <a:solidFill>
                  <a:srgbClr val="292A2E"/>
                </a:solidFill>
                <a:ea typeface="+mn-lt"/>
                <a:cs typeface="+mn-lt"/>
              </a:rPr>
              <a:t> has designated “Nabil </a:t>
            </a:r>
            <a:r>
              <a:rPr lang="en-US" sz="1100" err="1">
                <a:solidFill>
                  <a:srgbClr val="292A2E"/>
                </a:solidFill>
                <a:ea typeface="+mn-lt"/>
                <a:cs typeface="+mn-lt"/>
              </a:rPr>
              <a:t>Eljebawi</a:t>
            </a:r>
            <a:r>
              <a:rPr lang="en-US" sz="1100">
                <a:solidFill>
                  <a:srgbClr val="292A2E"/>
                </a:solidFill>
                <a:ea typeface="+mn-lt"/>
                <a:cs typeface="+mn-lt"/>
              </a:rPr>
              <a:t>” as the lead data steward to take these task assignments.</a:t>
            </a:r>
            <a:endParaRPr lang="en-US"/>
          </a:p>
          <a:p>
            <a:pPr lvl="1">
              <a:buFont typeface="Arial"/>
              <a:buChar char="•"/>
            </a:pPr>
            <a:r>
              <a:rPr lang="en-US" sz="1100">
                <a:solidFill>
                  <a:srgbClr val="292A2E"/>
                </a:solidFill>
                <a:ea typeface="+mn-lt"/>
                <a:cs typeface="+mn-lt"/>
              </a:rPr>
              <a:t>Else, no DUNS was found</a:t>
            </a:r>
            <a:endParaRPr lang="en-US"/>
          </a:p>
          <a:p>
            <a:pPr marL="651510" lvl="2" indent="-285750">
              <a:buFont typeface="Arial"/>
              <a:buChar char="–"/>
            </a:pPr>
            <a:r>
              <a:rPr lang="en-US" sz="1100">
                <a:solidFill>
                  <a:srgbClr val="292A2E"/>
                </a:solidFill>
                <a:ea typeface="+mn-lt"/>
                <a:cs typeface="+mn-lt"/>
              </a:rPr>
              <a:t>Then create a manual task to be assigned to a data steward to find a DUNS. As of 8/26/25 </a:t>
            </a:r>
            <a:r>
              <a:rPr lang="en-US" sz="1100">
                <a:solidFill>
                  <a:srgbClr val="505258"/>
                </a:solidFill>
                <a:ea typeface="+mn-lt"/>
                <a:cs typeface="+mn-lt"/>
              </a:rPr>
              <a:t>@Andrew McCreath</a:t>
            </a:r>
            <a:r>
              <a:rPr lang="en-US" sz="1100">
                <a:solidFill>
                  <a:srgbClr val="292A2E"/>
                </a:solidFill>
                <a:ea typeface="+mn-lt"/>
                <a:cs typeface="+mn-lt"/>
              </a:rPr>
              <a:t> has designated “Nabil </a:t>
            </a:r>
            <a:r>
              <a:rPr lang="en-US" sz="1100" err="1">
                <a:solidFill>
                  <a:srgbClr val="292A2E"/>
                </a:solidFill>
                <a:ea typeface="+mn-lt"/>
                <a:cs typeface="+mn-lt"/>
              </a:rPr>
              <a:t>Eljebawi</a:t>
            </a:r>
            <a:r>
              <a:rPr lang="en-US" sz="1100">
                <a:solidFill>
                  <a:srgbClr val="292A2E"/>
                </a:solidFill>
                <a:ea typeface="+mn-lt"/>
                <a:cs typeface="+mn-lt"/>
              </a:rPr>
              <a:t>” as the lead data steward to take these task assignments.</a:t>
            </a:r>
            <a:endParaRPr lang="en-US"/>
          </a:p>
          <a:p>
            <a:endParaRPr lang="en-US">
              <a:cs typeface="Arial"/>
            </a:endParaRPr>
          </a:p>
        </p:txBody>
      </p:sp>
      <p:sp>
        <p:nvSpPr>
          <p:cNvPr id="7" name="Date Placeholder 6">
            <a:extLst>
              <a:ext uri="{FF2B5EF4-FFF2-40B4-BE49-F238E27FC236}">
                <a16:creationId xmlns:a16="http://schemas.microsoft.com/office/drawing/2014/main" id="{3CBE1A07-5AA9-7A45-1826-61DA453A6EBE}"/>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517777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40318ED-A03C-0258-A8F2-497F8A3738F8}"/>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FE80A9D2-A2E7-457A-710E-885B02DDC1DB}"/>
              </a:ext>
            </a:extLst>
          </p:cNvPr>
          <p:cNvSpPr>
            <a:spLocks noGrp="1"/>
          </p:cNvSpPr>
          <p:nvPr>
            <p:ph type="sldNum" sz="quarter" idx="12"/>
          </p:nvPr>
        </p:nvSpPr>
        <p:spPr/>
        <p:txBody>
          <a:bodyPr/>
          <a:lstStyle/>
          <a:p>
            <a:fld id="{F8A89D12-4F33-44AF-85FC-689FEAF79A41}" type="slidenum">
              <a:rPr lang="en-US" smtClean="0"/>
              <a:t>13</a:t>
            </a:fld>
            <a:endParaRPr lang="en-US"/>
          </a:p>
        </p:txBody>
      </p:sp>
      <p:sp>
        <p:nvSpPr>
          <p:cNvPr id="4" name="Title 3">
            <a:extLst>
              <a:ext uri="{FF2B5EF4-FFF2-40B4-BE49-F238E27FC236}">
                <a16:creationId xmlns:a16="http://schemas.microsoft.com/office/drawing/2014/main" id="{FBFE98BA-3CB9-57CC-A443-3B4B5565EE83}"/>
              </a:ext>
            </a:extLst>
          </p:cNvPr>
          <p:cNvSpPr>
            <a:spLocks noGrp="1"/>
          </p:cNvSpPr>
          <p:nvPr>
            <p:ph type="title"/>
          </p:nvPr>
        </p:nvSpPr>
        <p:spPr/>
        <p:txBody>
          <a:bodyPr/>
          <a:lstStyle/>
          <a:p>
            <a:r>
              <a:rPr lang="en-US"/>
              <a:t>Currency Code Requirement</a:t>
            </a:r>
          </a:p>
        </p:txBody>
      </p:sp>
      <p:sp>
        <p:nvSpPr>
          <p:cNvPr id="5" name="Text Placeholder 4">
            <a:extLst>
              <a:ext uri="{FF2B5EF4-FFF2-40B4-BE49-F238E27FC236}">
                <a16:creationId xmlns:a16="http://schemas.microsoft.com/office/drawing/2014/main" id="{B46A234F-EA72-9538-5B37-E8AFA6AEB9D3}"/>
              </a:ext>
            </a:extLst>
          </p:cNvPr>
          <p:cNvSpPr>
            <a:spLocks noGrp="1"/>
          </p:cNvSpPr>
          <p:nvPr>
            <p:ph type="body" sz="quarter" idx="15"/>
          </p:nvPr>
        </p:nvSpPr>
        <p:spPr/>
        <p:txBody>
          <a:bodyPr/>
          <a:lstStyle/>
          <a:p>
            <a:r>
              <a:rPr lang="en-US"/>
              <a:t>Future state</a:t>
            </a:r>
          </a:p>
        </p:txBody>
      </p:sp>
      <p:sp>
        <p:nvSpPr>
          <p:cNvPr id="6" name="Content Placeholder 5">
            <a:extLst>
              <a:ext uri="{FF2B5EF4-FFF2-40B4-BE49-F238E27FC236}">
                <a16:creationId xmlns:a16="http://schemas.microsoft.com/office/drawing/2014/main" id="{3FAC7B6B-F83D-74B7-A8E4-6E70AC82139E}"/>
              </a:ext>
            </a:extLst>
          </p:cNvPr>
          <p:cNvSpPr>
            <a:spLocks noGrp="1"/>
          </p:cNvSpPr>
          <p:nvPr>
            <p:ph sz="quarter" idx="14"/>
          </p:nvPr>
        </p:nvSpPr>
        <p:spPr/>
        <p:txBody>
          <a:bodyPr/>
          <a:lstStyle/>
          <a:p>
            <a:r>
              <a:rPr lang="en-US" b="1"/>
              <a:t>Requirement: </a:t>
            </a:r>
            <a:r>
              <a:rPr lang="en-US"/>
              <a:t>Customer can request quote in any currency for each transaction.</a:t>
            </a:r>
          </a:p>
          <a:p>
            <a:endParaRPr lang="en-US"/>
          </a:p>
          <a:p>
            <a:endParaRPr lang="en-US"/>
          </a:p>
          <a:p>
            <a:r>
              <a:rPr lang="en-US"/>
              <a:t>Proposed options</a:t>
            </a:r>
          </a:p>
          <a:p>
            <a:r>
              <a:rPr lang="en-US"/>
              <a:t>Step 1: Use preferred currency from Legal account if they want to use it globally</a:t>
            </a:r>
          </a:p>
          <a:p>
            <a:r>
              <a:rPr lang="en-US"/>
              <a:t>Step 2: If not use the IBX currency</a:t>
            </a:r>
          </a:p>
          <a:p>
            <a:r>
              <a:rPr lang="en-US"/>
              <a:t>Step 3: Allow customer to override currency go for currency approval based on rules.</a:t>
            </a:r>
          </a:p>
        </p:txBody>
      </p:sp>
      <p:sp>
        <p:nvSpPr>
          <p:cNvPr id="7" name="Date Placeholder 6">
            <a:extLst>
              <a:ext uri="{FF2B5EF4-FFF2-40B4-BE49-F238E27FC236}">
                <a16:creationId xmlns:a16="http://schemas.microsoft.com/office/drawing/2014/main" id="{32A12CD6-0E99-7882-AFA6-8EE52082A2BA}"/>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205627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AEDABE-44CD-D5D6-3997-9F2EEE3963C9}"/>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5053B1D6-C0B4-FB5F-1680-D756599A7F9C}"/>
              </a:ext>
            </a:extLst>
          </p:cNvPr>
          <p:cNvSpPr>
            <a:spLocks noGrp="1"/>
          </p:cNvSpPr>
          <p:nvPr>
            <p:ph type="sldNum" sz="quarter" idx="12"/>
          </p:nvPr>
        </p:nvSpPr>
        <p:spPr/>
        <p:txBody>
          <a:bodyPr/>
          <a:lstStyle/>
          <a:p>
            <a:fld id="{F8A89D12-4F33-44AF-85FC-689FEAF79A41}" type="slidenum">
              <a:rPr lang="en-US" smtClean="0"/>
              <a:t>14</a:t>
            </a:fld>
            <a:endParaRPr lang="en-US"/>
          </a:p>
        </p:txBody>
      </p:sp>
      <p:sp>
        <p:nvSpPr>
          <p:cNvPr id="4" name="Title 3">
            <a:extLst>
              <a:ext uri="{FF2B5EF4-FFF2-40B4-BE49-F238E27FC236}">
                <a16:creationId xmlns:a16="http://schemas.microsoft.com/office/drawing/2014/main" id="{CC8F03BB-08A9-B316-3534-CC78A6F6EDE8}"/>
              </a:ext>
            </a:extLst>
          </p:cNvPr>
          <p:cNvSpPr>
            <a:spLocks noGrp="1"/>
          </p:cNvSpPr>
          <p:nvPr>
            <p:ph type="title"/>
          </p:nvPr>
        </p:nvSpPr>
        <p:spPr/>
        <p:txBody>
          <a:bodyPr/>
          <a:lstStyle/>
          <a:p>
            <a:r>
              <a:rPr lang="en-US"/>
              <a:t>Payment Term, Credit Hold</a:t>
            </a:r>
          </a:p>
        </p:txBody>
      </p:sp>
      <p:sp>
        <p:nvSpPr>
          <p:cNvPr id="6" name="Content Placeholder 5">
            <a:extLst>
              <a:ext uri="{FF2B5EF4-FFF2-40B4-BE49-F238E27FC236}">
                <a16:creationId xmlns:a16="http://schemas.microsoft.com/office/drawing/2014/main" id="{FECE4F03-9D91-5BCD-62F7-B9AF96E614DA}"/>
              </a:ext>
            </a:extLst>
          </p:cNvPr>
          <p:cNvSpPr>
            <a:spLocks noGrp="1"/>
          </p:cNvSpPr>
          <p:nvPr>
            <p:ph sz="quarter" idx="14"/>
          </p:nvPr>
        </p:nvSpPr>
        <p:spPr/>
        <p:txBody>
          <a:bodyPr/>
          <a:lstStyle/>
          <a:p>
            <a:r>
              <a:rPr lang="en-US" b="1"/>
              <a:t>Requirement: </a:t>
            </a:r>
            <a:r>
              <a:rPr lang="en-US"/>
              <a:t>Customer agrees to payment term during contract phase and available in contract</a:t>
            </a:r>
          </a:p>
          <a:p>
            <a:endParaRPr lang="en-US"/>
          </a:p>
          <a:p>
            <a:r>
              <a:rPr lang="en-US" b="1"/>
              <a:t>Proposed solution:</a:t>
            </a:r>
          </a:p>
          <a:p>
            <a:pPr marL="342900" indent="-342900">
              <a:buFont typeface="Arial" panose="020B0604020202020204" pitchFamily="34" charset="0"/>
              <a:buChar char="•"/>
            </a:pPr>
            <a:r>
              <a:rPr lang="en-US"/>
              <a:t>Invoice account stores it that can be made available to consumers via order Validation service</a:t>
            </a:r>
          </a:p>
          <a:p>
            <a:pPr marL="342900" indent="-342900">
              <a:buFont typeface="Arial" panose="020B0604020202020204" pitchFamily="34" charset="0"/>
              <a:buChar char="•"/>
            </a:pPr>
            <a:r>
              <a:rPr lang="en-US"/>
              <a:t>Contract or Billing should be able to provide the data for this service by passing the Legal entity &amp; IBX</a:t>
            </a:r>
          </a:p>
        </p:txBody>
      </p:sp>
      <p:sp>
        <p:nvSpPr>
          <p:cNvPr id="7" name="Date Placeholder 6">
            <a:extLst>
              <a:ext uri="{FF2B5EF4-FFF2-40B4-BE49-F238E27FC236}">
                <a16:creationId xmlns:a16="http://schemas.microsoft.com/office/drawing/2014/main" id="{6D709558-3981-BF3F-FE86-AB87488F2137}"/>
              </a:ext>
            </a:extLst>
          </p:cNvPr>
          <p:cNvSpPr>
            <a:spLocks noGrp="1"/>
          </p:cNvSpPr>
          <p:nvPr>
            <p:ph type="dt" sz="half" idx="13"/>
          </p:nvPr>
        </p:nvSpPr>
        <p:spPr/>
        <p:txBody>
          <a:bodyPr/>
          <a:lstStyle/>
          <a:p>
            <a:r>
              <a:rPr lang="en-US"/>
              <a:t>Source(s) / Citation(s) / Trademark(s)</a:t>
            </a:r>
          </a:p>
        </p:txBody>
      </p:sp>
    </p:spTree>
    <p:extLst>
      <p:ext uri="{BB962C8B-B14F-4D97-AF65-F5344CB8AC3E}">
        <p14:creationId xmlns:p14="http://schemas.microsoft.com/office/powerpoint/2010/main" val="157522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Rectangle: Rounded Corners 181">
            <a:extLst>
              <a:ext uri="{FF2B5EF4-FFF2-40B4-BE49-F238E27FC236}">
                <a16:creationId xmlns:a16="http://schemas.microsoft.com/office/drawing/2014/main" id="{99DF9C80-B12A-3F51-D755-B213467701FD}"/>
              </a:ext>
            </a:extLst>
          </p:cNvPr>
          <p:cNvSpPr/>
          <p:nvPr/>
        </p:nvSpPr>
        <p:spPr>
          <a:xfrm>
            <a:off x="4228375" y="1276554"/>
            <a:ext cx="2353774" cy="4263642"/>
          </a:xfrm>
          <a:prstGeom prst="roundRect">
            <a:avLst>
              <a:gd name="adj" fmla="val 8895"/>
            </a:avLst>
          </a:prstGeom>
          <a:solidFill>
            <a:schemeClr val="accent2">
              <a:lumMod val="40000"/>
              <a:lumOff val="60000"/>
            </a:schemeClr>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181" name="Rectangle: Rounded Corners 180">
            <a:extLst>
              <a:ext uri="{FF2B5EF4-FFF2-40B4-BE49-F238E27FC236}">
                <a16:creationId xmlns:a16="http://schemas.microsoft.com/office/drawing/2014/main" id="{16658617-623F-93FC-FDA9-24B87308567A}"/>
              </a:ext>
            </a:extLst>
          </p:cNvPr>
          <p:cNvSpPr/>
          <p:nvPr/>
        </p:nvSpPr>
        <p:spPr>
          <a:xfrm>
            <a:off x="292838" y="1194196"/>
            <a:ext cx="3800335" cy="5054206"/>
          </a:xfrm>
          <a:prstGeom prst="roundRect">
            <a:avLst>
              <a:gd name="adj" fmla="val 5442"/>
            </a:avLst>
          </a:prstGeom>
          <a:solidFill>
            <a:schemeClr val="accent2">
              <a:lumMod val="40000"/>
              <a:lumOff val="60000"/>
            </a:schemeClr>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EF829B68-CF50-FD50-0021-7406FAEFC390}"/>
              </a:ext>
            </a:extLst>
          </p:cNvPr>
          <p:cNvSpPr>
            <a:spLocks noGrp="1"/>
          </p:cNvSpPr>
          <p:nvPr>
            <p:ph type="title"/>
          </p:nvPr>
        </p:nvSpPr>
        <p:spPr>
          <a:xfrm>
            <a:off x="476601" y="255043"/>
            <a:ext cx="9873934" cy="352597"/>
          </a:xfrm>
        </p:spPr>
        <p:txBody>
          <a:bodyPr/>
          <a:lstStyle/>
          <a:p>
            <a:r>
              <a:rPr lang="en-US"/>
              <a:t>Option B: Bill to Address has multiple EQX BU for Invoicing </a:t>
            </a:r>
          </a:p>
        </p:txBody>
      </p:sp>
      <p:sp>
        <p:nvSpPr>
          <p:cNvPr id="3" name="Text Placeholder 2">
            <a:extLst>
              <a:ext uri="{FF2B5EF4-FFF2-40B4-BE49-F238E27FC236}">
                <a16:creationId xmlns:a16="http://schemas.microsoft.com/office/drawing/2014/main" id="{2E380B0E-F53C-424F-119D-4706D33562E8}"/>
              </a:ext>
            </a:extLst>
          </p:cNvPr>
          <p:cNvSpPr>
            <a:spLocks noGrp="1"/>
          </p:cNvSpPr>
          <p:nvPr>
            <p:ph type="body" sz="quarter" idx="13"/>
          </p:nvPr>
        </p:nvSpPr>
        <p:spPr>
          <a:xfrm>
            <a:off x="1045411" y="1362136"/>
            <a:ext cx="2495141" cy="276871"/>
          </a:xfrm>
        </p:spPr>
        <p:txBody>
          <a:bodyPr vert="horz" wrap="square" lIns="0" tIns="0" rIns="0" bIns="0" rtlCol="0">
            <a:spAutoFit/>
          </a:bodyPr>
          <a:lstStyle/>
          <a:p>
            <a:pPr algn="ctr"/>
            <a:r>
              <a:rPr lang="en-US">
                <a:latin typeface="+mj-lt"/>
              </a:rPr>
              <a:t>Account</a:t>
            </a:r>
          </a:p>
        </p:txBody>
      </p:sp>
      <p:grpSp>
        <p:nvGrpSpPr>
          <p:cNvPr id="71" name="Group 70">
            <a:extLst>
              <a:ext uri="{FF2B5EF4-FFF2-40B4-BE49-F238E27FC236}">
                <a16:creationId xmlns:a16="http://schemas.microsoft.com/office/drawing/2014/main" id="{7940D026-2479-4E60-54E1-487382912B82}"/>
              </a:ext>
            </a:extLst>
          </p:cNvPr>
          <p:cNvGrpSpPr/>
          <p:nvPr/>
        </p:nvGrpSpPr>
        <p:grpSpPr>
          <a:xfrm>
            <a:off x="1732610" y="2625026"/>
            <a:ext cx="981974" cy="561321"/>
            <a:chOff x="1035834" y="3515295"/>
            <a:chExt cx="981974" cy="561321"/>
          </a:xfrm>
        </p:grpSpPr>
        <p:grpSp>
          <p:nvGrpSpPr>
            <p:cNvPr id="63" name="Group 62">
              <a:extLst>
                <a:ext uri="{FF2B5EF4-FFF2-40B4-BE49-F238E27FC236}">
                  <a16:creationId xmlns:a16="http://schemas.microsoft.com/office/drawing/2014/main" id="{4C5AAFBA-CA58-5BC1-E5D4-4CB75724959D}"/>
                </a:ext>
              </a:extLst>
            </p:cNvPr>
            <p:cNvGrpSpPr/>
            <p:nvPr/>
          </p:nvGrpSpPr>
          <p:grpSpPr>
            <a:xfrm>
              <a:off x="1035834" y="3515295"/>
              <a:ext cx="981974" cy="561321"/>
              <a:chOff x="1120511" y="2901016"/>
              <a:chExt cx="981974" cy="561321"/>
            </a:xfrm>
          </p:grpSpPr>
          <p:grpSp>
            <p:nvGrpSpPr>
              <p:cNvPr id="64" name="Group 63">
                <a:extLst>
                  <a:ext uri="{FF2B5EF4-FFF2-40B4-BE49-F238E27FC236}">
                    <a16:creationId xmlns:a16="http://schemas.microsoft.com/office/drawing/2014/main" id="{478EBE00-6BBD-6D6B-391E-4F891F0ECFDE}"/>
                  </a:ext>
                </a:extLst>
              </p:cNvPr>
              <p:cNvGrpSpPr/>
              <p:nvPr/>
            </p:nvGrpSpPr>
            <p:grpSpPr>
              <a:xfrm>
                <a:off x="1120511" y="2901016"/>
                <a:ext cx="981974" cy="561321"/>
                <a:chOff x="3179816" y="2363801"/>
                <a:chExt cx="981974" cy="561321"/>
              </a:xfrm>
            </p:grpSpPr>
            <p:sp>
              <p:nvSpPr>
                <p:cNvPr id="66" name="Rectangle: Rounded Corners 65">
                  <a:extLst>
                    <a:ext uri="{FF2B5EF4-FFF2-40B4-BE49-F238E27FC236}">
                      <a16:creationId xmlns:a16="http://schemas.microsoft.com/office/drawing/2014/main" id="{ED183137-5FD0-D10B-2724-5727C146933F}"/>
                    </a:ext>
                  </a:extLst>
                </p:cNvPr>
                <p:cNvSpPr/>
                <p:nvPr/>
              </p:nvSpPr>
              <p:spPr>
                <a:xfrm>
                  <a:off x="3179816" y="2363801"/>
                  <a:ext cx="981974" cy="561321"/>
                </a:xfrm>
                <a:prstGeom prst="roundRect">
                  <a:avLst/>
                </a:prstGeom>
                <a:solidFill>
                  <a:schemeClr val="accent1"/>
                </a:solidFill>
                <a:ln>
                  <a:solidFill>
                    <a:schemeClr val="bg2"/>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 name="Rectangle: Rounded Corners 67">
                  <a:extLst>
                    <a:ext uri="{FF2B5EF4-FFF2-40B4-BE49-F238E27FC236}">
                      <a16:creationId xmlns:a16="http://schemas.microsoft.com/office/drawing/2014/main" id="{F09D2144-1197-0C69-6599-A7C693BC5B3E}"/>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wrap="none"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1 Road USA </a:t>
                  </a:r>
                </a:p>
              </p:txBody>
            </p:sp>
          </p:grpSp>
          <p:sp>
            <p:nvSpPr>
              <p:cNvPr id="65" name="TextBox 64">
                <a:extLst>
                  <a:ext uri="{FF2B5EF4-FFF2-40B4-BE49-F238E27FC236}">
                    <a16:creationId xmlns:a16="http://schemas.microsoft.com/office/drawing/2014/main" id="{2F6F2FBC-F738-4EC7-7ED9-F4925EC94F05}"/>
                  </a:ext>
                </a:extLst>
              </p:cNvPr>
              <p:cNvSpPr txBox="1"/>
              <p:nvPr/>
            </p:nvSpPr>
            <p:spPr>
              <a:xfrm>
                <a:off x="1447398"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HQ Address</a:t>
                </a:r>
              </a:p>
            </p:txBody>
          </p:sp>
        </p:grpSp>
        <p:pic>
          <p:nvPicPr>
            <p:cNvPr id="70" name="Graphic 69" descr="Modern architecture with solid fill">
              <a:extLst>
                <a:ext uri="{FF2B5EF4-FFF2-40B4-BE49-F238E27FC236}">
                  <a16:creationId xmlns:a16="http://schemas.microsoft.com/office/drawing/2014/main" id="{D11048F0-254A-2D13-2E8B-AB987746C80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6071" y="3548815"/>
              <a:ext cx="307777" cy="307777"/>
            </a:xfrm>
            <a:prstGeom prst="rect">
              <a:avLst/>
            </a:prstGeom>
          </p:spPr>
        </p:pic>
      </p:grpSp>
      <p:cxnSp>
        <p:nvCxnSpPr>
          <p:cNvPr id="72" name="Straight Arrow Connector 29">
            <a:extLst>
              <a:ext uri="{FF2B5EF4-FFF2-40B4-BE49-F238E27FC236}">
                <a16:creationId xmlns:a16="http://schemas.microsoft.com/office/drawing/2014/main" id="{C8862E9F-AB5B-3FCC-4A01-B993AD7B2CFA}"/>
              </a:ext>
            </a:extLst>
          </p:cNvPr>
          <p:cNvCxnSpPr>
            <a:cxnSpLocks/>
            <a:stCxn id="13" idx="2"/>
            <a:endCxn id="66" idx="0"/>
          </p:cNvCxnSpPr>
          <p:nvPr/>
        </p:nvCxnSpPr>
        <p:spPr>
          <a:xfrm>
            <a:off x="2223597" y="2450654"/>
            <a:ext cx="0" cy="174372"/>
          </a:xfrm>
          <a:prstGeom prst="straightConnector1">
            <a:avLst/>
          </a:prstGeom>
          <a:ln w="12700">
            <a:solidFill>
              <a:schemeClr val="tx1"/>
            </a:solidFill>
            <a:headEnd type="none" w="med" len="med"/>
            <a:tailEnd type="triangle"/>
          </a:ln>
        </p:spPr>
        <p:style>
          <a:lnRef idx="1">
            <a:schemeClr val="accent3"/>
          </a:lnRef>
          <a:fillRef idx="0">
            <a:schemeClr val="accent3"/>
          </a:fillRef>
          <a:effectRef idx="0">
            <a:schemeClr val="accent3"/>
          </a:effectRef>
          <a:fontRef idx="minor">
            <a:schemeClr val="tx1"/>
          </a:fontRef>
        </p:style>
      </p:cxnSp>
      <p:grpSp>
        <p:nvGrpSpPr>
          <p:cNvPr id="119" name="Group 118">
            <a:extLst>
              <a:ext uri="{FF2B5EF4-FFF2-40B4-BE49-F238E27FC236}">
                <a16:creationId xmlns:a16="http://schemas.microsoft.com/office/drawing/2014/main" id="{05A0F96D-3236-A442-601F-FEFC46FDC9AE}"/>
              </a:ext>
            </a:extLst>
          </p:cNvPr>
          <p:cNvGrpSpPr/>
          <p:nvPr/>
        </p:nvGrpSpPr>
        <p:grpSpPr>
          <a:xfrm>
            <a:off x="4836231" y="1918187"/>
            <a:ext cx="981974" cy="571261"/>
            <a:chOff x="1120511" y="2891076"/>
            <a:chExt cx="981974" cy="571261"/>
          </a:xfrm>
        </p:grpSpPr>
        <p:grpSp>
          <p:nvGrpSpPr>
            <p:cNvPr id="120" name="Group 119">
              <a:extLst>
                <a:ext uri="{FF2B5EF4-FFF2-40B4-BE49-F238E27FC236}">
                  <a16:creationId xmlns:a16="http://schemas.microsoft.com/office/drawing/2014/main" id="{97F4A0C2-36B8-4471-1E8E-FAD034D3BA17}"/>
                </a:ext>
              </a:extLst>
            </p:cNvPr>
            <p:cNvGrpSpPr/>
            <p:nvPr/>
          </p:nvGrpSpPr>
          <p:grpSpPr>
            <a:xfrm>
              <a:off x="1120511" y="2891076"/>
              <a:ext cx="981974" cy="571261"/>
              <a:chOff x="3179816" y="2353861"/>
              <a:chExt cx="981974" cy="571261"/>
            </a:xfrm>
          </p:grpSpPr>
          <p:sp>
            <p:nvSpPr>
              <p:cNvPr id="122" name="Rectangle: Rounded Corners 121">
                <a:extLst>
                  <a:ext uri="{FF2B5EF4-FFF2-40B4-BE49-F238E27FC236}">
                    <a16:creationId xmlns:a16="http://schemas.microsoft.com/office/drawing/2014/main" id="{6B4A31E5-69D4-C94F-A6A8-7F33E8DCDF66}"/>
                  </a:ext>
                </a:extLst>
              </p:cNvPr>
              <p:cNvSpPr/>
              <p:nvPr/>
            </p:nvSpPr>
            <p:spPr>
              <a:xfrm>
                <a:off x="3179816" y="2363801"/>
                <a:ext cx="981974" cy="561321"/>
              </a:xfrm>
              <a:prstGeom prst="round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pic>
            <p:nvPicPr>
              <p:cNvPr id="123" name="Graphic 122" descr="User with solid fill">
                <a:extLst>
                  <a:ext uri="{FF2B5EF4-FFF2-40B4-BE49-F238E27FC236}">
                    <a16:creationId xmlns:a16="http://schemas.microsoft.com/office/drawing/2014/main" id="{13E37397-26A7-E35D-7D9B-394CA85C89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9816" y="2353861"/>
                <a:ext cx="356059" cy="356059"/>
              </a:xfrm>
              <a:prstGeom prst="rect">
                <a:avLst/>
              </a:prstGeom>
            </p:spPr>
          </p:pic>
          <p:sp>
            <p:nvSpPr>
              <p:cNvPr id="124" name="Rectangle: Rounded Corners 123">
                <a:extLst>
                  <a:ext uri="{FF2B5EF4-FFF2-40B4-BE49-F238E27FC236}">
                    <a16:creationId xmlns:a16="http://schemas.microsoft.com/office/drawing/2014/main" id="{F5DC72A4-E2AE-38DA-1B10-F1EEE5BE3958}"/>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D1C24">
                        <a:lumMod val="75000"/>
                      </a:srgbClr>
                    </a:solidFill>
                    <a:effectLst/>
                    <a:uLnTx/>
                    <a:uFillTx/>
                    <a:latin typeface="Arial"/>
                    <a:ea typeface="+mn-ea"/>
                    <a:cs typeface="+mn-cs"/>
                  </a:rPr>
                  <a:t>JFS111</a:t>
                </a:r>
              </a:p>
            </p:txBody>
          </p:sp>
        </p:grpSp>
        <p:sp>
          <p:nvSpPr>
            <p:cNvPr id="121" name="TextBox 120">
              <a:extLst>
                <a:ext uri="{FF2B5EF4-FFF2-40B4-BE49-F238E27FC236}">
                  <a16:creationId xmlns:a16="http://schemas.microsoft.com/office/drawing/2014/main" id="{0131BCEE-933A-06C6-CC36-D315C0B30A78}"/>
                </a:ext>
              </a:extLst>
            </p:cNvPr>
            <p:cNvSpPr txBox="1"/>
            <p:nvPr/>
          </p:nvSpPr>
          <p:spPr>
            <a:xfrm>
              <a:off x="1437873"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Sales</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Account</a:t>
              </a:r>
            </a:p>
          </p:txBody>
        </p:sp>
      </p:grpSp>
      <p:sp>
        <p:nvSpPr>
          <p:cNvPr id="125" name="Text Placeholder 2">
            <a:extLst>
              <a:ext uri="{FF2B5EF4-FFF2-40B4-BE49-F238E27FC236}">
                <a16:creationId xmlns:a16="http://schemas.microsoft.com/office/drawing/2014/main" id="{E20C9890-332D-0A80-465E-3E480A119FC2}"/>
              </a:ext>
            </a:extLst>
          </p:cNvPr>
          <p:cNvSpPr txBox="1">
            <a:spLocks/>
          </p:cNvSpPr>
          <p:nvPr/>
        </p:nvSpPr>
        <p:spPr>
          <a:xfrm>
            <a:off x="4354984" y="1363211"/>
            <a:ext cx="2100556" cy="276871"/>
          </a:xfrm>
          <a:prstGeom prst="rect">
            <a:avLst/>
          </a:prstGeom>
        </p:spPr>
        <p:txBody>
          <a:bodyPr vert="horz" wrap="square" lIns="0" tIns="0" rIns="0" bIns="0" rtlCol="0">
            <a:spAutoFit/>
          </a:bodyPr>
          <a:lstStyle>
            <a:lvl1pPr marL="0" indent="0" algn="l" defTabSz="913852" rtl="0" eaLnBrk="1" fontAlgn="ctr" latinLnBrk="0" hangingPunct="1">
              <a:lnSpc>
                <a:spcPct val="100000"/>
              </a:lnSpc>
              <a:spcBef>
                <a:spcPts val="0"/>
              </a:spcBef>
              <a:spcAft>
                <a:spcPts val="0"/>
              </a:spcAft>
              <a:buFontTx/>
              <a:buNone/>
              <a:defRPr sz="1799" b="0" kern="1200" spc="0" baseline="0">
                <a:solidFill>
                  <a:schemeClr val="tx1"/>
                </a:solidFill>
                <a:latin typeface="+mn-lt"/>
                <a:ea typeface="+mn-ea"/>
                <a:cs typeface="+mn-cs"/>
              </a:defRPr>
            </a:lvl1pPr>
            <a:lvl2pPr marL="260272" indent="0" algn="l" defTabSz="913852" rtl="0" eaLnBrk="1" fontAlgn="ctr" latinLnBrk="0" hangingPunct="1">
              <a:lnSpc>
                <a:spcPct val="100000"/>
              </a:lnSpc>
              <a:spcBef>
                <a:spcPts val="8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2pPr>
            <a:lvl3pPr marL="499912" indent="0" algn="l" defTabSz="913852" rtl="0" eaLnBrk="1" fontAlgn="ctr" latinLnBrk="0" hangingPunct="1">
              <a:lnSpc>
                <a:spcPct val="100000"/>
              </a:lnSpc>
              <a:spcBef>
                <a:spcPts val="6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3pPr>
            <a:lvl4pPr marL="676072" indent="0" algn="l" defTabSz="913852" rtl="0" eaLnBrk="1" fontAlgn="ctr" latinLnBrk="0" hangingPunct="1">
              <a:lnSpc>
                <a:spcPct val="99000"/>
              </a:lnSpc>
              <a:spcBef>
                <a:spcPts val="300"/>
              </a:spcBef>
              <a:spcAft>
                <a:spcPts val="0"/>
              </a:spcAft>
              <a:buSzPct val="85000"/>
              <a:buFont typeface="Arial" panose="020B0604020202020204" pitchFamily="34" charset="0"/>
              <a:buNone/>
              <a:defRPr sz="1200" kern="1200" spc="0" baseline="0">
                <a:solidFill>
                  <a:schemeClr val="tx1"/>
                </a:solidFill>
                <a:latin typeface="+mn-lt"/>
                <a:ea typeface="+mn-ea"/>
                <a:cs typeface="+mn-cs"/>
              </a:defRPr>
            </a:lvl4pPr>
            <a:lvl5pPr marL="858579" indent="0" algn="l" defTabSz="913852" rtl="0" eaLnBrk="1" fontAlgn="ctr" latinLnBrk="0" hangingPunct="1">
              <a:lnSpc>
                <a:spcPct val="99000"/>
              </a:lnSpc>
              <a:spcBef>
                <a:spcPts val="200"/>
              </a:spcBef>
              <a:spcAft>
                <a:spcPts val="0"/>
              </a:spcAft>
              <a:buFont typeface="Arial" panose="020B0604020202020204" pitchFamily="34" charset="0"/>
              <a:buNone/>
              <a:defRPr sz="1200" kern="1200" spc="0" baseline="0">
                <a:solidFill>
                  <a:schemeClr val="tx1"/>
                </a:solidFill>
                <a:latin typeface="+mn-lt"/>
                <a:ea typeface="+mn-ea"/>
                <a:cs typeface="+mn-cs"/>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6"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2"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marR="0" lvl="0" indent="0" algn="ctr" defTabSz="913852" rtl="0" eaLnBrk="1" fontAlgn="ctr"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a:ln>
                  <a:noFill/>
                </a:ln>
                <a:solidFill>
                  <a:srgbClr val="000000"/>
                </a:solidFill>
                <a:effectLst/>
                <a:uLnTx/>
                <a:uFillTx/>
                <a:latin typeface="Arial Black"/>
                <a:ea typeface="+mn-ea"/>
                <a:cs typeface="+mn-cs"/>
              </a:rPr>
              <a:t>Legal</a:t>
            </a:r>
          </a:p>
        </p:txBody>
      </p:sp>
      <p:grpSp>
        <p:nvGrpSpPr>
          <p:cNvPr id="144" name="Group 143">
            <a:extLst>
              <a:ext uri="{FF2B5EF4-FFF2-40B4-BE49-F238E27FC236}">
                <a16:creationId xmlns:a16="http://schemas.microsoft.com/office/drawing/2014/main" id="{923B6CFF-792B-E891-4A20-21A5B5DDDE7E}"/>
              </a:ext>
            </a:extLst>
          </p:cNvPr>
          <p:cNvGrpSpPr/>
          <p:nvPr/>
        </p:nvGrpSpPr>
        <p:grpSpPr>
          <a:xfrm>
            <a:off x="5884141" y="2977982"/>
            <a:ext cx="465966" cy="561320"/>
            <a:chOff x="402854" y="3550946"/>
            <a:chExt cx="465966" cy="561320"/>
          </a:xfrm>
          <a:solidFill>
            <a:schemeClr val="accent5"/>
          </a:solidFill>
        </p:grpSpPr>
        <p:grpSp>
          <p:nvGrpSpPr>
            <p:cNvPr id="145" name="Graphic 32" descr="Contract with solid fill">
              <a:extLst>
                <a:ext uri="{FF2B5EF4-FFF2-40B4-BE49-F238E27FC236}">
                  <a16:creationId xmlns:a16="http://schemas.microsoft.com/office/drawing/2014/main" id="{261DC975-AC12-1D90-B8AD-D43EE25630E2}"/>
                </a:ext>
              </a:extLst>
            </p:cNvPr>
            <p:cNvGrpSpPr/>
            <p:nvPr/>
          </p:nvGrpSpPr>
          <p:grpSpPr>
            <a:xfrm>
              <a:off x="402854" y="3550946"/>
              <a:ext cx="465966" cy="561320"/>
              <a:chOff x="4483875" y="2864625"/>
              <a:chExt cx="590550" cy="762000"/>
            </a:xfrm>
            <a:grpFill/>
          </p:grpSpPr>
          <p:sp>
            <p:nvSpPr>
              <p:cNvPr id="147" name="Freeform: Shape 146">
                <a:extLst>
                  <a:ext uri="{FF2B5EF4-FFF2-40B4-BE49-F238E27FC236}">
                    <a16:creationId xmlns:a16="http://schemas.microsoft.com/office/drawing/2014/main" id="{1309A51A-A917-566F-CF3E-FDC5F4BE560F}"/>
                  </a:ext>
                </a:extLst>
              </p:cNvPr>
              <p:cNvSpPr/>
              <p:nvPr/>
            </p:nvSpPr>
            <p:spPr>
              <a:xfrm>
                <a:off x="4483875" y="2864625"/>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148" name="Freeform: Shape 147">
                <a:extLst>
                  <a:ext uri="{FF2B5EF4-FFF2-40B4-BE49-F238E27FC236}">
                    <a16:creationId xmlns:a16="http://schemas.microsoft.com/office/drawing/2014/main" id="{A9AD85D4-62B1-5707-ACD4-272681644CAD}"/>
                  </a:ext>
                </a:extLst>
              </p:cNvPr>
              <p:cNvSpPr/>
              <p:nvPr/>
            </p:nvSpPr>
            <p:spPr>
              <a:xfrm>
                <a:off x="4598175" y="29979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149" name="Freeform: Shape 148">
                <a:extLst>
                  <a:ext uri="{FF2B5EF4-FFF2-40B4-BE49-F238E27FC236}">
                    <a16:creationId xmlns:a16="http://schemas.microsoft.com/office/drawing/2014/main" id="{865DB76F-E534-D734-CDFD-75CE91E62B35}"/>
                  </a:ext>
                </a:extLst>
              </p:cNvPr>
              <p:cNvSpPr/>
              <p:nvPr/>
            </p:nvSpPr>
            <p:spPr>
              <a:xfrm>
                <a:off x="4598175" y="30741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150" name="Freeform: Shape 149">
                <a:extLst>
                  <a:ext uri="{FF2B5EF4-FFF2-40B4-BE49-F238E27FC236}">
                    <a16:creationId xmlns:a16="http://schemas.microsoft.com/office/drawing/2014/main" id="{E1ECDAEE-1E00-D6EE-2952-AF3B7899AB78}"/>
                  </a:ext>
                </a:extLst>
              </p:cNvPr>
              <p:cNvSpPr/>
              <p:nvPr/>
            </p:nvSpPr>
            <p:spPr>
              <a:xfrm>
                <a:off x="4598175" y="31503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151" name="Freeform: Shape 150">
                <a:extLst>
                  <a:ext uri="{FF2B5EF4-FFF2-40B4-BE49-F238E27FC236}">
                    <a16:creationId xmlns:a16="http://schemas.microsoft.com/office/drawing/2014/main" id="{31170B59-3F72-8E6A-B7AE-2197E760FB9D}"/>
                  </a:ext>
                </a:extLst>
              </p:cNvPr>
              <p:cNvSpPr/>
              <p:nvPr/>
            </p:nvSpPr>
            <p:spPr>
              <a:xfrm>
                <a:off x="4598175" y="322657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grpSp>
        <p:sp>
          <p:nvSpPr>
            <p:cNvPr id="146" name="TextBox 145">
              <a:extLst>
                <a:ext uri="{FF2B5EF4-FFF2-40B4-BE49-F238E27FC236}">
                  <a16:creationId xmlns:a16="http://schemas.microsoft.com/office/drawing/2014/main" id="{B06A13A2-B1C7-184C-3A69-B46A87738CC7}"/>
                </a:ext>
              </a:extLst>
            </p:cNvPr>
            <p:cNvSpPr txBox="1"/>
            <p:nvPr/>
          </p:nvSpPr>
          <p:spPr>
            <a:xfrm>
              <a:off x="489034" y="3753096"/>
              <a:ext cx="293350" cy="307777"/>
            </a:xfrm>
            <a:prstGeom prst="rect">
              <a:avLst/>
            </a:prstGeom>
            <a:solidFill>
              <a:schemeClr val="accent2"/>
            </a:solidFill>
          </p:spPr>
          <p:txBody>
            <a:bodyPr wrap="non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MCA</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USA</a:t>
              </a:r>
            </a:p>
          </p:txBody>
        </p:sp>
      </p:grpSp>
      <p:grpSp>
        <p:nvGrpSpPr>
          <p:cNvPr id="185" name="Group 184">
            <a:extLst>
              <a:ext uri="{FF2B5EF4-FFF2-40B4-BE49-F238E27FC236}">
                <a16:creationId xmlns:a16="http://schemas.microsoft.com/office/drawing/2014/main" id="{FED155B9-B41F-B69A-4507-18AAD03012F0}"/>
              </a:ext>
            </a:extLst>
          </p:cNvPr>
          <p:cNvGrpSpPr/>
          <p:nvPr/>
        </p:nvGrpSpPr>
        <p:grpSpPr>
          <a:xfrm>
            <a:off x="1037549" y="3443548"/>
            <a:ext cx="981974" cy="571261"/>
            <a:chOff x="1120511" y="2891076"/>
            <a:chExt cx="981974" cy="571261"/>
          </a:xfrm>
        </p:grpSpPr>
        <p:grpSp>
          <p:nvGrpSpPr>
            <p:cNvPr id="186" name="Group 185">
              <a:extLst>
                <a:ext uri="{FF2B5EF4-FFF2-40B4-BE49-F238E27FC236}">
                  <a16:creationId xmlns:a16="http://schemas.microsoft.com/office/drawing/2014/main" id="{00CA1FA7-B3A2-BB23-FB54-C11BEACC29E7}"/>
                </a:ext>
              </a:extLst>
            </p:cNvPr>
            <p:cNvGrpSpPr/>
            <p:nvPr/>
          </p:nvGrpSpPr>
          <p:grpSpPr>
            <a:xfrm>
              <a:off x="1120511" y="2891076"/>
              <a:ext cx="981974" cy="571261"/>
              <a:chOff x="3179816" y="2353861"/>
              <a:chExt cx="981974" cy="571261"/>
            </a:xfrm>
          </p:grpSpPr>
          <p:sp>
            <p:nvSpPr>
              <p:cNvPr id="188" name="Rectangle: Rounded Corners 187">
                <a:extLst>
                  <a:ext uri="{FF2B5EF4-FFF2-40B4-BE49-F238E27FC236}">
                    <a16:creationId xmlns:a16="http://schemas.microsoft.com/office/drawing/2014/main" id="{310B4CEB-CC09-44F7-6536-266547A09ED2}"/>
                  </a:ext>
                </a:extLst>
              </p:cNvPr>
              <p:cNvSpPr/>
              <p:nvPr/>
            </p:nvSpPr>
            <p:spPr>
              <a:xfrm>
                <a:off x="3179816" y="2363801"/>
                <a:ext cx="981974" cy="561321"/>
              </a:xfrm>
              <a:prstGeom prst="roundRect">
                <a:avLst/>
              </a:prstGeom>
              <a:solidFill>
                <a:schemeClr val="accent4">
                  <a:lumMod val="60000"/>
                  <a:lumOff val="40000"/>
                </a:schemeClr>
              </a:solidFill>
              <a:ln>
                <a:solidFill>
                  <a:schemeClr val="accent4"/>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pic>
            <p:nvPicPr>
              <p:cNvPr id="189" name="Graphic 188" descr="User with solid fill">
                <a:extLst>
                  <a:ext uri="{FF2B5EF4-FFF2-40B4-BE49-F238E27FC236}">
                    <a16:creationId xmlns:a16="http://schemas.microsoft.com/office/drawing/2014/main" id="{A0939713-8496-8CD8-A291-4A706BDE50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9816" y="2353861"/>
                <a:ext cx="356059" cy="356059"/>
              </a:xfrm>
              <a:prstGeom prst="rect">
                <a:avLst/>
              </a:prstGeom>
            </p:spPr>
          </p:pic>
          <p:sp>
            <p:nvSpPr>
              <p:cNvPr id="190" name="Rectangle: Rounded Corners 189">
                <a:extLst>
                  <a:ext uri="{FF2B5EF4-FFF2-40B4-BE49-F238E27FC236}">
                    <a16:creationId xmlns:a16="http://schemas.microsoft.com/office/drawing/2014/main" id="{E486AD82-8B01-CDCA-F7A0-200E50D24897}"/>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68C1F">
                        <a:lumMod val="60000"/>
                        <a:lumOff val="40000"/>
                      </a:srgbClr>
                    </a:solidFill>
                    <a:effectLst/>
                    <a:uLnTx/>
                    <a:uFillTx/>
                    <a:latin typeface="Arial"/>
                    <a:ea typeface="+mn-ea"/>
                    <a:cs typeface="+mn-cs"/>
                  </a:rPr>
                  <a:t>345</a:t>
                </a:r>
              </a:p>
            </p:txBody>
          </p:sp>
        </p:grpSp>
        <p:sp>
          <p:nvSpPr>
            <p:cNvPr id="187" name="TextBox 186">
              <a:extLst>
                <a:ext uri="{FF2B5EF4-FFF2-40B4-BE49-F238E27FC236}">
                  <a16:creationId xmlns:a16="http://schemas.microsoft.com/office/drawing/2014/main" id="{32244D70-B5BD-D891-156D-0252B6E6164A}"/>
                </a:ext>
              </a:extLst>
            </p:cNvPr>
            <p:cNvSpPr txBox="1"/>
            <p:nvPr/>
          </p:nvSpPr>
          <p:spPr>
            <a:xfrm>
              <a:off x="1437873"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Billing</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Account</a:t>
              </a:r>
            </a:p>
          </p:txBody>
        </p:sp>
      </p:grpSp>
      <p:grpSp>
        <p:nvGrpSpPr>
          <p:cNvPr id="191" name="Group 190">
            <a:extLst>
              <a:ext uri="{FF2B5EF4-FFF2-40B4-BE49-F238E27FC236}">
                <a16:creationId xmlns:a16="http://schemas.microsoft.com/office/drawing/2014/main" id="{45C7F973-D502-4206-84DA-EDE44B60DBB5}"/>
              </a:ext>
            </a:extLst>
          </p:cNvPr>
          <p:cNvGrpSpPr/>
          <p:nvPr/>
        </p:nvGrpSpPr>
        <p:grpSpPr>
          <a:xfrm>
            <a:off x="1045749" y="4389051"/>
            <a:ext cx="981974" cy="561321"/>
            <a:chOff x="1039934" y="3515295"/>
            <a:chExt cx="981974" cy="561321"/>
          </a:xfrm>
        </p:grpSpPr>
        <p:grpSp>
          <p:nvGrpSpPr>
            <p:cNvPr id="192" name="Group 191">
              <a:extLst>
                <a:ext uri="{FF2B5EF4-FFF2-40B4-BE49-F238E27FC236}">
                  <a16:creationId xmlns:a16="http://schemas.microsoft.com/office/drawing/2014/main" id="{9CD9B500-44E9-C1D7-B0A3-D7987191BB50}"/>
                </a:ext>
              </a:extLst>
            </p:cNvPr>
            <p:cNvGrpSpPr/>
            <p:nvPr/>
          </p:nvGrpSpPr>
          <p:grpSpPr>
            <a:xfrm>
              <a:off x="1039934" y="3515295"/>
              <a:ext cx="981974" cy="561321"/>
              <a:chOff x="1124611" y="2901016"/>
              <a:chExt cx="981974" cy="561321"/>
            </a:xfrm>
          </p:grpSpPr>
          <p:grpSp>
            <p:nvGrpSpPr>
              <p:cNvPr id="194" name="Group 193">
                <a:extLst>
                  <a:ext uri="{FF2B5EF4-FFF2-40B4-BE49-F238E27FC236}">
                    <a16:creationId xmlns:a16="http://schemas.microsoft.com/office/drawing/2014/main" id="{043DF035-5F1E-904A-AC58-BC91601FC4E6}"/>
                  </a:ext>
                </a:extLst>
              </p:cNvPr>
              <p:cNvGrpSpPr/>
              <p:nvPr/>
            </p:nvGrpSpPr>
            <p:grpSpPr>
              <a:xfrm>
                <a:off x="1124611" y="2901016"/>
                <a:ext cx="981974" cy="561321"/>
                <a:chOff x="3183916" y="2363801"/>
                <a:chExt cx="981974" cy="561321"/>
              </a:xfrm>
            </p:grpSpPr>
            <p:sp>
              <p:nvSpPr>
                <p:cNvPr id="196" name="Rectangle: Rounded Corners 195">
                  <a:extLst>
                    <a:ext uri="{FF2B5EF4-FFF2-40B4-BE49-F238E27FC236}">
                      <a16:creationId xmlns:a16="http://schemas.microsoft.com/office/drawing/2014/main" id="{CAA01486-1AE1-7FD7-7F11-BD2EE888D2D2}"/>
                    </a:ext>
                  </a:extLst>
                </p:cNvPr>
                <p:cNvSpPr/>
                <p:nvPr/>
              </p:nvSpPr>
              <p:spPr>
                <a:xfrm>
                  <a:off x="3183916" y="2363801"/>
                  <a:ext cx="981974" cy="561321"/>
                </a:xfrm>
                <a:prstGeom prst="roundRect">
                  <a:avLst/>
                </a:prstGeom>
                <a:solidFill>
                  <a:schemeClr val="accent1"/>
                </a:solidFill>
                <a:ln>
                  <a:solidFill>
                    <a:schemeClr val="bg2"/>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197" name="Rectangle: Rounded Corners 196">
                  <a:extLst>
                    <a:ext uri="{FF2B5EF4-FFF2-40B4-BE49-F238E27FC236}">
                      <a16:creationId xmlns:a16="http://schemas.microsoft.com/office/drawing/2014/main" id="{65B21F71-47D8-8F27-13BB-9F12D2E7B683}"/>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wrap="none"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4</a:t>
                  </a:r>
                  <a:r>
                    <a:rPr kumimoji="0" lang="en-US" sz="1050" b="0" i="0" u="none" strike="noStrike" kern="1200" cap="none" spc="0" normalizeH="0" baseline="30000" noProof="0">
                      <a:ln>
                        <a:noFill/>
                      </a:ln>
                      <a:solidFill>
                        <a:srgbClr val="707073"/>
                      </a:solidFill>
                      <a:effectLst/>
                      <a:uLnTx/>
                      <a:uFillTx/>
                      <a:latin typeface="Arial"/>
                      <a:ea typeface="+mn-ea"/>
                      <a:cs typeface="+mn-cs"/>
                    </a:rPr>
                    <a:t>th</a:t>
                  </a:r>
                  <a:r>
                    <a:rPr kumimoji="0" lang="en-US" sz="1050" b="0" i="0" u="none" strike="noStrike" kern="1200" cap="none" spc="0" normalizeH="0" baseline="0" noProof="0">
                      <a:ln>
                        <a:noFill/>
                      </a:ln>
                      <a:solidFill>
                        <a:srgbClr val="707073"/>
                      </a:solidFill>
                      <a:effectLst/>
                      <a:uLnTx/>
                      <a:uFillTx/>
                      <a:latin typeface="Arial"/>
                      <a:ea typeface="+mn-ea"/>
                      <a:cs typeface="+mn-cs"/>
                    </a:rPr>
                    <a:t> Fwy USA</a:t>
                  </a:r>
                </a:p>
              </p:txBody>
            </p:sp>
          </p:grpSp>
          <p:sp>
            <p:nvSpPr>
              <p:cNvPr id="195" name="TextBox 194">
                <a:extLst>
                  <a:ext uri="{FF2B5EF4-FFF2-40B4-BE49-F238E27FC236}">
                    <a16:creationId xmlns:a16="http://schemas.microsoft.com/office/drawing/2014/main" id="{1CCC5707-CDFD-F40F-87A3-08B45D74E584}"/>
                  </a:ext>
                </a:extLst>
              </p:cNvPr>
              <p:cNvSpPr txBox="1"/>
              <p:nvPr/>
            </p:nvSpPr>
            <p:spPr>
              <a:xfrm>
                <a:off x="1447398"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Bill to Address</a:t>
                </a:r>
              </a:p>
            </p:txBody>
          </p:sp>
        </p:grpSp>
        <p:pic>
          <p:nvPicPr>
            <p:cNvPr id="193" name="Graphic 192" descr="Modern architecture with solid fill">
              <a:extLst>
                <a:ext uri="{FF2B5EF4-FFF2-40B4-BE49-F238E27FC236}">
                  <a16:creationId xmlns:a16="http://schemas.microsoft.com/office/drawing/2014/main" id="{3970A624-4DBC-FE2B-A380-988FBBFE06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6071" y="3548815"/>
              <a:ext cx="307777" cy="307777"/>
            </a:xfrm>
            <a:prstGeom prst="rect">
              <a:avLst/>
            </a:prstGeom>
          </p:spPr>
        </p:pic>
      </p:grpSp>
      <p:cxnSp>
        <p:nvCxnSpPr>
          <p:cNvPr id="199" name="Straight Arrow Connector 29">
            <a:extLst>
              <a:ext uri="{FF2B5EF4-FFF2-40B4-BE49-F238E27FC236}">
                <a16:creationId xmlns:a16="http://schemas.microsoft.com/office/drawing/2014/main" id="{6D4A11B3-CE90-D07A-AAF7-EB356DD6F34F}"/>
              </a:ext>
            </a:extLst>
          </p:cNvPr>
          <p:cNvCxnSpPr>
            <a:cxnSpLocks/>
            <a:stCxn id="66" idx="2"/>
            <a:endCxn id="188" idx="0"/>
          </p:cNvCxnSpPr>
          <p:nvPr/>
        </p:nvCxnSpPr>
        <p:spPr>
          <a:xfrm rot="5400000">
            <a:off x="1742497" y="2972387"/>
            <a:ext cx="267141" cy="695061"/>
          </a:xfrm>
          <a:prstGeom prst="bentConnector3">
            <a:avLst>
              <a:gd name="adj1" fmla="val 50000"/>
            </a:avLst>
          </a:prstGeom>
          <a:ln w="12700">
            <a:solidFill>
              <a:schemeClr val="tx1"/>
            </a:solidFill>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203" name="Straight Arrow Connector 29">
            <a:extLst>
              <a:ext uri="{FF2B5EF4-FFF2-40B4-BE49-F238E27FC236}">
                <a16:creationId xmlns:a16="http://schemas.microsoft.com/office/drawing/2014/main" id="{8653538F-62FC-3CA4-167B-AE325E23C6FB}"/>
              </a:ext>
            </a:extLst>
          </p:cNvPr>
          <p:cNvCxnSpPr>
            <a:cxnSpLocks/>
            <a:stCxn id="6" idx="1"/>
            <a:endCxn id="31" idx="3"/>
          </p:cNvCxnSpPr>
          <p:nvPr/>
        </p:nvCxnSpPr>
        <p:spPr>
          <a:xfrm rot="10800000">
            <a:off x="3443521" y="3721301"/>
            <a:ext cx="1620164" cy="999961"/>
          </a:xfrm>
          <a:prstGeom prst="bentConnector3">
            <a:avLst>
              <a:gd name="adj1" fmla="val 50000"/>
            </a:avLst>
          </a:prstGeom>
          <a:ln w="12700">
            <a:solidFill>
              <a:schemeClr val="accent5"/>
            </a:solidFill>
            <a:prstDash val="dash"/>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14" name="Rectangle: Rounded Corners 213">
            <a:extLst>
              <a:ext uri="{FF2B5EF4-FFF2-40B4-BE49-F238E27FC236}">
                <a16:creationId xmlns:a16="http://schemas.microsoft.com/office/drawing/2014/main" id="{FFE951EA-388C-C104-7661-FEA0024D001B}"/>
              </a:ext>
            </a:extLst>
          </p:cNvPr>
          <p:cNvSpPr/>
          <p:nvPr/>
        </p:nvSpPr>
        <p:spPr>
          <a:xfrm>
            <a:off x="5041230" y="2665304"/>
            <a:ext cx="617583" cy="1182127"/>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OU</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USA</a:t>
            </a:r>
          </a:p>
        </p:txBody>
      </p:sp>
      <p:pic>
        <p:nvPicPr>
          <p:cNvPr id="2054" name="Picture 6" descr="Place Silhouettes - Free Clip Art, Vectors, and Printables | Page 13">
            <a:extLst>
              <a:ext uri="{FF2B5EF4-FFF2-40B4-BE49-F238E27FC236}">
                <a16:creationId xmlns:a16="http://schemas.microsoft.com/office/drawing/2014/main" id="{90C6B412-4121-6303-8BCE-35832498DAC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5232" b="15267"/>
          <a:stretch/>
        </p:blipFill>
        <p:spPr bwMode="auto">
          <a:xfrm>
            <a:off x="5129958" y="3431600"/>
            <a:ext cx="458577" cy="317500"/>
          </a:xfrm>
          <a:prstGeom prst="rect">
            <a:avLst/>
          </a:prstGeom>
          <a:noFill/>
          <a:extLst>
            <a:ext uri="{909E8E84-426E-40DD-AFC4-6F175D3DCCD1}">
              <a14:hiddenFill xmlns:a14="http://schemas.microsoft.com/office/drawing/2010/main">
                <a:solidFill>
                  <a:srgbClr val="FFFFFF"/>
                </a:solidFill>
              </a14:hiddenFill>
            </a:ext>
          </a:extLst>
        </p:spPr>
      </p:pic>
      <p:cxnSp>
        <p:nvCxnSpPr>
          <p:cNvPr id="222" name="Straight Arrow Connector 29">
            <a:extLst>
              <a:ext uri="{FF2B5EF4-FFF2-40B4-BE49-F238E27FC236}">
                <a16:creationId xmlns:a16="http://schemas.microsoft.com/office/drawing/2014/main" id="{2A72D5F5-05B6-A764-3F40-2691380EC808}"/>
              </a:ext>
            </a:extLst>
          </p:cNvPr>
          <p:cNvCxnSpPr>
            <a:cxnSpLocks/>
            <a:stCxn id="214" idx="3"/>
          </p:cNvCxnSpPr>
          <p:nvPr/>
        </p:nvCxnSpPr>
        <p:spPr>
          <a:xfrm>
            <a:off x="5658813" y="3256368"/>
            <a:ext cx="238866" cy="0"/>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237" name="Straight Arrow Connector 29">
            <a:extLst>
              <a:ext uri="{FF2B5EF4-FFF2-40B4-BE49-F238E27FC236}">
                <a16:creationId xmlns:a16="http://schemas.microsoft.com/office/drawing/2014/main" id="{1F073099-C4DF-6EB6-67FE-ABA93156F6C4}"/>
              </a:ext>
            </a:extLst>
          </p:cNvPr>
          <p:cNvCxnSpPr>
            <a:cxnSpLocks/>
          </p:cNvCxnSpPr>
          <p:nvPr/>
        </p:nvCxnSpPr>
        <p:spPr>
          <a:xfrm>
            <a:off x="5327218" y="2489249"/>
            <a:ext cx="4029" cy="176055"/>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pic>
        <p:nvPicPr>
          <p:cNvPr id="243" name="Picture 242">
            <a:extLst>
              <a:ext uri="{FF2B5EF4-FFF2-40B4-BE49-F238E27FC236}">
                <a16:creationId xmlns:a16="http://schemas.microsoft.com/office/drawing/2014/main" id="{44067D91-A925-F35B-AD70-7F04481FB58E}"/>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r="15073"/>
          <a:stretch/>
        </p:blipFill>
        <p:spPr>
          <a:xfrm>
            <a:off x="5182839" y="2707700"/>
            <a:ext cx="341488" cy="221403"/>
          </a:xfrm>
          <a:prstGeom prst="rect">
            <a:avLst/>
          </a:prstGeom>
        </p:spPr>
      </p:pic>
      <p:sp>
        <p:nvSpPr>
          <p:cNvPr id="251" name="Text Placeholder 2">
            <a:extLst>
              <a:ext uri="{FF2B5EF4-FFF2-40B4-BE49-F238E27FC236}">
                <a16:creationId xmlns:a16="http://schemas.microsoft.com/office/drawing/2014/main" id="{0934455E-4939-09A6-0A9D-9105B6951B8B}"/>
              </a:ext>
            </a:extLst>
          </p:cNvPr>
          <p:cNvSpPr txBox="1">
            <a:spLocks/>
          </p:cNvSpPr>
          <p:nvPr/>
        </p:nvSpPr>
        <p:spPr>
          <a:xfrm>
            <a:off x="2380147" y="888856"/>
            <a:ext cx="2495141" cy="276871"/>
          </a:xfrm>
          <a:prstGeom prst="rect">
            <a:avLst/>
          </a:prstGeom>
        </p:spPr>
        <p:txBody>
          <a:bodyPr vert="horz" wrap="square" lIns="0" tIns="0" rIns="0" bIns="0" rtlCol="0">
            <a:spAutoFit/>
          </a:bodyPr>
          <a:lstStyle>
            <a:lvl1pPr marL="0" indent="0" algn="l" defTabSz="913852" rtl="0" eaLnBrk="1" fontAlgn="ctr" latinLnBrk="0" hangingPunct="1">
              <a:lnSpc>
                <a:spcPct val="100000"/>
              </a:lnSpc>
              <a:spcBef>
                <a:spcPts val="0"/>
              </a:spcBef>
              <a:spcAft>
                <a:spcPts val="0"/>
              </a:spcAft>
              <a:buFontTx/>
              <a:buNone/>
              <a:defRPr sz="1799" b="0" kern="1200" spc="0" baseline="0">
                <a:solidFill>
                  <a:schemeClr val="tx1"/>
                </a:solidFill>
                <a:latin typeface="+mn-lt"/>
                <a:ea typeface="+mn-ea"/>
                <a:cs typeface="+mn-cs"/>
              </a:defRPr>
            </a:lvl1pPr>
            <a:lvl2pPr marL="260272" indent="0" algn="l" defTabSz="913852" rtl="0" eaLnBrk="1" fontAlgn="ctr" latinLnBrk="0" hangingPunct="1">
              <a:lnSpc>
                <a:spcPct val="100000"/>
              </a:lnSpc>
              <a:spcBef>
                <a:spcPts val="8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2pPr>
            <a:lvl3pPr marL="499912" indent="0" algn="l" defTabSz="913852" rtl="0" eaLnBrk="1" fontAlgn="ctr" latinLnBrk="0" hangingPunct="1">
              <a:lnSpc>
                <a:spcPct val="100000"/>
              </a:lnSpc>
              <a:spcBef>
                <a:spcPts val="6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3pPr>
            <a:lvl4pPr marL="676072" indent="0" algn="l" defTabSz="913852" rtl="0" eaLnBrk="1" fontAlgn="ctr" latinLnBrk="0" hangingPunct="1">
              <a:lnSpc>
                <a:spcPct val="99000"/>
              </a:lnSpc>
              <a:spcBef>
                <a:spcPts val="300"/>
              </a:spcBef>
              <a:spcAft>
                <a:spcPts val="0"/>
              </a:spcAft>
              <a:buSzPct val="85000"/>
              <a:buFont typeface="Arial" panose="020B0604020202020204" pitchFamily="34" charset="0"/>
              <a:buNone/>
              <a:defRPr sz="1200" kern="1200" spc="0" baseline="0">
                <a:solidFill>
                  <a:schemeClr val="tx1"/>
                </a:solidFill>
                <a:latin typeface="+mn-lt"/>
                <a:ea typeface="+mn-ea"/>
                <a:cs typeface="+mn-cs"/>
              </a:defRPr>
            </a:lvl4pPr>
            <a:lvl5pPr marL="858579" indent="0" algn="l" defTabSz="913852" rtl="0" eaLnBrk="1" fontAlgn="ctr" latinLnBrk="0" hangingPunct="1">
              <a:lnSpc>
                <a:spcPct val="99000"/>
              </a:lnSpc>
              <a:spcBef>
                <a:spcPts val="200"/>
              </a:spcBef>
              <a:spcAft>
                <a:spcPts val="0"/>
              </a:spcAft>
              <a:buFont typeface="Arial" panose="020B0604020202020204" pitchFamily="34" charset="0"/>
              <a:buNone/>
              <a:defRPr sz="1200" kern="1200" spc="0" baseline="0">
                <a:solidFill>
                  <a:schemeClr val="tx1"/>
                </a:solidFill>
                <a:latin typeface="+mn-lt"/>
                <a:ea typeface="+mn-ea"/>
                <a:cs typeface="+mn-cs"/>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6"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2"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marR="0" lvl="0" indent="0" algn="ctr" defTabSz="913852" rtl="0" eaLnBrk="1" fontAlgn="ctr"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a:ln>
                  <a:noFill/>
                </a:ln>
                <a:solidFill>
                  <a:srgbClr val="53B7E8"/>
                </a:solidFill>
                <a:effectLst/>
                <a:uLnTx/>
                <a:uFillTx/>
                <a:latin typeface="Arial Black"/>
                <a:ea typeface="+mn-ea"/>
                <a:cs typeface="+mn-cs"/>
              </a:rPr>
              <a:t>How it works today</a:t>
            </a:r>
          </a:p>
        </p:txBody>
      </p:sp>
      <p:sp>
        <p:nvSpPr>
          <p:cNvPr id="252" name="Oval 251">
            <a:extLst>
              <a:ext uri="{FF2B5EF4-FFF2-40B4-BE49-F238E27FC236}">
                <a16:creationId xmlns:a16="http://schemas.microsoft.com/office/drawing/2014/main" id="{928781DF-B0DA-8668-DB92-D987F5AC9382}"/>
              </a:ext>
            </a:extLst>
          </p:cNvPr>
          <p:cNvSpPr/>
          <p:nvPr/>
        </p:nvSpPr>
        <p:spPr>
          <a:xfrm>
            <a:off x="155713" y="2017715"/>
            <a:ext cx="356059" cy="356059"/>
          </a:xfrm>
          <a:prstGeom prst="ellipse">
            <a:avLst/>
          </a:prstGeom>
          <a:solidFill>
            <a:schemeClr val="accent6"/>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1</a:t>
            </a:r>
          </a:p>
        </p:txBody>
      </p:sp>
      <p:sp>
        <p:nvSpPr>
          <p:cNvPr id="253" name="Oval 252">
            <a:extLst>
              <a:ext uri="{FF2B5EF4-FFF2-40B4-BE49-F238E27FC236}">
                <a16:creationId xmlns:a16="http://schemas.microsoft.com/office/drawing/2014/main" id="{A748C333-A691-27BE-DFAF-4AB6BA6A86B3}"/>
              </a:ext>
            </a:extLst>
          </p:cNvPr>
          <p:cNvSpPr/>
          <p:nvPr/>
        </p:nvSpPr>
        <p:spPr>
          <a:xfrm>
            <a:off x="166734" y="2766848"/>
            <a:ext cx="356059" cy="356059"/>
          </a:xfrm>
          <a:prstGeom prst="ellipse">
            <a:avLst/>
          </a:prstGeom>
          <a:solidFill>
            <a:schemeClr val="accent6"/>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2</a:t>
            </a:r>
          </a:p>
        </p:txBody>
      </p:sp>
      <p:sp>
        <p:nvSpPr>
          <p:cNvPr id="254" name="Oval 253">
            <a:extLst>
              <a:ext uri="{FF2B5EF4-FFF2-40B4-BE49-F238E27FC236}">
                <a16:creationId xmlns:a16="http://schemas.microsoft.com/office/drawing/2014/main" id="{5A8A2914-FC52-8CD3-A98A-933B47C245B6}"/>
              </a:ext>
            </a:extLst>
          </p:cNvPr>
          <p:cNvSpPr/>
          <p:nvPr/>
        </p:nvSpPr>
        <p:spPr>
          <a:xfrm>
            <a:off x="166734" y="3499799"/>
            <a:ext cx="356059" cy="356059"/>
          </a:xfrm>
          <a:prstGeom prst="ellipse">
            <a:avLst/>
          </a:prstGeom>
          <a:solidFill>
            <a:schemeClr val="accent6"/>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4</a:t>
            </a:r>
          </a:p>
        </p:txBody>
      </p:sp>
      <p:sp>
        <p:nvSpPr>
          <p:cNvPr id="255" name="Oval 254">
            <a:extLst>
              <a:ext uri="{FF2B5EF4-FFF2-40B4-BE49-F238E27FC236}">
                <a16:creationId xmlns:a16="http://schemas.microsoft.com/office/drawing/2014/main" id="{0C228D76-E52B-E2F5-D5E8-97DADB39B5C6}"/>
              </a:ext>
            </a:extLst>
          </p:cNvPr>
          <p:cNvSpPr/>
          <p:nvPr/>
        </p:nvSpPr>
        <p:spPr>
          <a:xfrm>
            <a:off x="5950928" y="2537952"/>
            <a:ext cx="356059" cy="356059"/>
          </a:xfrm>
          <a:prstGeom prst="ellipse">
            <a:avLst/>
          </a:prstGeom>
          <a:solidFill>
            <a:schemeClr val="accent6"/>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3</a:t>
            </a:r>
          </a:p>
        </p:txBody>
      </p:sp>
      <p:sp>
        <p:nvSpPr>
          <p:cNvPr id="2059" name="Oval 2058">
            <a:extLst>
              <a:ext uri="{FF2B5EF4-FFF2-40B4-BE49-F238E27FC236}">
                <a16:creationId xmlns:a16="http://schemas.microsoft.com/office/drawing/2014/main" id="{DED9F771-5FCE-058A-3DA8-B4A8A7D7DC55}"/>
              </a:ext>
            </a:extLst>
          </p:cNvPr>
          <p:cNvSpPr/>
          <p:nvPr/>
        </p:nvSpPr>
        <p:spPr>
          <a:xfrm>
            <a:off x="179291" y="4508323"/>
            <a:ext cx="356059" cy="356059"/>
          </a:xfrm>
          <a:prstGeom prst="ellipse">
            <a:avLst/>
          </a:prstGeom>
          <a:solidFill>
            <a:schemeClr val="accent6"/>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5</a:t>
            </a:r>
          </a:p>
        </p:txBody>
      </p:sp>
      <p:grpSp>
        <p:nvGrpSpPr>
          <p:cNvPr id="2061" name="Group 2060">
            <a:extLst>
              <a:ext uri="{FF2B5EF4-FFF2-40B4-BE49-F238E27FC236}">
                <a16:creationId xmlns:a16="http://schemas.microsoft.com/office/drawing/2014/main" id="{4A3A30C6-BE6E-9322-5169-4C6E3C12905B}"/>
              </a:ext>
            </a:extLst>
          </p:cNvPr>
          <p:cNvGrpSpPr/>
          <p:nvPr/>
        </p:nvGrpSpPr>
        <p:grpSpPr>
          <a:xfrm>
            <a:off x="5887651" y="1924603"/>
            <a:ext cx="465966" cy="561320"/>
            <a:chOff x="402854" y="3550946"/>
            <a:chExt cx="465966" cy="561320"/>
          </a:xfrm>
          <a:solidFill>
            <a:schemeClr val="accent5"/>
          </a:solidFill>
        </p:grpSpPr>
        <p:grpSp>
          <p:nvGrpSpPr>
            <p:cNvPr id="2062" name="Graphic 32" descr="Contract with solid fill">
              <a:extLst>
                <a:ext uri="{FF2B5EF4-FFF2-40B4-BE49-F238E27FC236}">
                  <a16:creationId xmlns:a16="http://schemas.microsoft.com/office/drawing/2014/main" id="{D8DD4AD1-2DF3-35F7-661A-2DA61FB6CADA}"/>
                </a:ext>
              </a:extLst>
            </p:cNvPr>
            <p:cNvGrpSpPr/>
            <p:nvPr/>
          </p:nvGrpSpPr>
          <p:grpSpPr>
            <a:xfrm>
              <a:off x="402854" y="3550946"/>
              <a:ext cx="465966" cy="561320"/>
              <a:chOff x="4483875" y="2864625"/>
              <a:chExt cx="590550" cy="762000"/>
            </a:xfrm>
            <a:grpFill/>
          </p:grpSpPr>
          <p:sp>
            <p:nvSpPr>
              <p:cNvPr id="2064" name="Freeform: Shape 2063">
                <a:extLst>
                  <a:ext uri="{FF2B5EF4-FFF2-40B4-BE49-F238E27FC236}">
                    <a16:creationId xmlns:a16="http://schemas.microsoft.com/office/drawing/2014/main" id="{3D90B0AF-D507-5923-5A3D-DC6BEF136E78}"/>
                  </a:ext>
                </a:extLst>
              </p:cNvPr>
              <p:cNvSpPr/>
              <p:nvPr/>
            </p:nvSpPr>
            <p:spPr>
              <a:xfrm>
                <a:off x="4483875" y="2864625"/>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065" name="Freeform: Shape 2064">
                <a:extLst>
                  <a:ext uri="{FF2B5EF4-FFF2-40B4-BE49-F238E27FC236}">
                    <a16:creationId xmlns:a16="http://schemas.microsoft.com/office/drawing/2014/main" id="{04E26E27-B52D-68FB-FF8C-3E256314C52F}"/>
                  </a:ext>
                </a:extLst>
              </p:cNvPr>
              <p:cNvSpPr/>
              <p:nvPr/>
            </p:nvSpPr>
            <p:spPr>
              <a:xfrm>
                <a:off x="4598175" y="29979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066" name="Freeform: Shape 2065">
                <a:extLst>
                  <a:ext uri="{FF2B5EF4-FFF2-40B4-BE49-F238E27FC236}">
                    <a16:creationId xmlns:a16="http://schemas.microsoft.com/office/drawing/2014/main" id="{B6E0B581-64CD-8945-0F0F-75A87E58DF23}"/>
                  </a:ext>
                </a:extLst>
              </p:cNvPr>
              <p:cNvSpPr/>
              <p:nvPr/>
            </p:nvSpPr>
            <p:spPr>
              <a:xfrm>
                <a:off x="4598175" y="30741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067" name="Freeform: Shape 2066">
                <a:extLst>
                  <a:ext uri="{FF2B5EF4-FFF2-40B4-BE49-F238E27FC236}">
                    <a16:creationId xmlns:a16="http://schemas.microsoft.com/office/drawing/2014/main" id="{A69001E2-DDCA-C300-09EF-BC240441BC75}"/>
                  </a:ext>
                </a:extLst>
              </p:cNvPr>
              <p:cNvSpPr/>
              <p:nvPr/>
            </p:nvSpPr>
            <p:spPr>
              <a:xfrm>
                <a:off x="4598175" y="31503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068" name="Freeform: Shape 2067">
                <a:extLst>
                  <a:ext uri="{FF2B5EF4-FFF2-40B4-BE49-F238E27FC236}">
                    <a16:creationId xmlns:a16="http://schemas.microsoft.com/office/drawing/2014/main" id="{54505D54-993B-9F27-4EDC-68CF5F97FFD8}"/>
                  </a:ext>
                </a:extLst>
              </p:cNvPr>
              <p:cNvSpPr/>
              <p:nvPr/>
            </p:nvSpPr>
            <p:spPr>
              <a:xfrm>
                <a:off x="4598175" y="322657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grpSp>
        <p:sp>
          <p:nvSpPr>
            <p:cNvPr id="2063" name="TextBox 2062">
              <a:extLst>
                <a:ext uri="{FF2B5EF4-FFF2-40B4-BE49-F238E27FC236}">
                  <a16:creationId xmlns:a16="http://schemas.microsoft.com/office/drawing/2014/main" id="{4D6D0B2F-B74E-911C-9B28-27581A099E5E}"/>
                </a:ext>
              </a:extLst>
            </p:cNvPr>
            <p:cNvSpPr txBox="1"/>
            <p:nvPr/>
          </p:nvSpPr>
          <p:spPr>
            <a:xfrm>
              <a:off x="459890" y="3753096"/>
              <a:ext cx="344874" cy="307777"/>
            </a:xfrm>
            <a:prstGeom prst="rect">
              <a:avLst/>
            </a:prstGeom>
            <a:solidFill>
              <a:schemeClr val="accent2"/>
            </a:solid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GLB GTC</a:t>
              </a:r>
            </a:p>
          </p:txBody>
        </p:sp>
      </p:grpSp>
      <p:sp>
        <p:nvSpPr>
          <p:cNvPr id="2122" name="TextBox 2121">
            <a:extLst>
              <a:ext uri="{FF2B5EF4-FFF2-40B4-BE49-F238E27FC236}">
                <a16:creationId xmlns:a16="http://schemas.microsoft.com/office/drawing/2014/main" id="{2A588A97-1375-35E1-7191-CDA84A61AD6B}"/>
              </a:ext>
            </a:extLst>
          </p:cNvPr>
          <p:cNvSpPr txBox="1"/>
          <p:nvPr/>
        </p:nvSpPr>
        <p:spPr>
          <a:xfrm>
            <a:off x="1749239" y="5625676"/>
            <a:ext cx="540212" cy="161583"/>
          </a:xfrm>
          <a:prstGeom prst="rect">
            <a:avLst/>
          </a:prstGeom>
          <a:noFill/>
        </p:spPr>
        <p:txBody>
          <a:bodyPr wrap="non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Invoice 5</a:t>
            </a:r>
          </a:p>
        </p:txBody>
      </p:sp>
      <p:sp>
        <p:nvSpPr>
          <p:cNvPr id="2123" name="TextBox 2122">
            <a:extLst>
              <a:ext uri="{FF2B5EF4-FFF2-40B4-BE49-F238E27FC236}">
                <a16:creationId xmlns:a16="http://schemas.microsoft.com/office/drawing/2014/main" id="{99F84D3D-1FF0-E0C7-BA79-0AC79E09D759}"/>
              </a:ext>
            </a:extLst>
          </p:cNvPr>
          <p:cNvSpPr txBox="1"/>
          <p:nvPr/>
        </p:nvSpPr>
        <p:spPr>
          <a:xfrm>
            <a:off x="780990" y="5623517"/>
            <a:ext cx="432811" cy="153888"/>
          </a:xfrm>
          <a:prstGeom prst="rect">
            <a:avLst/>
          </a:prstGeom>
          <a:noFill/>
        </p:spPr>
        <p:txBody>
          <a:bodyPr wrap="non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07073"/>
                </a:solidFill>
                <a:effectLst/>
                <a:uLnTx/>
                <a:uFillTx/>
                <a:latin typeface="Arial"/>
                <a:ea typeface="+mn-ea"/>
                <a:cs typeface="+mn-cs"/>
              </a:rPr>
              <a:t>Order 3</a:t>
            </a:r>
          </a:p>
        </p:txBody>
      </p:sp>
      <p:sp>
        <p:nvSpPr>
          <p:cNvPr id="2124" name="TextBox 2123">
            <a:extLst>
              <a:ext uri="{FF2B5EF4-FFF2-40B4-BE49-F238E27FC236}">
                <a16:creationId xmlns:a16="http://schemas.microsoft.com/office/drawing/2014/main" id="{F8595FAA-A68D-5BBB-315B-71E9381F777C}"/>
              </a:ext>
            </a:extLst>
          </p:cNvPr>
          <p:cNvSpPr txBox="1"/>
          <p:nvPr/>
        </p:nvSpPr>
        <p:spPr>
          <a:xfrm>
            <a:off x="1290526" y="5622815"/>
            <a:ext cx="520927" cy="153888"/>
          </a:xfrm>
          <a:prstGeom prst="rect">
            <a:avLst/>
          </a:prstGeom>
          <a:noFill/>
        </p:spPr>
        <p:txBody>
          <a:bodyPr wrap="squar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07073"/>
                </a:solidFill>
                <a:effectLst/>
                <a:uLnTx/>
                <a:uFillTx/>
                <a:latin typeface="Arial"/>
                <a:ea typeface="+mn-ea"/>
                <a:cs typeface="+mn-cs"/>
              </a:rPr>
              <a:t>Order 4</a:t>
            </a:r>
          </a:p>
        </p:txBody>
      </p:sp>
      <p:sp>
        <p:nvSpPr>
          <p:cNvPr id="2131" name="Oval 2130">
            <a:extLst>
              <a:ext uri="{FF2B5EF4-FFF2-40B4-BE49-F238E27FC236}">
                <a16:creationId xmlns:a16="http://schemas.microsoft.com/office/drawing/2014/main" id="{1EDF7CCB-DE5B-6523-B713-40EA77E12309}"/>
              </a:ext>
            </a:extLst>
          </p:cNvPr>
          <p:cNvSpPr/>
          <p:nvPr/>
        </p:nvSpPr>
        <p:spPr>
          <a:xfrm>
            <a:off x="175404" y="5304835"/>
            <a:ext cx="356059" cy="356059"/>
          </a:xfrm>
          <a:prstGeom prst="ellipse">
            <a:avLst/>
          </a:prstGeom>
          <a:solidFill>
            <a:schemeClr val="accent6"/>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6</a:t>
            </a:r>
          </a:p>
        </p:txBody>
      </p:sp>
      <p:pic>
        <p:nvPicPr>
          <p:cNvPr id="2145" name="Graphic 2144" descr="Flip calendar with solid fill">
            <a:extLst>
              <a:ext uri="{FF2B5EF4-FFF2-40B4-BE49-F238E27FC236}">
                <a16:creationId xmlns:a16="http://schemas.microsoft.com/office/drawing/2014/main" id="{AD764FBC-BA7B-55E5-3DC9-39C17CBD824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813436" y="5266756"/>
            <a:ext cx="377991" cy="356059"/>
          </a:xfrm>
          <a:prstGeom prst="rect">
            <a:avLst/>
          </a:prstGeom>
        </p:spPr>
      </p:pic>
      <p:pic>
        <p:nvPicPr>
          <p:cNvPr id="2147" name="Graphic 2146" descr="Flip calendar with solid fill">
            <a:extLst>
              <a:ext uri="{FF2B5EF4-FFF2-40B4-BE49-F238E27FC236}">
                <a16:creationId xmlns:a16="http://schemas.microsoft.com/office/drawing/2014/main" id="{893C8FBF-465C-00F1-4D11-D148BCF8121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1344200" y="5253375"/>
            <a:ext cx="377991" cy="356059"/>
          </a:xfrm>
          <a:prstGeom prst="rect">
            <a:avLst/>
          </a:prstGeom>
        </p:spPr>
      </p:pic>
      <p:pic>
        <p:nvPicPr>
          <p:cNvPr id="2149" name="Graphic 2148" descr="Flip calendar with solid fill">
            <a:extLst>
              <a:ext uri="{FF2B5EF4-FFF2-40B4-BE49-F238E27FC236}">
                <a16:creationId xmlns:a16="http://schemas.microsoft.com/office/drawing/2014/main" id="{365B674D-58EA-D260-3278-D279ADCE73AB}"/>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1804984" y="5255271"/>
            <a:ext cx="377991" cy="356059"/>
          </a:xfrm>
          <a:prstGeom prst="rect">
            <a:avLst/>
          </a:prstGeom>
        </p:spPr>
      </p:pic>
      <p:cxnSp>
        <p:nvCxnSpPr>
          <p:cNvPr id="2157" name="Straight Arrow Connector 29">
            <a:extLst>
              <a:ext uri="{FF2B5EF4-FFF2-40B4-BE49-F238E27FC236}">
                <a16:creationId xmlns:a16="http://schemas.microsoft.com/office/drawing/2014/main" id="{8986911F-AF61-9B1C-4D63-52F3A931B48E}"/>
              </a:ext>
            </a:extLst>
          </p:cNvPr>
          <p:cNvCxnSpPr>
            <a:cxnSpLocks/>
            <a:stCxn id="122" idx="3"/>
          </p:cNvCxnSpPr>
          <p:nvPr/>
        </p:nvCxnSpPr>
        <p:spPr>
          <a:xfrm flipV="1">
            <a:off x="5818205" y="2208787"/>
            <a:ext cx="121533" cy="1"/>
          </a:xfrm>
          <a:prstGeom prst="straightConnector1">
            <a:avLst/>
          </a:prstGeom>
          <a:ln w="12700">
            <a:solidFill>
              <a:schemeClr val="tx1"/>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162" name="Text Placeholder 2">
            <a:extLst>
              <a:ext uri="{FF2B5EF4-FFF2-40B4-BE49-F238E27FC236}">
                <a16:creationId xmlns:a16="http://schemas.microsoft.com/office/drawing/2014/main" id="{89FFF868-657A-9766-E6B1-12F7675935E7}"/>
              </a:ext>
            </a:extLst>
          </p:cNvPr>
          <p:cNvSpPr txBox="1">
            <a:spLocks/>
          </p:cNvSpPr>
          <p:nvPr/>
        </p:nvSpPr>
        <p:spPr>
          <a:xfrm>
            <a:off x="7666804" y="890953"/>
            <a:ext cx="3311993" cy="276871"/>
          </a:xfrm>
          <a:prstGeom prst="rect">
            <a:avLst/>
          </a:prstGeom>
        </p:spPr>
        <p:txBody>
          <a:bodyPr vert="horz" wrap="square" lIns="0" tIns="0" rIns="0" bIns="0" rtlCol="0">
            <a:spAutoFit/>
          </a:bodyPr>
          <a:lstStyle>
            <a:lvl1pPr marL="0" indent="0" algn="l" defTabSz="913852" rtl="0" eaLnBrk="1" fontAlgn="ctr" latinLnBrk="0" hangingPunct="1">
              <a:lnSpc>
                <a:spcPct val="100000"/>
              </a:lnSpc>
              <a:spcBef>
                <a:spcPts val="0"/>
              </a:spcBef>
              <a:spcAft>
                <a:spcPts val="0"/>
              </a:spcAft>
              <a:buFontTx/>
              <a:buNone/>
              <a:defRPr sz="1799" b="0" kern="1200" spc="0" baseline="0">
                <a:solidFill>
                  <a:schemeClr val="tx1"/>
                </a:solidFill>
                <a:latin typeface="+mn-lt"/>
                <a:ea typeface="+mn-ea"/>
                <a:cs typeface="+mn-cs"/>
              </a:defRPr>
            </a:lvl1pPr>
            <a:lvl2pPr marL="260272" indent="0" algn="l" defTabSz="913852" rtl="0" eaLnBrk="1" fontAlgn="ctr" latinLnBrk="0" hangingPunct="1">
              <a:lnSpc>
                <a:spcPct val="100000"/>
              </a:lnSpc>
              <a:spcBef>
                <a:spcPts val="8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2pPr>
            <a:lvl3pPr marL="499912" indent="0" algn="l" defTabSz="913852" rtl="0" eaLnBrk="1" fontAlgn="ctr" latinLnBrk="0" hangingPunct="1">
              <a:lnSpc>
                <a:spcPct val="100000"/>
              </a:lnSpc>
              <a:spcBef>
                <a:spcPts val="6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3pPr>
            <a:lvl4pPr marL="676072" indent="0" algn="l" defTabSz="913852" rtl="0" eaLnBrk="1" fontAlgn="ctr" latinLnBrk="0" hangingPunct="1">
              <a:lnSpc>
                <a:spcPct val="99000"/>
              </a:lnSpc>
              <a:spcBef>
                <a:spcPts val="300"/>
              </a:spcBef>
              <a:spcAft>
                <a:spcPts val="0"/>
              </a:spcAft>
              <a:buSzPct val="85000"/>
              <a:buFont typeface="Arial" panose="020B0604020202020204" pitchFamily="34" charset="0"/>
              <a:buNone/>
              <a:defRPr sz="1200" kern="1200" spc="0" baseline="0">
                <a:solidFill>
                  <a:schemeClr val="tx1"/>
                </a:solidFill>
                <a:latin typeface="+mn-lt"/>
                <a:ea typeface="+mn-ea"/>
                <a:cs typeface="+mn-cs"/>
              </a:defRPr>
            </a:lvl4pPr>
            <a:lvl5pPr marL="858579" indent="0" algn="l" defTabSz="913852" rtl="0" eaLnBrk="1" fontAlgn="ctr" latinLnBrk="0" hangingPunct="1">
              <a:lnSpc>
                <a:spcPct val="99000"/>
              </a:lnSpc>
              <a:spcBef>
                <a:spcPts val="200"/>
              </a:spcBef>
              <a:spcAft>
                <a:spcPts val="0"/>
              </a:spcAft>
              <a:buFont typeface="Arial" panose="020B0604020202020204" pitchFamily="34" charset="0"/>
              <a:buNone/>
              <a:defRPr sz="1200" kern="1200" spc="0" baseline="0">
                <a:solidFill>
                  <a:schemeClr val="tx1"/>
                </a:solidFill>
                <a:latin typeface="+mn-lt"/>
                <a:ea typeface="+mn-ea"/>
                <a:cs typeface="+mn-cs"/>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6"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2"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marR="0" lvl="0" indent="0" algn="ctr" defTabSz="913852" rtl="0" eaLnBrk="1" fontAlgn="ctr"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a:ln>
                  <a:noFill/>
                </a:ln>
                <a:solidFill>
                  <a:srgbClr val="00B050"/>
                </a:solidFill>
                <a:effectLst/>
                <a:uLnTx/>
                <a:uFillTx/>
                <a:latin typeface="Arial Black"/>
                <a:ea typeface="+mn-ea"/>
                <a:cs typeface="+mn-cs"/>
              </a:rPr>
              <a:t>How it works in the future</a:t>
            </a:r>
          </a:p>
        </p:txBody>
      </p:sp>
      <p:sp>
        <p:nvSpPr>
          <p:cNvPr id="2163" name="Rectangle: Rounded Corners 2162">
            <a:extLst>
              <a:ext uri="{FF2B5EF4-FFF2-40B4-BE49-F238E27FC236}">
                <a16:creationId xmlns:a16="http://schemas.microsoft.com/office/drawing/2014/main" id="{CC6FDB6E-7CE4-681D-DB78-9540568CD6C2}"/>
              </a:ext>
            </a:extLst>
          </p:cNvPr>
          <p:cNvSpPr/>
          <p:nvPr/>
        </p:nvSpPr>
        <p:spPr>
          <a:xfrm>
            <a:off x="6981323" y="1278651"/>
            <a:ext cx="3312176" cy="5016157"/>
          </a:xfrm>
          <a:prstGeom prst="roundRect">
            <a:avLst>
              <a:gd name="adj" fmla="val 5442"/>
            </a:avLst>
          </a:prstGeom>
          <a:solidFill>
            <a:schemeClr val="accent2">
              <a:lumMod val="40000"/>
              <a:lumOff val="60000"/>
            </a:schemeClr>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nvGrpSpPr>
          <p:cNvPr id="2188" name="Group 2187">
            <a:extLst>
              <a:ext uri="{FF2B5EF4-FFF2-40B4-BE49-F238E27FC236}">
                <a16:creationId xmlns:a16="http://schemas.microsoft.com/office/drawing/2014/main" id="{3CF16C9B-E573-212A-C75D-3F467207D007}"/>
              </a:ext>
            </a:extLst>
          </p:cNvPr>
          <p:cNvGrpSpPr/>
          <p:nvPr/>
        </p:nvGrpSpPr>
        <p:grpSpPr>
          <a:xfrm>
            <a:off x="7496474" y="2984162"/>
            <a:ext cx="981974" cy="561321"/>
            <a:chOff x="1035834" y="3515295"/>
            <a:chExt cx="981974" cy="561321"/>
          </a:xfrm>
        </p:grpSpPr>
        <p:grpSp>
          <p:nvGrpSpPr>
            <p:cNvPr id="2189" name="Group 2188">
              <a:extLst>
                <a:ext uri="{FF2B5EF4-FFF2-40B4-BE49-F238E27FC236}">
                  <a16:creationId xmlns:a16="http://schemas.microsoft.com/office/drawing/2014/main" id="{D1812002-C787-FB0A-4FAF-C7E056195491}"/>
                </a:ext>
              </a:extLst>
            </p:cNvPr>
            <p:cNvGrpSpPr/>
            <p:nvPr/>
          </p:nvGrpSpPr>
          <p:grpSpPr>
            <a:xfrm>
              <a:off x="1035834" y="3515295"/>
              <a:ext cx="981974" cy="561321"/>
              <a:chOff x="1120511" y="2901016"/>
              <a:chExt cx="981974" cy="561321"/>
            </a:xfrm>
          </p:grpSpPr>
          <p:grpSp>
            <p:nvGrpSpPr>
              <p:cNvPr id="2191" name="Group 2190">
                <a:extLst>
                  <a:ext uri="{FF2B5EF4-FFF2-40B4-BE49-F238E27FC236}">
                    <a16:creationId xmlns:a16="http://schemas.microsoft.com/office/drawing/2014/main" id="{CD596BB4-12BD-EF5D-3736-4073A177A2EF}"/>
                  </a:ext>
                </a:extLst>
              </p:cNvPr>
              <p:cNvGrpSpPr/>
              <p:nvPr/>
            </p:nvGrpSpPr>
            <p:grpSpPr>
              <a:xfrm>
                <a:off x="1120511" y="2901016"/>
                <a:ext cx="981974" cy="561321"/>
                <a:chOff x="3179816" y="2363801"/>
                <a:chExt cx="981974" cy="561321"/>
              </a:xfrm>
            </p:grpSpPr>
            <p:sp>
              <p:nvSpPr>
                <p:cNvPr id="2193" name="Rectangle: Rounded Corners 2192">
                  <a:extLst>
                    <a:ext uri="{FF2B5EF4-FFF2-40B4-BE49-F238E27FC236}">
                      <a16:creationId xmlns:a16="http://schemas.microsoft.com/office/drawing/2014/main" id="{DB3B5836-06B4-F45D-FB5D-47D066F79228}"/>
                    </a:ext>
                  </a:extLst>
                </p:cNvPr>
                <p:cNvSpPr/>
                <p:nvPr/>
              </p:nvSpPr>
              <p:spPr>
                <a:xfrm>
                  <a:off x="3179816" y="2363801"/>
                  <a:ext cx="981974" cy="561321"/>
                </a:xfrm>
                <a:prstGeom prst="roundRect">
                  <a:avLst/>
                </a:prstGeom>
                <a:solidFill>
                  <a:schemeClr val="accent1"/>
                </a:solidFill>
                <a:ln>
                  <a:solidFill>
                    <a:schemeClr val="bg2"/>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194" name="Rectangle: Rounded Corners 2193">
                  <a:extLst>
                    <a:ext uri="{FF2B5EF4-FFF2-40B4-BE49-F238E27FC236}">
                      <a16:creationId xmlns:a16="http://schemas.microsoft.com/office/drawing/2014/main" id="{90B45D75-AFB0-F2D4-C199-8CC7570A3883}"/>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wrap="none"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1 Road USA </a:t>
                  </a:r>
                </a:p>
              </p:txBody>
            </p:sp>
          </p:grpSp>
          <p:sp>
            <p:nvSpPr>
              <p:cNvPr id="2192" name="TextBox 2191">
                <a:extLst>
                  <a:ext uri="{FF2B5EF4-FFF2-40B4-BE49-F238E27FC236}">
                    <a16:creationId xmlns:a16="http://schemas.microsoft.com/office/drawing/2014/main" id="{D14F6385-C9A6-013A-0448-466281C141C2}"/>
                  </a:ext>
                </a:extLst>
              </p:cNvPr>
              <p:cNvSpPr txBox="1"/>
              <p:nvPr/>
            </p:nvSpPr>
            <p:spPr>
              <a:xfrm>
                <a:off x="1447398"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HQ Address</a:t>
                </a:r>
              </a:p>
            </p:txBody>
          </p:sp>
        </p:grpSp>
        <p:pic>
          <p:nvPicPr>
            <p:cNvPr id="2190" name="Graphic 2189" descr="Modern architecture with solid fill">
              <a:extLst>
                <a:ext uri="{FF2B5EF4-FFF2-40B4-BE49-F238E27FC236}">
                  <a16:creationId xmlns:a16="http://schemas.microsoft.com/office/drawing/2014/main" id="{7D68FFC5-5EEB-302C-52C1-51AC1ACD64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6071" y="3548815"/>
              <a:ext cx="307777" cy="307777"/>
            </a:xfrm>
            <a:prstGeom prst="rect">
              <a:avLst/>
            </a:prstGeom>
          </p:spPr>
        </p:pic>
      </p:grpSp>
      <p:cxnSp>
        <p:nvCxnSpPr>
          <p:cNvPr id="2197" name="Straight Arrow Connector 29">
            <a:extLst>
              <a:ext uri="{FF2B5EF4-FFF2-40B4-BE49-F238E27FC236}">
                <a16:creationId xmlns:a16="http://schemas.microsoft.com/office/drawing/2014/main" id="{043AF69F-85C3-84DB-E999-3344F3EAD55B}"/>
              </a:ext>
            </a:extLst>
          </p:cNvPr>
          <p:cNvCxnSpPr>
            <a:cxnSpLocks/>
            <a:stCxn id="116" idx="2"/>
            <a:endCxn id="2193" idx="0"/>
          </p:cNvCxnSpPr>
          <p:nvPr/>
        </p:nvCxnSpPr>
        <p:spPr>
          <a:xfrm flipH="1">
            <a:off x="7987461" y="2358162"/>
            <a:ext cx="629989" cy="626000"/>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grpSp>
        <p:nvGrpSpPr>
          <p:cNvPr id="2200" name="Group 2199">
            <a:extLst>
              <a:ext uri="{FF2B5EF4-FFF2-40B4-BE49-F238E27FC236}">
                <a16:creationId xmlns:a16="http://schemas.microsoft.com/office/drawing/2014/main" id="{A8B16426-0CAC-3A05-8625-27BFBBC0562B}"/>
              </a:ext>
            </a:extLst>
          </p:cNvPr>
          <p:cNvGrpSpPr/>
          <p:nvPr/>
        </p:nvGrpSpPr>
        <p:grpSpPr>
          <a:xfrm>
            <a:off x="8832751" y="2961832"/>
            <a:ext cx="981974" cy="561321"/>
            <a:chOff x="1035834" y="3515295"/>
            <a:chExt cx="981974" cy="561321"/>
          </a:xfrm>
        </p:grpSpPr>
        <p:grpSp>
          <p:nvGrpSpPr>
            <p:cNvPr id="2201" name="Group 2200">
              <a:extLst>
                <a:ext uri="{FF2B5EF4-FFF2-40B4-BE49-F238E27FC236}">
                  <a16:creationId xmlns:a16="http://schemas.microsoft.com/office/drawing/2014/main" id="{FF2D0127-753A-86F4-1796-B3BD6C97A509}"/>
                </a:ext>
              </a:extLst>
            </p:cNvPr>
            <p:cNvGrpSpPr/>
            <p:nvPr/>
          </p:nvGrpSpPr>
          <p:grpSpPr>
            <a:xfrm>
              <a:off x="1035834" y="3515295"/>
              <a:ext cx="981974" cy="561321"/>
              <a:chOff x="1120511" y="2901016"/>
              <a:chExt cx="981974" cy="561321"/>
            </a:xfrm>
          </p:grpSpPr>
          <p:grpSp>
            <p:nvGrpSpPr>
              <p:cNvPr id="2203" name="Group 2202">
                <a:extLst>
                  <a:ext uri="{FF2B5EF4-FFF2-40B4-BE49-F238E27FC236}">
                    <a16:creationId xmlns:a16="http://schemas.microsoft.com/office/drawing/2014/main" id="{F897F250-7213-0453-3B39-99B9675F2E31}"/>
                  </a:ext>
                </a:extLst>
              </p:cNvPr>
              <p:cNvGrpSpPr/>
              <p:nvPr/>
            </p:nvGrpSpPr>
            <p:grpSpPr>
              <a:xfrm>
                <a:off x="1120511" y="2901016"/>
                <a:ext cx="981974" cy="561321"/>
                <a:chOff x="3179816" y="2363801"/>
                <a:chExt cx="981974" cy="561321"/>
              </a:xfrm>
            </p:grpSpPr>
            <p:sp>
              <p:nvSpPr>
                <p:cNvPr id="2205" name="Rectangle: Rounded Corners 2204">
                  <a:extLst>
                    <a:ext uri="{FF2B5EF4-FFF2-40B4-BE49-F238E27FC236}">
                      <a16:creationId xmlns:a16="http://schemas.microsoft.com/office/drawing/2014/main" id="{321B223C-974F-B9DE-FE31-75616C222C12}"/>
                    </a:ext>
                  </a:extLst>
                </p:cNvPr>
                <p:cNvSpPr/>
                <p:nvPr/>
              </p:nvSpPr>
              <p:spPr>
                <a:xfrm>
                  <a:off x="3179816" y="2363801"/>
                  <a:ext cx="981974" cy="561321"/>
                </a:xfrm>
                <a:prstGeom prst="roundRect">
                  <a:avLst/>
                </a:prstGeom>
                <a:solidFill>
                  <a:schemeClr val="accent1"/>
                </a:solidFill>
                <a:ln>
                  <a:solidFill>
                    <a:schemeClr val="bg2"/>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206" name="Rectangle: Rounded Corners 2205">
                  <a:extLst>
                    <a:ext uri="{FF2B5EF4-FFF2-40B4-BE49-F238E27FC236}">
                      <a16:creationId xmlns:a16="http://schemas.microsoft.com/office/drawing/2014/main" id="{F619BA24-8C00-80FD-9866-134A485016A5}"/>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wrap="none"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4</a:t>
                  </a:r>
                  <a:r>
                    <a:rPr kumimoji="0" lang="en-US" sz="1050" b="0" i="0" u="none" strike="noStrike" kern="1200" cap="none" spc="0" normalizeH="0" baseline="30000" noProof="0">
                      <a:ln>
                        <a:noFill/>
                      </a:ln>
                      <a:solidFill>
                        <a:srgbClr val="707073"/>
                      </a:solidFill>
                      <a:effectLst/>
                      <a:uLnTx/>
                      <a:uFillTx/>
                      <a:latin typeface="Arial"/>
                      <a:ea typeface="+mn-ea"/>
                      <a:cs typeface="+mn-cs"/>
                    </a:rPr>
                    <a:t>th</a:t>
                  </a:r>
                  <a:r>
                    <a:rPr kumimoji="0" lang="en-US" sz="1050" b="0" i="0" u="none" strike="noStrike" kern="1200" cap="none" spc="0" normalizeH="0" baseline="0" noProof="0">
                      <a:ln>
                        <a:noFill/>
                      </a:ln>
                      <a:solidFill>
                        <a:srgbClr val="707073"/>
                      </a:solidFill>
                      <a:effectLst/>
                      <a:uLnTx/>
                      <a:uFillTx/>
                      <a:latin typeface="Arial"/>
                      <a:ea typeface="+mn-ea"/>
                      <a:cs typeface="+mn-cs"/>
                    </a:rPr>
                    <a:t> Fwy USA</a:t>
                  </a:r>
                </a:p>
              </p:txBody>
            </p:sp>
          </p:grpSp>
          <p:sp>
            <p:nvSpPr>
              <p:cNvPr id="2204" name="TextBox 2203">
                <a:extLst>
                  <a:ext uri="{FF2B5EF4-FFF2-40B4-BE49-F238E27FC236}">
                    <a16:creationId xmlns:a16="http://schemas.microsoft.com/office/drawing/2014/main" id="{9B078F5C-33A9-1268-C28A-BA40B64C0F75}"/>
                  </a:ext>
                </a:extLst>
              </p:cNvPr>
              <p:cNvSpPr txBox="1"/>
              <p:nvPr/>
            </p:nvSpPr>
            <p:spPr>
              <a:xfrm>
                <a:off x="1447398"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Bill to Address</a:t>
                </a:r>
              </a:p>
            </p:txBody>
          </p:sp>
        </p:grpSp>
        <p:pic>
          <p:nvPicPr>
            <p:cNvPr id="2202" name="Graphic 2201" descr="Modern architecture with solid fill">
              <a:extLst>
                <a:ext uri="{FF2B5EF4-FFF2-40B4-BE49-F238E27FC236}">
                  <a16:creationId xmlns:a16="http://schemas.microsoft.com/office/drawing/2014/main" id="{6509EB96-F03F-5071-0106-3D2CE21C86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6071" y="3548815"/>
              <a:ext cx="307777" cy="307777"/>
            </a:xfrm>
            <a:prstGeom prst="rect">
              <a:avLst/>
            </a:prstGeom>
          </p:spPr>
        </p:pic>
      </p:grpSp>
      <p:sp>
        <p:nvSpPr>
          <p:cNvPr id="2210" name="Text Placeholder 2">
            <a:extLst>
              <a:ext uri="{FF2B5EF4-FFF2-40B4-BE49-F238E27FC236}">
                <a16:creationId xmlns:a16="http://schemas.microsoft.com/office/drawing/2014/main" id="{6D7965A1-472F-B881-674C-4C7E5DBDD8DC}"/>
              </a:ext>
            </a:extLst>
          </p:cNvPr>
          <p:cNvSpPr txBox="1">
            <a:spLocks/>
          </p:cNvSpPr>
          <p:nvPr/>
        </p:nvSpPr>
        <p:spPr>
          <a:xfrm>
            <a:off x="7421347" y="1281142"/>
            <a:ext cx="2495141" cy="276871"/>
          </a:xfrm>
          <a:prstGeom prst="rect">
            <a:avLst/>
          </a:prstGeom>
        </p:spPr>
        <p:txBody>
          <a:bodyPr vert="horz" wrap="square" lIns="0" tIns="0" rIns="0" bIns="0" rtlCol="0">
            <a:spAutoFit/>
          </a:bodyPr>
          <a:lstStyle>
            <a:lvl1pPr marL="0" indent="0" algn="l" defTabSz="913852" rtl="0" eaLnBrk="1" fontAlgn="ctr" latinLnBrk="0" hangingPunct="1">
              <a:lnSpc>
                <a:spcPct val="100000"/>
              </a:lnSpc>
              <a:spcBef>
                <a:spcPts val="0"/>
              </a:spcBef>
              <a:spcAft>
                <a:spcPts val="0"/>
              </a:spcAft>
              <a:buFontTx/>
              <a:buNone/>
              <a:defRPr sz="1799" b="0" kern="1200" spc="0" baseline="0">
                <a:solidFill>
                  <a:schemeClr val="tx1"/>
                </a:solidFill>
                <a:latin typeface="+mn-lt"/>
                <a:ea typeface="+mn-ea"/>
                <a:cs typeface="+mn-cs"/>
              </a:defRPr>
            </a:lvl1pPr>
            <a:lvl2pPr marL="260272" indent="0" algn="l" defTabSz="913852" rtl="0" eaLnBrk="1" fontAlgn="ctr" latinLnBrk="0" hangingPunct="1">
              <a:lnSpc>
                <a:spcPct val="100000"/>
              </a:lnSpc>
              <a:spcBef>
                <a:spcPts val="8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2pPr>
            <a:lvl3pPr marL="499912" indent="0" algn="l" defTabSz="913852" rtl="0" eaLnBrk="1" fontAlgn="ctr" latinLnBrk="0" hangingPunct="1">
              <a:lnSpc>
                <a:spcPct val="100000"/>
              </a:lnSpc>
              <a:spcBef>
                <a:spcPts val="6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3pPr>
            <a:lvl4pPr marL="676072" indent="0" algn="l" defTabSz="913852" rtl="0" eaLnBrk="1" fontAlgn="ctr" latinLnBrk="0" hangingPunct="1">
              <a:lnSpc>
                <a:spcPct val="99000"/>
              </a:lnSpc>
              <a:spcBef>
                <a:spcPts val="300"/>
              </a:spcBef>
              <a:spcAft>
                <a:spcPts val="0"/>
              </a:spcAft>
              <a:buSzPct val="85000"/>
              <a:buFont typeface="Arial" panose="020B0604020202020204" pitchFamily="34" charset="0"/>
              <a:buNone/>
              <a:defRPr sz="1200" kern="1200" spc="0" baseline="0">
                <a:solidFill>
                  <a:schemeClr val="tx1"/>
                </a:solidFill>
                <a:latin typeface="+mn-lt"/>
                <a:ea typeface="+mn-ea"/>
                <a:cs typeface="+mn-cs"/>
              </a:defRPr>
            </a:lvl4pPr>
            <a:lvl5pPr marL="858579" indent="0" algn="l" defTabSz="913852" rtl="0" eaLnBrk="1" fontAlgn="ctr" latinLnBrk="0" hangingPunct="1">
              <a:lnSpc>
                <a:spcPct val="99000"/>
              </a:lnSpc>
              <a:spcBef>
                <a:spcPts val="200"/>
              </a:spcBef>
              <a:spcAft>
                <a:spcPts val="0"/>
              </a:spcAft>
              <a:buFont typeface="Arial" panose="020B0604020202020204" pitchFamily="34" charset="0"/>
              <a:buNone/>
              <a:defRPr sz="1200" kern="1200" spc="0" baseline="0">
                <a:solidFill>
                  <a:schemeClr val="tx1"/>
                </a:solidFill>
                <a:latin typeface="+mn-lt"/>
                <a:ea typeface="+mn-ea"/>
                <a:cs typeface="+mn-cs"/>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6"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2"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marR="0" lvl="0" indent="0" algn="ctr" defTabSz="913852" rtl="0" eaLnBrk="1" fontAlgn="ctr"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a:ln>
                  <a:noFill/>
                </a:ln>
                <a:solidFill>
                  <a:srgbClr val="000000"/>
                </a:solidFill>
                <a:effectLst/>
                <a:uLnTx/>
                <a:uFillTx/>
                <a:latin typeface="Arial Black"/>
                <a:ea typeface="+mn-ea"/>
                <a:cs typeface="+mn-cs"/>
              </a:rPr>
              <a:t>Account</a:t>
            </a:r>
          </a:p>
        </p:txBody>
      </p:sp>
      <p:sp>
        <p:nvSpPr>
          <p:cNvPr id="2212" name="Rectangle: Rounded Corners 2211">
            <a:extLst>
              <a:ext uri="{FF2B5EF4-FFF2-40B4-BE49-F238E27FC236}">
                <a16:creationId xmlns:a16="http://schemas.microsoft.com/office/drawing/2014/main" id="{0F41F22D-CA0F-EA1C-66F6-282694A930D8}"/>
              </a:ext>
            </a:extLst>
          </p:cNvPr>
          <p:cNvSpPr/>
          <p:nvPr/>
        </p:nvSpPr>
        <p:spPr>
          <a:xfrm>
            <a:off x="10350535" y="1267599"/>
            <a:ext cx="1706414" cy="3396254"/>
          </a:xfrm>
          <a:prstGeom prst="roundRect">
            <a:avLst>
              <a:gd name="adj" fmla="val 8895"/>
            </a:avLst>
          </a:prstGeom>
          <a:solidFill>
            <a:schemeClr val="accent2">
              <a:lumMod val="40000"/>
              <a:lumOff val="60000"/>
            </a:schemeClr>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213" name="Text Placeholder 2">
            <a:extLst>
              <a:ext uri="{FF2B5EF4-FFF2-40B4-BE49-F238E27FC236}">
                <a16:creationId xmlns:a16="http://schemas.microsoft.com/office/drawing/2014/main" id="{1D557AB2-5EFC-CCAB-FEDC-4BAC5FB918BE}"/>
              </a:ext>
            </a:extLst>
          </p:cNvPr>
          <p:cNvSpPr txBox="1">
            <a:spLocks/>
          </p:cNvSpPr>
          <p:nvPr/>
        </p:nvSpPr>
        <p:spPr>
          <a:xfrm>
            <a:off x="9957389" y="1287207"/>
            <a:ext cx="2100556" cy="276871"/>
          </a:xfrm>
          <a:prstGeom prst="rect">
            <a:avLst/>
          </a:prstGeom>
        </p:spPr>
        <p:txBody>
          <a:bodyPr vert="horz" wrap="square" lIns="0" tIns="0" rIns="0" bIns="0" rtlCol="0">
            <a:spAutoFit/>
          </a:bodyPr>
          <a:lstStyle>
            <a:lvl1pPr marL="0" indent="0" algn="l" defTabSz="913852" rtl="0" eaLnBrk="1" fontAlgn="ctr" latinLnBrk="0" hangingPunct="1">
              <a:lnSpc>
                <a:spcPct val="100000"/>
              </a:lnSpc>
              <a:spcBef>
                <a:spcPts val="0"/>
              </a:spcBef>
              <a:spcAft>
                <a:spcPts val="0"/>
              </a:spcAft>
              <a:buFontTx/>
              <a:buNone/>
              <a:defRPr sz="1799" b="0" kern="1200" spc="0" baseline="0">
                <a:solidFill>
                  <a:schemeClr val="tx1"/>
                </a:solidFill>
                <a:latin typeface="+mn-lt"/>
                <a:ea typeface="+mn-ea"/>
                <a:cs typeface="+mn-cs"/>
              </a:defRPr>
            </a:lvl1pPr>
            <a:lvl2pPr marL="260272" indent="0" algn="l" defTabSz="913852" rtl="0" eaLnBrk="1" fontAlgn="ctr" latinLnBrk="0" hangingPunct="1">
              <a:lnSpc>
                <a:spcPct val="100000"/>
              </a:lnSpc>
              <a:spcBef>
                <a:spcPts val="8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2pPr>
            <a:lvl3pPr marL="499912" indent="0" algn="l" defTabSz="913852" rtl="0" eaLnBrk="1" fontAlgn="ctr" latinLnBrk="0" hangingPunct="1">
              <a:lnSpc>
                <a:spcPct val="100000"/>
              </a:lnSpc>
              <a:spcBef>
                <a:spcPts val="600"/>
              </a:spcBef>
              <a:spcAft>
                <a:spcPts val="0"/>
              </a:spcAft>
              <a:buSzPct val="100000"/>
              <a:buFont typeface="Wingdings" panose="05000000000000000000" pitchFamily="2" charset="2"/>
              <a:buNone/>
              <a:defRPr sz="1200" kern="1200" spc="0" baseline="0">
                <a:solidFill>
                  <a:schemeClr val="tx1"/>
                </a:solidFill>
                <a:latin typeface="+mn-lt"/>
                <a:ea typeface="+mn-ea"/>
                <a:cs typeface="+mn-cs"/>
              </a:defRPr>
            </a:lvl3pPr>
            <a:lvl4pPr marL="676072" indent="0" algn="l" defTabSz="913852" rtl="0" eaLnBrk="1" fontAlgn="ctr" latinLnBrk="0" hangingPunct="1">
              <a:lnSpc>
                <a:spcPct val="99000"/>
              </a:lnSpc>
              <a:spcBef>
                <a:spcPts val="300"/>
              </a:spcBef>
              <a:spcAft>
                <a:spcPts val="0"/>
              </a:spcAft>
              <a:buSzPct val="85000"/>
              <a:buFont typeface="Arial" panose="020B0604020202020204" pitchFamily="34" charset="0"/>
              <a:buNone/>
              <a:defRPr sz="1200" kern="1200" spc="0" baseline="0">
                <a:solidFill>
                  <a:schemeClr val="tx1"/>
                </a:solidFill>
                <a:latin typeface="+mn-lt"/>
                <a:ea typeface="+mn-ea"/>
                <a:cs typeface="+mn-cs"/>
              </a:defRPr>
            </a:lvl4pPr>
            <a:lvl5pPr marL="858579" indent="0" algn="l" defTabSz="913852" rtl="0" eaLnBrk="1" fontAlgn="ctr" latinLnBrk="0" hangingPunct="1">
              <a:lnSpc>
                <a:spcPct val="99000"/>
              </a:lnSpc>
              <a:spcBef>
                <a:spcPts val="200"/>
              </a:spcBef>
              <a:spcAft>
                <a:spcPts val="0"/>
              </a:spcAft>
              <a:buFont typeface="Arial" panose="020B0604020202020204" pitchFamily="34" charset="0"/>
              <a:buNone/>
              <a:defRPr sz="1200" kern="1200" spc="0" baseline="0">
                <a:solidFill>
                  <a:schemeClr val="tx1"/>
                </a:solidFill>
                <a:latin typeface="+mn-lt"/>
                <a:ea typeface="+mn-ea"/>
                <a:cs typeface="+mn-cs"/>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6"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2"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fontAlgn="ctr"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marR="0" lvl="0" indent="0" algn="ctr" defTabSz="913852" rtl="0" eaLnBrk="1" fontAlgn="ctr"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a:ln>
                  <a:noFill/>
                </a:ln>
                <a:solidFill>
                  <a:srgbClr val="000000"/>
                </a:solidFill>
                <a:effectLst/>
                <a:uLnTx/>
                <a:uFillTx/>
                <a:latin typeface="Arial Black"/>
                <a:ea typeface="+mn-ea"/>
                <a:cs typeface="+mn-cs"/>
              </a:rPr>
              <a:t>Legal</a:t>
            </a:r>
          </a:p>
        </p:txBody>
      </p:sp>
      <p:grpSp>
        <p:nvGrpSpPr>
          <p:cNvPr id="2214" name="Group 2213">
            <a:extLst>
              <a:ext uri="{FF2B5EF4-FFF2-40B4-BE49-F238E27FC236}">
                <a16:creationId xmlns:a16="http://schemas.microsoft.com/office/drawing/2014/main" id="{76AA2636-2D9B-073E-9309-6C33322B0A9B}"/>
              </a:ext>
            </a:extLst>
          </p:cNvPr>
          <p:cNvGrpSpPr/>
          <p:nvPr/>
        </p:nvGrpSpPr>
        <p:grpSpPr>
          <a:xfrm>
            <a:off x="10444989" y="1718160"/>
            <a:ext cx="981974" cy="571261"/>
            <a:chOff x="1120511" y="2891076"/>
            <a:chExt cx="981974" cy="571261"/>
          </a:xfrm>
        </p:grpSpPr>
        <p:grpSp>
          <p:nvGrpSpPr>
            <p:cNvPr id="2215" name="Group 2214">
              <a:extLst>
                <a:ext uri="{FF2B5EF4-FFF2-40B4-BE49-F238E27FC236}">
                  <a16:creationId xmlns:a16="http://schemas.microsoft.com/office/drawing/2014/main" id="{3814A381-1BC2-589E-C36A-AB9D7001F870}"/>
                </a:ext>
              </a:extLst>
            </p:cNvPr>
            <p:cNvGrpSpPr/>
            <p:nvPr/>
          </p:nvGrpSpPr>
          <p:grpSpPr>
            <a:xfrm>
              <a:off x="1120511" y="2891076"/>
              <a:ext cx="981974" cy="571261"/>
              <a:chOff x="3179816" y="2353861"/>
              <a:chExt cx="981974" cy="571261"/>
            </a:xfrm>
          </p:grpSpPr>
          <p:sp>
            <p:nvSpPr>
              <p:cNvPr id="2217" name="Rectangle: Rounded Corners 2216">
                <a:extLst>
                  <a:ext uri="{FF2B5EF4-FFF2-40B4-BE49-F238E27FC236}">
                    <a16:creationId xmlns:a16="http://schemas.microsoft.com/office/drawing/2014/main" id="{0180731D-5BD7-0DFE-D8BC-A24A3B366EE7}"/>
                  </a:ext>
                </a:extLst>
              </p:cNvPr>
              <p:cNvSpPr/>
              <p:nvPr/>
            </p:nvSpPr>
            <p:spPr>
              <a:xfrm>
                <a:off x="3179816" y="2363801"/>
                <a:ext cx="981974" cy="561321"/>
              </a:xfrm>
              <a:prstGeom prst="round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pic>
            <p:nvPicPr>
              <p:cNvPr id="2218" name="Graphic 2217" descr="User with solid fill">
                <a:extLst>
                  <a:ext uri="{FF2B5EF4-FFF2-40B4-BE49-F238E27FC236}">
                    <a16:creationId xmlns:a16="http://schemas.microsoft.com/office/drawing/2014/main" id="{354C5FCE-7CFE-FD1B-D23E-AD949DBD641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9816" y="2353861"/>
                <a:ext cx="356059" cy="356059"/>
              </a:xfrm>
              <a:prstGeom prst="rect">
                <a:avLst/>
              </a:prstGeom>
            </p:spPr>
          </p:pic>
          <p:sp>
            <p:nvSpPr>
              <p:cNvPr id="2219" name="Rectangle: Rounded Corners 2218">
                <a:extLst>
                  <a:ext uri="{FF2B5EF4-FFF2-40B4-BE49-F238E27FC236}">
                    <a16:creationId xmlns:a16="http://schemas.microsoft.com/office/drawing/2014/main" id="{764C22E1-D106-3BE5-5784-CE8AE0ED32CD}"/>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D1C24">
                        <a:lumMod val="75000"/>
                      </a:srgbClr>
                    </a:solidFill>
                    <a:effectLst/>
                    <a:uLnTx/>
                    <a:uFillTx/>
                    <a:latin typeface="Arial"/>
                    <a:ea typeface="+mn-ea"/>
                    <a:cs typeface="+mn-cs"/>
                  </a:rPr>
                  <a:t>JFS111</a:t>
                </a:r>
              </a:p>
            </p:txBody>
          </p:sp>
        </p:grpSp>
        <p:sp>
          <p:nvSpPr>
            <p:cNvPr id="2216" name="TextBox 2215">
              <a:extLst>
                <a:ext uri="{FF2B5EF4-FFF2-40B4-BE49-F238E27FC236}">
                  <a16:creationId xmlns:a16="http://schemas.microsoft.com/office/drawing/2014/main" id="{F2F60574-3F5F-60D3-8DEA-C9DE38F6FD3C}"/>
                </a:ext>
              </a:extLst>
            </p:cNvPr>
            <p:cNvSpPr txBox="1"/>
            <p:nvPr/>
          </p:nvSpPr>
          <p:spPr>
            <a:xfrm>
              <a:off x="1437873" y="2916442"/>
              <a:ext cx="619332" cy="276999"/>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Black"/>
                  <a:ea typeface="+mn-ea"/>
                  <a:cs typeface="+mn-cs"/>
                </a:rPr>
                <a:t>Customer</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Black"/>
                  <a:ea typeface="+mn-ea"/>
                  <a:cs typeface="+mn-cs"/>
                </a:rPr>
                <a:t>Account</a:t>
              </a:r>
            </a:p>
          </p:txBody>
        </p:sp>
      </p:grpSp>
      <p:graphicFrame>
        <p:nvGraphicFramePr>
          <p:cNvPr id="2220" name="Table 2219">
            <a:extLst>
              <a:ext uri="{FF2B5EF4-FFF2-40B4-BE49-F238E27FC236}">
                <a16:creationId xmlns:a16="http://schemas.microsoft.com/office/drawing/2014/main" id="{5B1F5B77-88B4-6B5C-05BB-9E33651E3B21}"/>
              </a:ext>
            </a:extLst>
          </p:cNvPr>
          <p:cNvGraphicFramePr>
            <a:graphicFrameLocks noGrp="1"/>
          </p:cNvGraphicFramePr>
          <p:nvPr/>
        </p:nvGraphicFramePr>
        <p:xfrm>
          <a:off x="10355281" y="4711303"/>
          <a:ext cx="1756432" cy="1428887"/>
        </p:xfrm>
        <a:graphic>
          <a:graphicData uri="http://schemas.openxmlformats.org/drawingml/2006/table">
            <a:tbl>
              <a:tblPr firstRow="1" bandRow="1">
                <a:tableStyleId>{5C22544A-7EE6-4342-B048-85BDC9FD1C3A}</a:tableStyleId>
              </a:tblPr>
              <a:tblGrid>
                <a:gridCol w="440843">
                  <a:extLst>
                    <a:ext uri="{9D8B030D-6E8A-4147-A177-3AD203B41FA5}">
                      <a16:colId xmlns:a16="http://schemas.microsoft.com/office/drawing/2014/main" val="3201717125"/>
                    </a:ext>
                  </a:extLst>
                </a:gridCol>
                <a:gridCol w="783571">
                  <a:extLst>
                    <a:ext uri="{9D8B030D-6E8A-4147-A177-3AD203B41FA5}">
                      <a16:colId xmlns:a16="http://schemas.microsoft.com/office/drawing/2014/main" val="3737549771"/>
                    </a:ext>
                  </a:extLst>
                </a:gridCol>
                <a:gridCol w="532018">
                  <a:extLst>
                    <a:ext uri="{9D8B030D-6E8A-4147-A177-3AD203B41FA5}">
                      <a16:colId xmlns:a16="http://schemas.microsoft.com/office/drawing/2014/main" val="2662025207"/>
                    </a:ext>
                  </a:extLst>
                </a:gridCol>
              </a:tblGrid>
              <a:tr h="326945">
                <a:tc>
                  <a:txBody>
                    <a:bodyPr/>
                    <a:lstStyle/>
                    <a:p>
                      <a:r>
                        <a:rPr lang="en-US" sz="800"/>
                        <a:t>GBLUT</a:t>
                      </a:r>
                    </a:p>
                  </a:txBody>
                  <a:tcPr/>
                </a:tc>
                <a:tc>
                  <a:txBody>
                    <a:bodyPr/>
                    <a:lstStyle/>
                    <a:p>
                      <a:r>
                        <a:rPr lang="en-US" sz="800"/>
                        <a:t>Customer Countries</a:t>
                      </a:r>
                    </a:p>
                  </a:txBody>
                  <a:tcPr/>
                </a:tc>
                <a:tc>
                  <a:txBody>
                    <a:bodyPr/>
                    <a:lstStyle/>
                    <a:p>
                      <a:r>
                        <a:rPr lang="en-US" sz="800"/>
                        <a:t>EQX BU</a:t>
                      </a:r>
                    </a:p>
                  </a:txBody>
                  <a:tcPr/>
                </a:tc>
                <a:extLst>
                  <a:ext uri="{0D108BD9-81ED-4DB2-BD59-A6C34878D82A}">
                    <a16:rowId xmlns:a16="http://schemas.microsoft.com/office/drawing/2014/main" val="2230966323"/>
                  </a:ext>
                </a:extLst>
              </a:tr>
              <a:tr h="291629">
                <a:tc>
                  <a:txBody>
                    <a:bodyPr/>
                    <a:lstStyle/>
                    <a:p>
                      <a:r>
                        <a:rPr lang="en-US" sz="800"/>
                        <a:t>GTC</a:t>
                      </a:r>
                    </a:p>
                  </a:txBody>
                  <a:tcPr/>
                </a:tc>
                <a:tc>
                  <a:txBody>
                    <a:bodyPr/>
                    <a:lstStyle/>
                    <a:p>
                      <a:r>
                        <a:rPr lang="en-US" sz="800"/>
                        <a:t>Global</a:t>
                      </a:r>
                    </a:p>
                  </a:txBody>
                  <a:tcPr/>
                </a:tc>
                <a:tc>
                  <a:txBody>
                    <a:bodyPr/>
                    <a:lstStyle/>
                    <a:p>
                      <a:r>
                        <a:rPr lang="en-US" sz="800"/>
                        <a:t>GBL</a:t>
                      </a:r>
                    </a:p>
                  </a:txBody>
                  <a:tcPr/>
                </a:tc>
                <a:extLst>
                  <a:ext uri="{0D108BD9-81ED-4DB2-BD59-A6C34878D82A}">
                    <a16:rowId xmlns:a16="http://schemas.microsoft.com/office/drawing/2014/main" val="903720092"/>
                  </a:ext>
                </a:extLst>
              </a:tr>
              <a:tr h="400989">
                <a:tc>
                  <a:txBody>
                    <a:bodyPr/>
                    <a:lstStyle/>
                    <a:p>
                      <a:r>
                        <a:rPr lang="en-US" sz="800"/>
                        <a:t>DCS</a:t>
                      </a:r>
                    </a:p>
                  </a:txBody>
                  <a:tcPr/>
                </a:tc>
                <a:tc>
                  <a:txBody>
                    <a:bodyPr/>
                    <a:lstStyle/>
                    <a:p>
                      <a:r>
                        <a:rPr lang="en-US" sz="800"/>
                        <a:t>USA, </a:t>
                      </a:r>
                    </a:p>
                    <a:p>
                      <a:r>
                        <a:rPr lang="en-US" sz="800"/>
                        <a:t>NL</a:t>
                      </a:r>
                    </a:p>
                  </a:txBody>
                  <a:tcPr/>
                </a:tc>
                <a:tc>
                  <a:txBody>
                    <a:bodyPr/>
                    <a:lstStyle/>
                    <a:p>
                      <a:r>
                        <a:rPr lang="en-US" sz="800"/>
                        <a:t>USA, NL</a:t>
                      </a:r>
                    </a:p>
                  </a:txBody>
                  <a:tcPr/>
                </a:tc>
                <a:extLst>
                  <a:ext uri="{0D108BD9-81ED-4DB2-BD59-A6C34878D82A}">
                    <a16:rowId xmlns:a16="http://schemas.microsoft.com/office/drawing/2014/main" val="2627889023"/>
                  </a:ext>
                </a:extLst>
              </a:tr>
              <a:tr h="400989">
                <a:tc>
                  <a:txBody>
                    <a:bodyPr/>
                    <a:lstStyle/>
                    <a:p>
                      <a:r>
                        <a:rPr lang="en-US" sz="800"/>
                        <a:t>DS</a:t>
                      </a:r>
                    </a:p>
                  </a:txBody>
                  <a:tcPr/>
                </a:tc>
                <a:tc>
                  <a:txBody>
                    <a:bodyPr/>
                    <a:lstStyle/>
                    <a:p>
                      <a:r>
                        <a:rPr lang="en-US" sz="800"/>
                        <a:t>USA, </a:t>
                      </a:r>
                    </a:p>
                    <a:p>
                      <a:r>
                        <a:rPr lang="en-US" sz="800"/>
                        <a:t>NL</a:t>
                      </a:r>
                    </a:p>
                  </a:txBody>
                  <a:tcPr/>
                </a:tc>
                <a:tc>
                  <a:txBody>
                    <a:bodyPr/>
                    <a:lstStyle/>
                    <a:p>
                      <a:r>
                        <a:rPr lang="en-US" sz="800"/>
                        <a:t>USA, NL</a:t>
                      </a:r>
                    </a:p>
                  </a:txBody>
                  <a:tcPr/>
                </a:tc>
                <a:extLst>
                  <a:ext uri="{0D108BD9-81ED-4DB2-BD59-A6C34878D82A}">
                    <a16:rowId xmlns:a16="http://schemas.microsoft.com/office/drawing/2014/main" val="3587464434"/>
                  </a:ext>
                </a:extLst>
              </a:tr>
            </a:tbl>
          </a:graphicData>
        </a:graphic>
      </p:graphicFrame>
      <p:grpSp>
        <p:nvGrpSpPr>
          <p:cNvPr id="2221" name="Group 2220">
            <a:extLst>
              <a:ext uri="{FF2B5EF4-FFF2-40B4-BE49-F238E27FC236}">
                <a16:creationId xmlns:a16="http://schemas.microsoft.com/office/drawing/2014/main" id="{C9B4BFFD-205F-4E4F-17C6-3B509E7315AD}"/>
              </a:ext>
            </a:extLst>
          </p:cNvPr>
          <p:cNvGrpSpPr/>
          <p:nvPr/>
        </p:nvGrpSpPr>
        <p:grpSpPr>
          <a:xfrm>
            <a:off x="11518341" y="2993223"/>
            <a:ext cx="465966" cy="561320"/>
            <a:chOff x="402854" y="3550946"/>
            <a:chExt cx="465966" cy="561320"/>
          </a:xfrm>
          <a:solidFill>
            <a:schemeClr val="accent5"/>
          </a:solidFill>
        </p:grpSpPr>
        <p:grpSp>
          <p:nvGrpSpPr>
            <p:cNvPr id="2222" name="Graphic 32" descr="Contract with solid fill">
              <a:extLst>
                <a:ext uri="{FF2B5EF4-FFF2-40B4-BE49-F238E27FC236}">
                  <a16:creationId xmlns:a16="http://schemas.microsoft.com/office/drawing/2014/main" id="{C7AFE6F4-AC2F-0F14-B2BA-AD726B8ECC6F}"/>
                </a:ext>
              </a:extLst>
            </p:cNvPr>
            <p:cNvGrpSpPr/>
            <p:nvPr/>
          </p:nvGrpSpPr>
          <p:grpSpPr>
            <a:xfrm>
              <a:off x="402854" y="3550946"/>
              <a:ext cx="465966" cy="561320"/>
              <a:chOff x="4483875" y="2864625"/>
              <a:chExt cx="590550" cy="762000"/>
            </a:xfrm>
            <a:grpFill/>
          </p:grpSpPr>
          <p:sp>
            <p:nvSpPr>
              <p:cNvPr id="2224" name="Freeform: Shape 2223">
                <a:extLst>
                  <a:ext uri="{FF2B5EF4-FFF2-40B4-BE49-F238E27FC236}">
                    <a16:creationId xmlns:a16="http://schemas.microsoft.com/office/drawing/2014/main" id="{FED5954B-CFF5-7E6C-EF30-B1BDEC0E1C94}"/>
                  </a:ext>
                </a:extLst>
              </p:cNvPr>
              <p:cNvSpPr/>
              <p:nvPr/>
            </p:nvSpPr>
            <p:spPr>
              <a:xfrm>
                <a:off x="4483875" y="2864625"/>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225" name="Freeform: Shape 2224">
                <a:extLst>
                  <a:ext uri="{FF2B5EF4-FFF2-40B4-BE49-F238E27FC236}">
                    <a16:creationId xmlns:a16="http://schemas.microsoft.com/office/drawing/2014/main" id="{7122478B-FACD-54E0-5EA4-4D75A62CE50F}"/>
                  </a:ext>
                </a:extLst>
              </p:cNvPr>
              <p:cNvSpPr/>
              <p:nvPr/>
            </p:nvSpPr>
            <p:spPr>
              <a:xfrm>
                <a:off x="4598175" y="29979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226" name="Freeform: Shape 2225">
                <a:extLst>
                  <a:ext uri="{FF2B5EF4-FFF2-40B4-BE49-F238E27FC236}">
                    <a16:creationId xmlns:a16="http://schemas.microsoft.com/office/drawing/2014/main" id="{9EDB7C10-2A19-DFB4-9EE3-D1770BF8460E}"/>
                  </a:ext>
                </a:extLst>
              </p:cNvPr>
              <p:cNvSpPr/>
              <p:nvPr/>
            </p:nvSpPr>
            <p:spPr>
              <a:xfrm>
                <a:off x="4598175" y="30741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227" name="Freeform: Shape 2226">
                <a:extLst>
                  <a:ext uri="{FF2B5EF4-FFF2-40B4-BE49-F238E27FC236}">
                    <a16:creationId xmlns:a16="http://schemas.microsoft.com/office/drawing/2014/main" id="{A43FAFC1-ECE0-1D27-5872-CF218B903482}"/>
                  </a:ext>
                </a:extLst>
              </p:cNvPr>
              <p:cNvSpPr/>
              <p:nvPr/>
            </p:nvSpPr>
            <p:spPr>
              <a:xfrm>
                <a:off x="4598175" y="31503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228" name="Freeform: Shape 2227">
                <a:extLst>
                  <a:ext uri="{FF2B5EF4-FFF2-40B4-BE49-F238E27FC236}">
                    <a16:creationId xmlns:a16="http://schemas.microsoft.com/office/drawing/2014/main" id="{CDA62CA1-11D6-2811-F450-2542504C89FD}"/>
                  </a:ext>
                </a:extLst>
              </p:cNvPr>
              <p:cNvSpPr/>
              <p:nvPr/>
            </p:nvSpPr>
            <p:spPr>
              <a:xfrm>
                <a:off x="4598175" y="322657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grpSp>
        <p:sp>
          <p:nvSpPr>
            <p:cNvPr id="2223" name="TextBox 2222">
              <a:extLst>
                <a:ext uri="{FF2B5EF4-FFF2-40B4-BE49-F238E27FC236}">
                  <a16:creationId xmlns:a16="http://schemas.microsoft.com/office/drawing/2014/main" id="{4AE48801-1EEE-2341-A289-FF57E8CB943E}"/>
                </a:ext>
              </a:extLst>
            </p:cNvPr>
            <p:cNvSpPr txBox="1"/>
            <p:nvPr/>
          </p:nvSpPr>
          <p:spPr>
            <a:xfrm>
              <a:off x="459890" y="3753096"/>
              <a:ext cx="344874" cy="307777"/>
            </a:xfrm>
            <a:prstGeom prst="rect">
              <a:avLst/>
            </a:prstGeom>
            <a:solidFill>
              <a:schemeClr val="accent2"/>
            </a:solid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GLB UT</a:t>
              </a:r>
            </a:p>
          </p:txBody>
        </p:sp>
      </p:grpSp>
      <p:sp>
        <p:nvSpPr>
          <p:cNvPr id="2231" name="Rectangle: Rounded Corners 2230">
            <a:extLst>
              <a:ext uri="{FF2B5EF4-FFF2-40B4-BE49-F238E27FC236}">
                <a16:creationId xmlns:a16="http://schemas.microsoft.com/office/drawing/2014/main" id="{E950D9FB-63B6-2CF9-3BCA-CBBCD1004398}"/>
              </a:ext>
            </a:extLst>
          </p:cNvPr>
          <p:cNvSpPr/>
          <p:nvPr/>
        </p:nvSpPr>
        <p:spPr>
          <a:xfrm>
            <a:off x="10627185" y="2697496"/>
            <a:ext cx="617583" cy="1304464"/>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BU</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GBL</a:t>
            </a:r>
          </a:p>
        </p:txBody>
      </p:sp>
      <p:pic>
        <p:nvPicPr>
          <p:cNvPr id="2229" name="Picture 2228">
            <a:extLst>
              <a:ext uri="{FF2B5EF4-FFF2-40B4-BE49-F238E27FC236}">
                <a16:creationId xmlns:a16="http://schemas.microsoft.com/office/drawing/2014/main" id="{B1266C0C-F0EC-CBC9-B75D-9B82B8D3D1B3}"/>
              </a:ext>
            </a:extLst>
          </p:cNvPr>
          <p:cNvPicPr>
            <a:picLocks noChangeAspect="1"/>
          </p:cNvPicPr>
          <p:nvPr/>
        </p:nvPicPr>
        <p:blipFill>
          <a:blip r:embed="rId12" cstate="print">
            <a:biLevel thresh="75000"/>
            <a:extLst>
              <a:ext uri="{28A0092B-C50C-407E-A947-70E740481C1C}">
                <a14:useLocalDpi xmlns:a14="http://schemas.microsoft.com/office/drawing/2010/main" val="0"/>
              </a:ext>
            </a:extLst>
          </a:blip>
          <a:stretch>
            <a:fillRect/>
          </a:stretch>
        </p:blipFill>
        <p:spPr>
          <a:xfrm>
            <a:off x="10690676" y="3443363"/>
            <a:ext cx="508628" cy="508628"/>
          </a:xfrm>
          <a:prstGeom prst="rect">
            <a:avLst/>
          </a:prstGeom>
        </p:spPr>
      </p:pic>
      <p:pic>
        <p:nvPicPr>
          <p:cNvPr id="2230" name="Picture 2229">
            <a:extLst>
              <a:ext uri="{FF2B5EF4-FFF2-40B4-BE49-F238E27FC236}">
                <a16:creationId xmlns:a16="http://schemas.microsoft.com/office/drawing/2014/main" id="{4EBC1B45-7615-E6CA-C2AE-761636C50E80}"/>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r="15073"/>
          <a:stretch/>
        </p:blipFill>
        <p:spPr>
          <a:xfrm>
            <a:off x="10780981" y="2753278"/>
            <a:ext cx="341488" cy="221403"/>
          </a:xfrm>
          <a:prstGeom prst="rect">
            <a:avLst/>
          </a:prstGeom>
        </p:spPr>
      </p:pic>
      <p:cxnSp>
        <p:nvCxnSpPr>
          <p:cNvPr id="2232" name="Straight Arrow Connector 29">
            <a:extLst>
              <a:ext uri="{FF2B5EF4-FFF2-40B4-BE49-F238E27FC236}">
                <a16:creationId xmlns:a16="http://schemas.microsoft.com/office/drawing/2014/main" id="{7B859B1A-D7CD-0071-6C4F-A5FE1287C861}"/>
              </a:ext>
            </a:extLst>
          </p:cNvPr>
          <p:cNvCxnSpPr>
            <a:cxnSpLocks/>
            <a:stCxn id="2217" idx="2"/>
            <a:endCxn id="2231" idx="0"/>
          </p:cNvCxnSpPr>
          <p:nvPr/>
        </p:nvCxnSpPr>
        <p:spPr>
          <a:xfrm>
            <a:off x="10935976" y="2289421"/>
            <a:ext cx="1" cy="408075"/>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2235" name="Straight Arrow Connector 29">
            <a:extLst>
              <a:ext uri="{FF2B5EF4-FFF2-40B4-BE49-F238E27FC236}">
                <a16:creationId xmlns:a16="http://schemas.microsoft.com/office/drawing/2014/main" id="{8744939C-768E-C2A9-9402-CD0C9856423B}"/>
              </a:ext>
            </a:extLst>
          </p:cNvPr>
          <p:cNvCxnSpPr>
            <a:cxnSpLocks/>
            <a:stCxn id="2231" idx="3"/>
            <a:endCxn id="2223" idx="1"/>
          </p:cNvCxnSpPr>
          <p:nvPr/>
        </p:nvCxnSpPr>
        <p:spPr>
          <a:xfrm flipV="1">
            <a:off x="11244768" y="3349262"/>
            <a:ext cx="330609" cy="466"/>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292" name="TextBox 2291">
            <a:extLst>
              <a:ext uri="{FF2B5EF4-FFF2-40B4-BE49-F238E27FC236}">
                <a16:creationId xmlns:a16="http://schemas.microsoft.com/office/drawing/2014/main" id="{B863B4DC-7584-6099-F264-14E53056A849}"/>
              </a:ext>
            </a:extLst>
          </p:cNvPr>
          <p:cNvSpPr txBox="1"/>
          <p:nvPr/>
        </p:nvSpPr>
        <p:spPr>
          <a:xfrm>
            <a:off x="8400711" y="5170954"/>
            <a:ext cx="479298" cy="161583"/>
          </a:xfrm>
          <a:prstGeom prst="rect">
            <a:avLst/>
          </a:prstGeom>
          <a:noFill/>
        </p:spPr>
        <p:txBody>
          <a:bodyPr wrap="non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Quote 5</a:t>
            </a:r>
          </a:p>
        </p:txBody>
      </p:sp>
      <p:sp>
        <p:nvSpPr>
          <p:cNvPr id="2293" name="TextBox 2292">
            <a:extLst>
              <a:ext uri="{FF2B5EF4-FFF2-40B4-BE49-F238E27FC236}">
                <a16:creationId xmlns:a16="http://schemas.microsoft.com/office/drawing/2014/main" id="{C40AD091-E423-9CC2-873B-570540C3C055}"/>
              </a:ext>
            </a:extLst>
          </p:cNvPr>
          <p:cNvSpPr txBox="1"/>
          <p:nvPr/>
        </p:nvSpPr>
        <p:spPr>
          <a:xfrm>
            <a:off x="7850742" y="4294667"/>
            <a:ext cx="432811" cy="153888"/>
          </a:xfrm>
          <a:prstGeom prst="rect">
            <a:avLst/>
          </a:prstGeom>
          <a:noFill/>
        </p:spPr>
        <p:txBody>
          <a:bodyPr wrap="non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07073"/>
                </a:solidFill>
                <a:effectLst/>
                <a:uLnTx/>
                <a:uFillTx/>
                <a:latin typeface="Arial"/>
                <a:ea typeface="+mn-ea"/>
                <a:cs typeface="+mn-cs"/>
              </a:rPr>
              <a:t>Order 3</a:t>
            </a:r>
          </a:p>
        </p:txBody>
      </p:sp>
      <p:sp>
        <p:nvSpPr>
          <p:cNvPr id="2294" name="TextBox 2293">
            <a:extLst>
              <a:ext uri="{FF2B5EF4-FFF2-40B4-BE49-F238E27FC236}">
                <a16:creationId xmlns:a16="http://schemas.microsoft.com/office/drawing/2014/main" id="{FF6D3419-E79C-8483-F051-3AEB6BCFF434}"/>
              </a:ext>
            </a:extLst>
          </p:cNvPr>
          <p:cNvSpPr txBox="1"/>
          <p:nvPr/>
        </p:nvSpPr>
        <p:spPr>
          <a:xfrm>
            <a:off x="7897431" y="5160459"/>
            <a:ext cx="479298" cy="153888"/>
          </a:xfrm>
          <a:prstGeom prst="rect">
            <a:avLst/>
          </a:prstGeom>
          <a:noFill/>
        </p:spPr>
        <p:txBody>
          <a:bodyPr wrap="squar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07073"/>
                </a:solidFill>
                <a:effectLst/>
                <a:uLnTx/>
                <a:uFillTx/>
                <a:latin typeface="Arial"/>
                <a:ea typeface="+mn-ea"/>
                <a:cs typeface="+mn-cs"/>
              </a:rPr>
              <a:t>Order 6</a:t>
            </a:r>
          </a:p>
        </p:txBody>
      </p:sp>
      <p:pic>
        <p:nvPicPr>
          <p:cNvPr id="2300" name="Graphic 2299" descr="Flip calendar with solid fill">
            <a:extLst>
              <a:ext uri="{FF2B5EF4-FFF2-40B4-BE49-F238E27FC236}">
                <a16:creationId xmlns:a16="http://schemas.microsoft.com/office/drawing/2014/main" id="{D052262E-9A7B-9B5E-28F1-7BA27508C8F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7883188" y="3929161"/>
            <a:ext cx="377991" cy="356059"/>
          </a:xfrm>
          <a:prstGeom prst="rect">
            <a:avLst/>
          </a:prstGeom>
        </p:spPr>
      </p:pic>
      <p:pic>
        <p:nvPicPr>
          <p:cNvPr id="2301" name="Graphic 2300" descr="Flip calendar with solid fill">
            <a:extLst>
              <a:ext uri="{FF2B5EF4-FFF2-40B4-BE49-F238E27FC236}">
                <a16:creationId xmlns:a16="http://schemas.microsoft.com/office/drawing/2014/main" id="{2701089B-B904-3F68-0E0C-D1E7DBE1F4FA}"/>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7912334" y="4788702"/>
            <a:ext cx="377991" cy="356059"/>
          </a:xfrm>
          <a:prstGeom prst="rect">
            <a:avLst/>
          </a:prstGeom>
        </p:spPr>
      </p:pic>
      <p:pic>
        <p:nvPicPr>
          <p:cNvPr id="2302" name="Graphic 2301" descr="Flip calendar with solid fill">
            <a:extLst>
              <a:ext uri="{FF2B5EF4-FFF2-40B4-BE49-F238E27FC236}">
                <a16:creationId xmlns:a16="http://schemas.microsoft.com/office/drawing/2014/main" id="{1F128960-DD3C-E2AC-375E-D05A20288E7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8456456" y="4809295"/>
            <a:ext cx="377991" cy="356059"/>
          </a:xfrm>
          <a:prstGeom prst="rect">
            <a:avLst/>
          </a:prstGeom>
        </p:spPr>
      </p:pic>
      <p:sp>
        <p:nvSpPr>
          <p:cNvPr id="2307" name="Oval 2306">
            <a:extLst>
              <a:ext uri="{FF2B5EF4-FFF2-40B4-BE49-F238E27FC236}">
                <a16:creationId xmlns:a16="http://schemas.microsoft.com/office/drawing/2014/main" id="{B30FB58E-CC75-D1DE-059F-3182F96EA791}"/>
              </a:ext>
            </a:extLst>
          </p:cNvPr>
          <p:cNvSpPr/>
          <p:nvPr/>
        </p:nvSpPr>
        <p:spPr>
          <a:xfrm>
            <a:off x="6815192" y="1859828"/>
            <a:ext cx="356059" cy="356059"/>
          </a:xfrm>
          <a:prstGeom prst="ellipse">
            <a:avLst/>
          </a:prstGeom>
          <a:solidFill>
            <a:srgbClr val="00B050"/>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1</a:t>
            </a:r>
          </a:p>
        </p:txBody>
      </p:sp>
      <p:sp>
        <p:nvSpPr>
          <p:cNvPr id="2309" name="Oval 2308">
            <a:extLst>
              <a:ext uri="{FF2B5EF4-FFF2-40B4-BE49-F238E27FC236}">
                <a16:creationId xmlns:a16="http://schemas.microsoft.com/office/drawing/2014/main" id="{7A3DAF16-E4B1-2BFB-D39D-CA065F044C14}"/>
              </a:ext>
            </a:extLst>
          </p:cNvPr>
          <p:cNvSpPr/>
          <p:nvPr/>
        </p:nvSpPr>
        <p:spPr>
          <a:xfrm>
            <a:off x="6815192" y="2609667"/>
            <a:ext cx="356059" cy="356059"/>
          </a:xfrm>
          <a:prstGeom prst="ellipse">
            <a:avLst/>
          </a:prstGeom>
          <a:solidFill>
            <a:srgbClr val="00B050"/>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2</a:t>
            </a:r>
          </a:p>
        </p:txBody>
      </p:sp>
      <p:sp>
        <p:nvSpPr>
          <p:cNvPr id="2310" name="Oval 2309">
            <a:extLst>
              <a:ext uri="{FF2B5EF4-FFF2-40B4-BE49-F238E27FC236}">
                <a16:creationId xmlns:a16="http://schemas.microsoft.com/office/drawing/2014/main" id="{81EC23BB-9171-D43D-2DC1-8942ED2C6F6C}"/>
              </a:ext>
            </a:extLst>
          </p:cNvPr>
          <p:cNvSpPr/>
          <p:nvPr/>
        </p:nvSpPr>
        <p:spPr>
          <a:xfrm>
            <a:off x="6814031" y="4119799"/>
            <a:ext cx="356059" cy="356059"/>
          </a:xfrm>
          <a:prstGeom prst="ellipse">
            <a:avLst/>
          </a:prstGeom>
          <a:solidFill>
            <a:srgbClr val="00B050"/>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4</a:t>
            </a:r>
          </a:p>
        </p:txBody>
      </p:sp>
      <p:sp>
        <p:nvSpPr>
          <p:cNvPr id="2311" name="Oval 2310">
            <a:extLst>
              <a:ext uri="{FF2B5EF4-FFF2-40B4-BE49-F238E27FC236}">
                <a16:creationId xmlns:a16="http://schemas.microsoft.com/office/drawing/2014/main" id="{116F48FA-1622-4204-EC62-F69FDE7459FD}"/>
              </a:ext>
            </a:extLst>
          </p:cNvPr>
          <p:cNvSpPr/>
          <p:nvPr/>
        </p:nvSpPr>
        <p:spPr>
          <a:xfrm>
            <a:off x="11571310" y="2495652"/>
            <a:ext cx="356059" cy="356059"/>
          </a:xfrm>
          <a:prstGeom prst="ellipse">
            <a:avLst/>
          </a:prstGeom>
          <a:solidFill>
            <a:srgbClr val="00B050"/>
          </a:solidFill>
          <a:ln w="57150">
            <a:solidFill>
              <a:schemeClr val="bg1"/>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Black"/>
                <a:ea typeface="+mn-ea"/>
                <a:cs typeface="+mn-cs"/>
              </a:rPr>
              <a:t>3</a:t>
            </a:r>
          </a:p>
        </p:txBody>
      </p:sp>
      <p:cxnSp>
        <p:nvCxnSpPr>
          <p:cNvPr id="2315" name="Straight Connector 2314">
            <a:extLst>
              <a:ext uri="{FF2B5EF4-FFF2-40B4-BE49-F238E27FC236}">
                <a16:creationId xmlns:a16="http://schemas.microsoft.com/office/drawing/2014/main" id="{31CECFA1-E448-DA4F-1BAD-26A17AB70681}"/>
              </a:ext>
            </a:extLst>
          </p:cNvPr>
          <p:cNvCxnSpPr/>
          <p:nvPr/>
        </p:nvCxnSpPr>
        <p:spPr>
          <a:xfrm>
            <a:off x="6722376" y="1165727"/>
            <a:ext cx="0" cy="5402573"/>
          </a:xfrm>
          <a:prstGeom prst="line">
            <a:avLst/>
          </a:prstGeom>
          <a:ln w="12700">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nvGrpSpPr>
          <p:cNvPr id="9" name="Group 8">
            <a:extLst>
              <a:ext uri="{FF2B5EF4-FFF2-40B4-BE49-F238E27FC236}">
                <a16:creationId xmlns:a16="http://schemas.microsoft.com/office/drawing/2014/main" id="{6641E9BB-A168-3218-196C-B64B315F3184}"/>
              </a:ext>
            </a:extLst>
          </p:cNvPr>
          <p:cNvGrpSpPr/>
          <p:nvPr/>
        </p:nvGrpSpPr>
        <p:grpSpPr>
          <a:xfrm>
            <a:off x="1732610" y="1879393"/>
            <a:ext cx="981974" cy="571261"/>
            <a:chOff x="1120511" y="2891076"/>
            <a:chExt cx="981974" cy="571261"/>
          </a:xfrm>
        </p:grpSpPr>
        <p:grpSp>
          <p:nvGrpSpPr>
            <p:cNvPr id="11" name="Group 10">
              <a:extLst>
                <a:ext uri="{FF2B5EF4-FFF2-40B4-BE49-F238E27FC236}">
                  <a16:creationId xmlns:a16="http://schemas.microsoft.com/office/drawing/2014/main" id="{863741AA-49DC-2BFE-807A-997D28524B95}"/>
                </a:ext>
              </a:extLst>
            </p:cNvPr>
            <p:cNvGrpSpPr/>
            <p:nvPr/>
          </p:nvGrpSpPr>
          <p:grpSpPr>
            <a:xfrm>
              <a:off x="1120511" y="2891076"/>
              <a:ext cx="981974" cy="571261"/>
              <a:chOff x="3179816" y="2353861"/>
              <a:chExt cx="981974" cy="571261"/>
            </a:xfrm>
          </p:grpSpPr>
          <p:sp>
            <p:nvSpPr>
              <p:cNvPr id="13" name="Rectangle: Rounded Corners 12">
                <a:extLst>
                  <a:ext uri="{FF2B5EF4-FFF2-40B4-BE49-F238E27FC236}">
                    <a16:creationId xmlns:a16="http://schemas.microsoft.com/office/drawing/2014/main" id="{57B72FF3-B732-105E-049F-36CFF1B79A10}"/>
                  </a:ext>
                </a:extLst>
              </p:cNvPr>
              <p:cNvSpPr/>
              <p:nvPr/>
            </p:nvSpPr>
            <p:spPr>
              <a:xfrm>
                <a:off x="3179816" y="2363801"/>
                <a:ext cx="981974" cy="561321"/>
              </a:xfrm>
              <a:prstGeom prst="round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pic>
            <p:nvPicPr>
              <p:cNvPr id="14" name="Graphic 13" descr="User with solid fill">
                <a:extLst>
                  <a:ext uri="{FF2B5EF4-FFF2-40B4-BE49-F238E27FC236}">
                    <a16:creationId xmlns:a16="http://schemas.microsoft.com/office/drawing/2014/main" id="{C5E987DE-BA20-D554-11B4-D7177B0AFF5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9816" y="2353861"/>
                <a:ext cx="356059" cy="356059"/>
              </a:xfrm>
              <a:prstGeom prst="rect">
                <a:avLst/>
              </a:prstGeom>
            </p:spPr>
          </p:pic>
          <p:sp>
            <p:nvSpPr>
              <p:cNvPr id="15" name="Rectangle: Rounded Corners 14">
                <a:extLst>
                  <a:ext uri="{FF2B5EF4-FFF2-40B4-BE49-F238E27FC236}">
                    <a16:creationId xmlns:a16="http://schemas.microsoft.com/office/drawing/2014/main" id="{503CD21E-980D-8856-9AE4-866687A1353A}"/>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D1C24">
                        <a:lumMod val="75000"/>
                      </a:srgbClr>
                    </a:solidFill>
                    <a:effectLst/>
                    <a:uLnTx/>
                    <a:uFillTx/>
                    <a:latin typeface="Arial"/>
                    <a:ea typeface="+mn-ea"/>
                    <a:cs typeface="+mn-cs"/>
                  </a:rPr>
                  <a:t>JFS111</a:t>
                </a:r>
              </a:p>
            </p:txBody>
          </p:sp>
        </p:grpSp>
        <p:sp>
          <p:nvSpPr>
            <p:cNvPr id="12" name="TextBox 11">
              <a:extLst>
                <a:ext uri="{FF2B5EF4-FFF2-40B4-BE49-F238E27FC236}">
                  <a16:creationId xmlns:a16="http://schemas.microsoft.com/office/drawing/2014/main" id="{33F56393-093C-0B74-C6D7-52E593B87EDD}"/>
                </a:ext>
              </a:extLst>
            </p:cNvPr>
            <p:cNvSpPr txBox="1"/>
            <p:nvPr/>
          </p:nvSpPr>
          <p:spPr>
            <a:xfrm>
              <a:off x="1437873"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Sales</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Account</a:t>
              </a:r>
            </a:p>
          </p:txBody>
        </p:sp>
      </p:grpSp>
      <p:sp>
        <p:nvSpPr>
          <p:cNvPr id="59" name="Oval 58">
            <a:extLst>
              <a:ext uri="{FF2B5EF4-FFF2-40B4-BE49-F238E27FC236}">
                <a16:creationId xmlns:a16="http://schemas.microsoft.com/office/drawing/2014/main" id="{EFEA96F6-1024-55E6-6BBB-E906586F40F2}"/>
              </a:ext>
            </a:extLst>
          </p:cNvPr>
          <p:cNvSpPr/>
          <p:nvPr/>
        </p:nvSpPr>
        <p:spPr>
          <a:xfrm>
            <a:off x="5045614" y="3768247"/>
            <a:ext cx="48271" cy="45719"/>
          </a:xfrm>
          <a:prstGeom prst="ellipse">
            <a:avLst/>
          </a:prstGeom>
          <a:solidFill>
            <a:schemeClr val="accent3">
              <a:lumMod val="40000"/>
              <a:lumOff val="60000"/>
            </a:schemeClr>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0" name="Oval 59">
            <a:extLst>
              <a:ext uri="{FF2B5EF4-FFF2-40B4-BE49-F238E27FC236}">
                <a16:creationId xmlns:a16="http://schemas.microsoft.com/office/drawing/2014/main" id="{8CE3F94E-E529-ED02-31C2-4A8765334D3D}"/>
              </a:ext>
            </a:extLst>
          </p:cNvPr>
          <p:cNvSpPr/>
          <p:nvPr/>
        </p:nvSpPr>
        <p:spPr>
          <a:xfrm>
            <a:off x="5072189" y="3765317"/>
            <a:ext cx="48271" cy="45719"/>
          </a:xfrm>
          <a:prstGeom prst="ellipse">
            <a:avLst/>
          </a:prstGeom>
          <a:solidFill>
            <a:schemeClr val="accent3">
              <a:lumMod val="40000"/>
              <a:lumOff val="60000"/>
            </a:schemeClr>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cxnSp>
        <p:nvCxnSpPr>
          <p:cNvPr id="2249" name="Straight Arrow Connector 29">
            <a:extLst>
              <a:ext uri="{FF2B5EF4-FFF2-40B4-BE49-F238E27FC236}">
                <a16:creationId xmlns:a16="http://schemas.microsoft.com/office/drawing/2014/main" id="{21498939-B12A-88E7-98B1-676920B61CF4}"/>
              </a:ext>
            </a:extLst>
          </p:cNvPr>
          <p:cNvCxnSpPr>
            <a:cxnSpLocks/>
            <a:stCxn id="116" idx="2"/>
            <a:endCxn id="2205" idx="0"/>
          </p:cNvCxnSpPr>
          <p:nvPr/>
        </p:nvCxnSpPr>
        <p:spPr>
          <a:xfrm>
            <a:off x="8617450" y="2358162"/>
            <a:ext cx="706288" cy="603670"/>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283" name="Oval 2282">
            <a:extLst>
              <a:ext uri="{FF2B5EF4-FFF2-40B4-BE49-F238E27FC236}">
                <a16:creationId xmlns:a16="http://schemas.microsoft.com/office/drawing/2014/main" id="{58870EA5-39E9-CD4C-5697-FE3A44FD0610}"/>
              </a:ext>
            </a:extLst>
          </p:cNvPr>
          <p:cNvSpPr/>
          <p:nvPr/>
        </p:nvSpPr>
        <p:spPr>
          <a:xfrm>
            <a:off x="8203851" y="3934056"/>
            <a:ext cx="18288" cy="18288"/>
          </a:xfrm>
          <a:prstGeom prst="ellipse">
            <a:avLst/>
          </a:prstGeom>
          <a:solidFill>
            <a:schemeClr val="accent1"/>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7" name="Oval 66">
            <a:extLst>
              <a:ext uri="{FF2B5EF4-FFF2-40B4-BE49-F238E27FC236}">
                <a16:creationId xmlns:a16="http://schemas.microsoft.com/office/drawing/2014/main" id="{29729DFD-4419-82BA-8E38-1A9F60BF65A3}"/>
              </a:ext>
            </a:extLst>
          </p:cNvPr>
          <p:cNvSpPr/>
          <p:nvPr/>
        </p:nvSpPr>
        <p:spPr>
          <a:xfrm>
            <a:off x="8231002" y="4791007"/>
            <a:ext cx="18288" cy="18288"/>
          </a:xfrm>
          <a:prstGeom prst="ellipse">
            <a:avLst/>
          </a:prstGeom>
          <a:solidFill>
            <a:schemeClr val="accent1"/>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nvGrpSpPr>
          <p:cNvPr id="112" name="Group 111">
            <a:extLst>
              <a:ext uri="{FF2B5EF4-FFF2-40B4-BE49-F238E27FC236}">
                <a16:creationId xmlns:a16="http://schemas.microsoft.com/office/drawing/2014/main" id="{44CF2598-B9C7-A01E-7B98-A90787C60626}"/>
              </a:ext>
            </a:extLst>
          </p:cNvPr>
          <p:cNvGrpSpPr/>
          <p:nvPr/>
        </p:nvGrpSpPr>
        <p:grpSpPr>
          <a:xfrm>
            <a:off x="8126463" y="1786901"/>
            <a:ext cx="981974" cy="571261"/>
            <a:chOff x="1120511" y="2891076"/>
            <a:chExt cx="981974" cy="571261"/>
          </a:xfrm>
        </p:grpSpPr>
        <p:grpSp>
          <p:nvGrpSpPr>
            <p:cNvPr id="113" name="Group 112">
              <a:extLst>
                <a:ext uri="{FF2B5EF4-FFF2-40B4-BE49-F238E27FC236}">
                  <a16:creationId xmlns:a16="http://schemas.microsoft.com/office/drawing/2014/main" id="{72B9B15E-3F64-57D4-4A12-0F15FBE7A7FC}"/>
                </a:ext>
              </a:extLst>
            </p:cNvPr>
            <p:cNvGrpSpPr/>
            <p:nvPr/>
          </p:nvGrpSpPr>
          <p:grpSpPr>
            <a:xfrm>
              <a:off x="1120511" y="2891076"/>
              <a:ext cx="981974" cy="571261"/>
              <a:chOff x="3179816" y="2353861"/>
              <a:chExt cx="981974" cy="571261"/>
            </a:xfrm>
          </p:grpSpPr>
          <p:sp>
            <p:nvSpPr>
              <p:cNvPr id="116" name="Rectangle: Rounded Corners 115">
                <a:extLst>
                  <a:ext uri="{FF2B5EF4-FFF2-40B4-BE49-F238E27FC236}">
                    <a16:creationId xmlns:a16="http://schemas.microsoft.com/office/drawing/2014/main" id="{B2BB0946-7835-4E22-23BF-BDE75723224D}"/>
                  </a:ext>
                </a:extLst>
              </p:cNvPr>
              <p:cNvSpPr/>
              <p:nvPr/>
            </p:nvSpPr>
            <p:spPr>
              <a:xfrm>
                <a:off x="3179816" y="2363801"/>
                <a:ext cx="981974" cy="561321"/>
              </a:xfrm>
              <a:prstGeom prst="roundRect">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pic>
            <p:nvPicPr>
              <p:cNvPr id="117" name="Graphic 116" descr="User with solid fill">
                <a:extLst>
                  <a:ext uri="{FF2B5EF4-FFF2-40B4-BE49-F238E27FC236}">
                    <a16:creationId xmlns:a16="http://schemas.microsoft.com/office/drawing/2014/main" id="{D90788E1-FBFC-2390-691C-871C0952D1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9816" y="2353861"/>
                <a:ext cx="356059" cy="356059"/>
              </a:xfrm>
              <a:prstGeom prst="rect">
                <a:avLst/>
              </a:prstGeom>
            </p:spPr>
          </p:pic>
          <p:sp>
            <p:nvSpPr>
              <p:cNvPr id="118" name="Rectangle: Rounded Corners 117">
                <a:extLst>
                  <a:ext uri="{FF2B5EF4-FFF2-40B4-BE49-F238E27FC236}">
                    <a16:creationId xmlns:a16="http://schemas.microsoft.com/office/drawing/2014/main" id="{144A08C1-6505-5BDA-EFC1-94B525BDD904}"/>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D1C24">
                        <a:lumMod val="75000"/>
                      </a:srgbClr>
                    </a:solidFill>
                    <a:effectLst/>
                    <a:uLnTx/>
                    <a:uFillTx/>
                    <a:latin typeface="Arial"/>
                    <a:ea typeface="+mn-ea"/>
                    <a:cs typeface="+mn-cs"/>
                  </a:rPr>
                  <a:t>JFS111</a:t>
                </a:r>
              </a:p>
            </p:txBody>
          </p:sp>
        </p:grpSp>
        <p:sp>
          <p:nvSpPr>
            <p:cNvPr id="114" name="TextBox 113">
              <a:extLst>
                <a:ext uri="{FF2B5EF4-FFF2-40B4-BE49-F238E27FC236}">
                  <a16:creationId xmlns:a16="http://schemas.microsoft.com/office/drawing/2014/main" id="{5EE7E894-B3FC-8584-7EC7-59BB6F218248}"/>
                </a:ext>
              </a:extLst>
            </p:cNvPr>
            <p:cNvSpPr txBox="1"/>
            <p:nvPr/>
          </p:nvSpPr>
          <p:spPr>
            <a:xfrm>
              <a:off x="1437873"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Legal</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Account</a:t>
              </a:r>
            </a:p>
          </p:txBody>
        </p:sp>
      </p:grpSp>
      <p:cxnSp>
        <p:nvCxnSpPr>
          <p:cNvPr id="2320" name="Straight Arrow Connector 29">
            <a:extLst>
              <a:ext uri="{FF2B5EF4-FFF2-40B4-BE49-F238E27FC236}">
                <a16:creationId xmlns:a16="http://schemas.microsoft.com/office/drawing/2014/main" id="{9F509C10-EAAE-69EE-EF85-6BB26E3BFB20}"/>
              </a:ext>
            </a:extLst>
          </p:cNvPr>
          <p:cNvCxnSpPr>
            <a:cxnSpLocks/>
            <a:endCxn id="47" idx="3"/>
          </p:cNvCxnSpPr>
          <p:nvPr/>
        </p:nvCxnSpPr>
        <p:spPr>
          <a:xfrm rot="10800000" flipV="1">
            <a:off x="9696254" y="3757424"/>
            <a:ext cx="928992" cy="416295"/>
          </a:xfrm>
          <a:prstGeom prst="bentConnector3">
            <a:avLst>
              <a:gd name="adj1" fmla="val 50000"/>
            </a:avLst>
          </a:prstGeom>
          <a:ln w="12700">
            <a:solidFill>
              <a:schemeClr val="accent5"/>
            </a:solidFill>
            <a:prstDash val="dash"/>
            <a:headEnd type="none" w="med" len="med"/>
            <a:tailEnd type="triangle"/>
          </a:ln>
        </p:spPr>
        <p:style>
          <a:lnRef idx="1">
            <a:schemeClr val="accent3"/>
          </a:lnRef>
          <a:fillRef idx="0">
            <a:schemeClr val="accent3"/>
          </a:fillRef>
          <a:effectRef idx="0">
            <a:schemeClr val="accent3"/>
          </a:effectRef>
          <a:fontRef idx="minor">
            <a:schemeClr val="tx1"/>
          </a:fontRef>
        </p:style>
      </p:cxnSp>
      <p:sp>
        <p:nvSpPr>
          <p:cNvPr id="2323" name="TextBox 2322">
            <a:extLst>
              <a:ext uri="{FF2B5EF4-FFF2-40B4-BE49-F238E27FC236}">
                <a16:creationId xmlns:a16="http://schemas.microsoft.com/office/drawing/2014/main" id="{6D59AFFE-D882-3E8C-6024-91F27560FF92}"/>
              </a:ext>
            </a:extLst>
          </p:cNvPr>
          <p:cNvSpPr txBox="1"/>
          <p:nvPr/>
        </p:nvSpPr>
        <p:spPr>
          <a:xfrm>
            <a:off x="4124148" y="5581446"/>
            <a:ext cx="2629203" cy="1015663"/>
          </a:xfrm>
          <a:prstGeom prst="rect">
            <a:avLst/>
          </a:prstGeom>
          <a:noFill/>
        </p:spPr>
        <p:txBody>
          <a:bodyPr wrap="squar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a:ln>
                  <a:noFill/>
                </a:ln>
                <a:solidFill>
                  <a:srgbClr val="707073"/>
                </a:solidFill>
                <a:effectLst/>
                <a:uLnTx/>
                <a:uFillTx/>
                <a:latin typeface="Arial"/>
                <a:ea typeface="+mn-ea"/>
                <a:cs typeface="+mn-cs"/>
              </a:rPr>
              <a:t>What’s changing?</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No Billing Account</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Single UT contract  with multiple BUs</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BU tied to Bill-To Address using 1:M Site instead of billing account</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707073"/>
              </a:solidFill>
              <a:effectLst/>
              <a:uLnTx/>
              <a:uFillTx/>
              <a:latin typeface="Arial"/>
              <a:ea typeface="+mn-ea"/>
              <a:cs typeface="+mn-cs"/>
            </a:endParaRPr>
          </a:p>
        </p:txBody>
      </p:sp>
      <p:grpSp>
        <p:nvGrpSpPr>
          <p:cNvPr id="4" name="Group 3">
            <a:extLst>
              <a:ext uri="{FF2B5EF4-FFF2-40B4-BE49-F238E27FC236}">
                <a16:creationId xmlns:a16="http://schemas.microsoft.com/office/drawing/2014/main" id="{4FED5E3D-499E-45A5-FFAD-40BD3AAFC793}"/>
              </a:ext>
            </a:extLst>
          </p:cNvPr>
          <p:cNvGrpSpPr/>
          <p:nvPr/>
        </p:nvGrpSpPr>
        <p:grpSpPr>
          <a:xfrm>
            <a:off x="5063685" y="4130197"/>
            <a:ext cx="617583" cy="1182127"/>
            <a:chOff x="7301833" y="1613584"/>
            <a:chExt cx="617583" cy="1182127"/>
          </a:xfrm>
        </p:grpSpPr>
        <p:sp>
          <p:nvSpPr>
            <p:cNvPr id="6" name="Rectangle: Rounded Corners 5">
              <a:extLst>
                <a:ext uri="{FF2B5EF4-FFF2-40B4-BE49-F238E27FC236}">
                  <a16:creationId xmlns:a16="http://schemas.microsoft.com/office/drawing/2014/main" id="{44AD173F-711F-3612-4869-8E97D574DB1D}"/>
                </a:ext>
              </a:extLst>
            </p:cNvPr>
            <p:cNvSpPr/>
            <p:nvPr/>
          </p:nvSpPr>
          <p:spPr>
            <a:xfrm>
              <a:off x="7301833" y="1613584"/>
              <a:ext cx="617583" cy="1182127"/>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3"/>
            </a:fillRef>
            <a:effectRef idx="0">
              <a:schemeClr val="accent3"/>
            </a:effectRef>
            <a:fontRef idx="minor">
              <a:schemeClr val="lt1"/>
            </a:fontRef>
          </p:style>
          <p:txBody>
            <a:bodyPr wrap="none" rtlCol="0" anchor="t"/>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OU</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NL</a:t>
              </a:r>
            </a:p>
          </p:txBody>
        </p:sp>
        <p:pic>
          <p:nvPicPr>
            <p:cNvPr id="10" name="Picture 4" descr="A Silhouette Of The Map Of The Netherlands PNG &amp; SVG Design For T-Shirts">
              <a:extLst>
                <a:ext uri="{FF2B5EF4-FFF2-40B4-BE49-F238E27FC236}">
                  <a16:creationId xmlns:a16="http://schemas.microsoft.com/office/drawing/2014/main" id="{35113B59-7B35-BDB4-B2E2-2C57DBA0BA0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84693" y="2363119"/>
              <a:ext cx="409686" cy="40968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C211AF74-2E44-09DE-ABF5-2922FD287BB3}"/>
              </a:ext>
            </a:extLst>
          </p:cNvPr>
          <p:cNvGrpSpPr/>
          <p:nvPr/>
        </p:nvGrpSpPr>
        <p:grpSpPr>
          <a:xfrm>
            <a:off x="5911718" y="4374359"/>
            <a:ext cx="465966" cy="561320"/>
            <a:chOff x="402854" y="3550946"/>
            <a:chExt cx="465966" cy="561320"/>
          </a:xfrm>
          <a:solidFill>
            <a:schemeClr val="accent5"/>
          </a:solidFill>
        </p:grpSpPr>
        <p:grpSp>
          <p:nvGrpSpPr>
            <p:cNvPr id="18" name="Graphic 32" descr="Contract with solid fill">
              <a:extLst>
                <a:ext uri="{FF2B5EF4-FFF2-40B4-BE49-F238E27FC236}">
                  <a16:creationId xmlns:a16="http://schemas.microsoft.com/office/drawing/2014/main" id="{67E35AA0-2B9A-C894-35C4-8F4CD8C034AF}"/>
                </a:ext>
              </a:extLst>
            </p:cNvPr>
            <p:cNvGrpSpPr/>
            <p:nvPr/>
          </p:nvGrpSpPr>
          <p:grpSpPr>
            <a:xfrm>
              <a:off x="402854" y="3550946"/>
              <a:ext cx="465966" cy="561320"/>
              <a:chOff x="4483875" y="2864625"/>
              <a:chExt cx="590550" cy="762000"/>
            </a:xfrm>
            <a:grpFill/>
          </p:grpSpPr>
          <p:sp>
            <p:nvSpPr>
              <p:cNvPr id="20" name="Freeform: Shape 19">
                <a:extLst>
                  <a:ext uri="{FF2B5EF4-FFF2-40B4-BE49-F238E27FC236}">
                    <a16:creationId xmlns:a16="http://schemas.microsoft.com/office/drawing/2014/main" id="{C9989FB5-95F9-CCBE-C9FA-1C9B0466690A}"/>
                  </a:ext>
                </a:extLst>
              </p:cNvPr>
              <p:cNvSpPr/>
              <p:nvPr/>
            </p:nvSpPr>
            <p:spPr>
              <a:xfrm>
                <a:off x="4483875" y="2864625"/>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1" name="Freeform: Shape 20">
                <a:extLst>
                  <a:ext uri="{FF2B5EF4-FFF2-40B4-BE49-F238E27FC236}">
                    <a16:creationId xmlns:a16="http://schemas.microsoft.com/office/drawing/2014/main" id="{115F80FE-6DDB-E881-0658-84853488096C}"/>
                  </a:ext>
                </a:extLst>
              </p:cNvPr>
              <p:cNvSpPr/>
              <p:nvPr/>
            </p:nvSpPr>
            <p:spPr>
              <a:xfrm>
                <a:off x="4598175" y="29979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2" name="Freeform: Shape 21">
                <a:extLst>
                  <a:ext uri="{FF2B5EF4-FFF2-40B4-BE49-F238E27FC236}">
                    <a16:creationId xmlns:a16="http://schemas.microsoft.com/office/drawing/2014/main" id="{E13FC7AA-D32D-E4A3-EDFF-93C92FCACA08}"/>
                  </a:ext>
                </a:extLst>
              </p:cNvPr>
              <p:cNvSpPr/>
              <p:nvPr/>
            </p:nvSpPr>
            <p:spPr>
              <a:xfrm>
                <a:off x="4598175" y="30741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3" name="Freeform: Shape 22">
                <a:extLst>
                  <a:ext uri="{FF2B5EF4-FFF2-40B4-BE49-F238E27FC236}">
                    <a16:creationId xmlns:a16="http://schemas.microsoft.com/office/drawing/2014/main" id="{82161278-95DE-65BA-FE53-31A260D910D7}"/>
                  </a:ext>
                </a:extLst>
              </p:cNvPr>
              <p:cNvSpPr/>
              <p:nvPr/>
            </p:nvSpPr>
            <p:spPr>
              <a:xfrm>
                <a:off x="4598175" y="31503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4" name="Freeform: Shape 23">
                <a:extLst>
                  <a:ext uri="{FF2B5EF4-FFF2-40B4-BE49-F238E27FC236}">
                    <a16:creationId xmlns:a16="http://schemas.microsoft.com/office/drawing/2014/main" id="{A1DC1B20-9F5B-FE48-D382-B5A2A0F3D84B}"/>
                  </a:ext>
                </a:extLst>
              </p:cNvPr>
              <p:cNvSpPr/>
              <p:nvPr/>
            </p:nvSpPr>
            <p:spPr>
              <a:xfrm>
                <a:off x="4598175" y="322657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grpSp>
        <p:sp>
          <p:nvSpPr>
            <p:cNvPr id="19" name="TextBox 18">
              <a:extLst>
                <a:ext uri="{FF2B5EF4-FFF2-40B4-BE49-F238E27FC236}">
                  <a16:creationId xmlns:a16="http://schemas.microsoft.com/office/drawing/2014/main" id="{4B34F39D-C0DB-80F0-D80C-690567F2877F}"/>
                </a:ext>
              </a:extLst>
            </p:cNvPr>
            <p:cNvSpPr txBox="1"/>
            <p:nvPr/>
          </p:nvSpPr>
          <p:spPr>
            <a:xfrm>
              <a:off x="489035" y="3753096"/>
              <a:ext cx="293349" cy="307777"/>
            </a:xfrm>
            <a:prstGeom prst="rect">
              <a:avLst/>
            </a:prstGeom>
            <a:solidFill>
              <a:schemeClr val="accent2"/>
            </a:solidFill>
          </p:spPr>
          <p:txBody>
            <a:bodyPr wrap="non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MCA</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NL</a:t>
              </a:r>
            </a:p>
          </p:txBody>
        </p:sp>
      </p:grpSp>
      <p:cxnSp>
        <p:nvCxnSpPr>
          <p:cNvPr id="25" name="Straight Arrow Connector 29">
            <a:extLst>
              <a:ext uri="{FF2B5EF4-FFF2-40B4-BE49-F238E27FC236}">
                <a16:creationId xmlns:a16="http://schemas.microsoft.com/office/drawing/2014/main" id="{C8BD69AA-6E20-2DDA-745B-0199397CA848}"/>
              </a:ext>
            </a:extLst>
          </p:cNvPr>
          <p:cNvCxnSpPr>
            <a:cxnSpLocks/>
            <a:stCxn id="6" idx="3"/>
          </p:cNvCxnSpPr>
          <p:nvPr/>
        </p:nvCxnSpPr>
        <p:spPr>
          <a:xfrm flipV="1">
            <a:off x="5681268" y="4721260"/>
            <a:ext cx="258470" cy="1"/>
          </a:xfrm>
          <a:prstGeom prst="straightConnector1">
            <a:avLst/>
          </a:prstGeom>
          <a:ln w="12700">
            <a:solidFill>
              <a:schemeClr val="tx2"/>
            </a:solidFill>
            <a:prstDash val="solid"/>
            <a:headEnd type="none" w="med" len="med"/>
            <a:tailEnd type="triangle"/>
          </a:ln>
        </p:spPr>
        <p:style>
          <a:lnRef idx="1">
            <a:schemeClr val="accent3"/>
          </a:lnRef>
          <a:fillRef idx="0">
            <a:schemeClr val="accent3"/>
          </a:fillRef>
          <a:effectRef idx="0">
            <a:schemeClr val="accent3"/>
          </a:effectRef>
          <a:fontRef idx="minor">
            <a:schemeClr val="tx1"/>
          </a:fontRef>
        </p:style>
      </p:cxnSp>
      <p:grpSp>
        <p:nvGrpSpPr>
          <p:cNvPr id="28" name="Group 27">
            <a:extLst>
              <a:ext uri="{FF2B5EF4-FFF2-40B4-BE49-F238E27FC236}">
                <a16:creationId xmlns:a16="http://schemas.microsoft.com/office/drawing/2014/main" id="{DFCE633A-1E47-9C89-6709-F8284C0635B7}"/>
              </a:ext>
            </a:extLst>
          </p:cNvPr>
          <p:cNvGrpSpPr/>
          <p:nvPr/>
        </p:nvGrpSpPr>
        <p:grpSpPr>
          <a:xfrm>
            <a:off x="2461547" y="3430699"/>
            <a:ext cx="981974" cy="571261"/>
            <a:chOff x="1120511" y="2891076"/>
            <a:chExt cx="981974" cy="571261"/>
          </a:xfrm>
        </p:grpSpPr>
        <p:grpSp>
          <p:nvGrpSpPr>
            <p:cNvPr id="29" name="Group 28">
              <a:extLst>
                <a:ext uri="{FF2B5EF4-FFF2-40B4-BE49-F238E27FC236}">
                  <a16:creationId xmlns:a16="http://schemas.microsoft.com/office/drawing/2014/main" id="{453FD14D-82E8-93D9-4F46-02DFB6604428}"/>
                </a:ext>
              </a:extLst>
            </p:cNvPr>
            <p:cNvGrpSpPr/>
            <p:nvPr/>
          </p:nvGrpSpPr>
          <p:grpSpPr>
            <a:xfrm>
              <a:off x="1120511" y="2891076"/>
              <a:ext cx="981974" cy="571261"/>
              <a:chOff x="3179816" y="2353861"/>
              <a:chExt cx="981974" cy="571261"/>
            </a:xfrm>
          </p:grpSpPr>
          <p:sp>
            <p:nvSpPr>
              <p:cNvPr id="31" name="Rectangle: Rounded Corners 30">
                <a:extLst>
                  <a:ext uri="{FF2B5EF4-FFF2-40B4-BE49-F238E27FC236}">
                    <a16:creationId xmlns:a16="http://schemas.microsoft.com/office/drawing/2014/main" id="{7C46019C-1264-2736-BDDA-7A4EEB44616F}"/>
                  </a:ext>
                </a:extLst>
              </p:cNvPr>
              <p:cNvSpPr/>
              <p:nvPr/>
            </p:nvSpPr>
            <p:spPr>
              <a:xfrm>
                <a:off x="3179816" y="2363801"/>
                <a:ext cx="981974" cy="561321"/>
              </a:xfrm>
              <a:prstGeom prst="roundRect">
                <a:avLst/>
              </a:prstGeom>
              <a:solidFill>
                <a:schemeClr val="accent4">
                  <a:lumMod val="60000"/>
                  <a:lumOff val="40000"/>
                </a:schemeClr>
              </a:solidFill>
              <a:ln>
                <a:solidFill>
                  <a:schemeClr val="accent4"/>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pic>
            <p:nvPicPr>
              <p:cNvPr id="32" name="Graphic 31" descr="User with solid fill">
                <a:extLst>
                  <a:ext uri="{FF2B5EF4-FFF2-40B4-BE49-F238E27FC236}">
                    <a16:creationId xmlns:a16="http://schemas.microsoft.com/office/drawing/2014/main" id="{C0A8199B-F05D-E036-86C5-3923EA35349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79816" y="2353861"/>
                <a:ext cx="356059" cy="356059"/>
              </a:xfrm>
              <a:prstGeom prst="rect">
                <a:avLst/>
              </a:prstGeom>
            </p:spPr>
          </p:pic>
          <p:sp>
            <p:nvSpPr>
              <p:cNvPr id="33" name="Rectangle: Rounded Corners 32">
                <a:extLst>
                  <a:ext uri="{FF2B5EF4-FFF2-40B4-BE49-F238E27FC236}">
                    <a16:creationId xmlns:a16="http://schemas.microsoft.com/office/drawing/2014/main" id="{D94CF316-DDA3-7D2C-7EB0-D2E657F73C21}"/>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68C1F">
                        <a:lumMod val="60000"/>
                        <a:lumOff val="40000"/>
                      </a:srgbClr>
                    </a:solidFill>
                    <a:effectLst/>
                    <a:uLnTx/>
                    <a:uFillTx/>
                    <a:latin typeface="Arial"/>
                    <a:ea typeface="+mn-ea"/>
                    <a:cs typeface="+mn-cs"/>
                  </a:rPr>
                  <a:t>456</a:t>
                </a:r>
              </a:p>
            </p:txBody>
          </p:sp>
        </p:grpSp>
        <p:sp>
          <p:nvSpPr>
            <p:cNvPr id="30" name="TextBox 29">
              <a:extLst>
                <a:ext uri="{FF2B5EF4-FFF2-40B4-BE49-F238E27FC236}">
                  <a16:creationId xmlns:a16="http://schemas.microsoft.com/office/drawing/2014/main" id="{83BAD7BE-C72E-D82C-ADF7-583FA7566C84}"/>
                </a:ext>
              </a:extLst>
            </p:cNvPr>
            <p:cNvSpPr txBox="1"/>
            <p:nvPr/>
          </p:nvSpPr>
          <p:spPr>
            <a:xfrm>
              <a:off x="1437873"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Billing</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Account</a:t>
              </a:r>
            </a:p>
          </p:txBody>
        </p:sp>
      </p:grpSp>
      <p:cxnSp>
        <p:nvCxnSpPr>
          <p:cNvPr id="40" name="Straight Arrow Connector 29">
            <a:extLst>
              <a:ext uri="{FF2B5EF4-FFF2-40B4-BE49-F238E27FC236}">
                <a16:creationId xmlns:a16="http://schemas.microsoft.com/office/drawing/2014/main" id="{9691D3AC-2F45-FF4A-456F-4C0318C8544E}"/>
              </a:ext>
            </a:extLst>
          </p:cNvPr>
          <p:cNvCxnSpPr>
            <a:cxnSpLocks/>
            <a:stCxn id="66" idx="2"/>
            <a:endCxn id="30" idx="0"/>
          </p:cNvCxnSpPr>
          <p:nvPr/>
        </p:nvCxnSpPr>
        <p:spPr>
          <a:xfrm rot="16200000" flipH="1">
            <a:off x="2521227" y="2888717"/>
            <a:ext cx="269718" cy="864978"/>
          </a:xfrm>
          <a:prstGeom prst="bentConnector3">
            <a:avLst>
              <a:gd name="adj1" fmla="val 50000"/>
            </a:avLst>
          </a:prstGeom>
          <a:ln w="12700">
            <a:solidFill>
              <a:schemeClr val="tx1"/>
            </a:solidFill>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44" name="Connector: Elbow 43">
            <a:extLst>
              <a:ext uri="{FF2B5EF4-FFF2-40B4-BE49-F238E27FC236}">
                <a16:creationId xmlns:a16="http://schemas.microsoft.com/office/drawing/2014/main" id="{4487862D-C264-6A63-DE97-2237585336C1}"/>
              </a:ext>
            </a:extLst>
          </p:cNvPr>
          <p:cNvCxnSpPr>
            <a:cxnSpLocks/>
            <a:stCxn id="190" idx="2"/>
            <a:endCxn id="196" idx="0"/>
          </p:cNvCxnSpPr>
          <p:nvPr/>
        </p:nvCxnSpPr>
        <p:spPr>
          <a:xfrm rot="16200000" flipH="1">
            <a:off x="1331257" y="4183571"/>
            <a:ext cx="410431" cy="527"/>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46" name="Connector: Elbow 45">
            <a:extLst>
              <a:ext uri="{FF2B5EF4-FFF2-40B4-BE49-F238E27FC236}">
                <a16:creationId xmlns:a16="http://schemas.microsoft.com/office/drawing/2014/main" id="{3555F8FA-8627-03CA-814D-799F1921282A}"/>
              </a:ext>
            </a:extLst>
          </p:cNvPr>
          <p:cNvCxnSpPr>
            <a:cxnSpLocks/>
            <a:stCxn id="33" idx="2"/>
            <a:endCxn id="58" idx="0"/>
          </p:cNvCxnSpPr>
          <p:nvPr/>
        </p:nvCxnSpPr>
        <p:spPr>
          <a:xfrm rot="16200000" flipH="1">
            <a:off x="2758121" y="4167857"/>
            <a:ext cx="404395" cy="222"/>
          </a:xfrm>
          <a:prstGeom prst="bentConnector3">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50" name="Straight Arrow Connector 29">
            <a:extLst>
              <a:ext uri="{FF2B5EF4-FFF2-40B4-BE49-F238E27FC236}">
                <a16:creationId xmlns:a16="http://schemas.microsoft.com/office/drawing/2014/main" id="{98C27F6F-6B93-FB2B-16CD-0DADAF1A170A}"/>
              </a:ext>
            </a:extLst>
          </p:cNvPr>
          <p:cNvCxnSpPr>
            <a:cxnSpLocks/>
            <a:stCxn id="214" idx="1"/>
            <a:endCxn id="188" idx="1"/>
          </p:cNvCxnSpPr>
          <p:nvPr/>
        </p:nvCxnSpPr>
        <p:spPr>
          <a:xfrm rot="10800000" flipV="1">
            <a:off x="1037550" y="3256367"/>
            <a:ext cx="4003681" cy="477781"/>
          </a:xfrm>
          <a:prstGeom prst="bentConnector3">
            <a:avLst>
              <a:gd name="adj1" fmla="val 105710"/>
            </a:avLst>
          </a:prstGeom>
          <a:ln w="12700">
            <a:solidFill>
              <a:schemeClr val="accent5"/>
            </a:solidFill>
            <a:prstDash val="dash"/>
            <a:headEnd type="none" w="med" len="med"/>
            <a:tailEnd type="triangle"/>
          </a:ln>
        </p:spPr>
        <p:style>
          <a:lnRef idx="1">
            <a:schemeClr val="accent3"/>
          </a:lnRef>
          <a:fillRef idx="0">
            <a:schemeClr val="accent3"/>
          </a:fillRef>
          <a:effectRef idx="0">
            <a:schemeClr val="accent3"/>
          </a:effectRef>
          <a:fontRef idx="minor">
            <a:schemeClr val="tx1"/>
          </a:fontRef>
        </p:style>
      </p:cxnSp>
      <p:grpSp>
        <p:nvGrpSpPr>
          <p:cNvPr id="53" name="Group 52">
            <a:extLst>
              <a:ext uri="{FF2B5EF4-FFF2-40B4-BE49-F238E27FC236}">
                <a16:creationId xmlns:a16="http://schemas.microsoft.com/office/drawing/2014/main" id="{AFAC580F-C8CA-82D4-1782-E80E07CF7700}"/>
              </a:ext>
            </a:extLst>
          </p:cNvPr>
          <p:cNvGrpSpPr/>
          <p:nvPr/>
        </p:nvGrpSpPr>
        <p:grpSpPr>
          <a:xfrm>
            <a:off x="2469442" y="4370166"/>
            <a:ext cx="981974" cy="561321"/>
            <a:chOff x="1039934" y="3515295"/>
            <a:chExt cx="981974" cy="561321"/>
          </a:xfrm>
        </p:grpSpPr>
        <p:grpSp>
          <p:nvGrpSpPr>
            <p:cNvPr id="54" name="Group 53">
              <a:extLst>
                <a:ext uri="{FF2B5EF4-FFF2-40B4-BE49-F238E27FC236}">
                  <a16:creationId xmlns:a16="http://schemas.microsoft.com/office/drawing/2014/main" id="{5C6E3D51-26F5-005B-249E-C5390D03323C}"/>
                </a:ext>
              </a:extLst>
            </p:cNvPr>
            <p:cNvGrpSpPr/>
            <p:nvPr/>
          </p:nvGrpSpPr>
          <p:grpSpPr>
            <a:xfrm>
              <a:off x="1039934" y="3515295"/>
              <a:ext cx="981974" cy="561321"/>
              <a:chOff x="1124611" y="2901016"/>
              <a:chExt cx="981974" cy="561321"/>
            </a:xfrm>
          </p:grpSpPr>
          <p:grpSp>
            <p:nvGrpSpPr>
              <p:cNvPr id="56" name="Group 55">
                <a:extLst>
                  <a:ext uri="{FF2B5EF4-FFF2-40B4-BE49-F238E27FC236}">
                    <a16:creationId xmlns:a16="http://schemas.microsoft.com/office/drawing/2014/main" id="{0ECC8E01-53E3-4E82-96F0-91549DB03309}"/>
                  </a:ext>
                </a:extLst>
              </p:cNvPr>
              <p:cNvGrpSpPr/>
              <p:nvPr/>
            </p:nvGrpSpPr>
            <p:grpSpPr>
              <a:xfrm>
                <a:off x="1124611" y="2901016"/>
                <a:ext cx="981974" cy="561321"/>
                <a:chOff x="3183916" y="2363801"/>
                <a:chExt cx="981974" cy="561321"/>
              </a:xfrm>
            </p:grpSpPr>
            <p:sp>
              <p:nvSpPr>
                <p:cNvPr id="58" name="Rectangle: Rounded Corners 57">
                  <a:extLst>
                    <a:ext uri="{FF2B5EF4-FFF2-40B4-BE49-F238E27FC236}">
                      <a16:creationId xmlns:a16="http://schemas.microsoft.com/office/drawing/2014/main" id="{558C7938-790A-F678-44F7-071766746928}"/>
                    </a:ext>
                  </a:extLst>
                </p:cNvPr>
                <p:cNvSpPr/>
                <p:nvPr/>
              </p:nvSpPr>
              <p:spPr>
                <a:xfrm>
                  <a:off x="3183916" y="2363801"/>
                  <a:ext cx="981974" cy="561321"/>
                </a:xfrm>
                <a:prstGeom prst="roundRect">
                  <a:avLst/>
                </a:prstGeom>
                <a:solidFill>
                  <a:schemeClr val="accent1"/>
                </a:solidFill>
                <a:ln>
                  <a:solidFill>
                    <a:schemeClr val="bg2"/>
                  </a:solid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1" name="Rectangle: Rounded Corners 60">
                  <a:extLst>
                    <a:ext uri="{FF2B5EF4-FFF2-40B4-BE49-F238E27FC236}">
                      <a16:creationId xmlns:a16="http://schemas.microsoft.com/office/drawing/2014/main" id="{AEEFF3CA-8A10-5D1B-E401-2E522A0D70E8}"/>
                    </a:ext>
                  </a:extLst>
                </p:cNvPr>
                <p:cNvSpPr/>
                <p:nvPr/>
              </p:nvSpPr>
              <p:spPr>
                <a:xfrm>
                  <a:off x="3233261" y="2723193"/>
                  <a:ext cx="890429" cy="165740"/>
                </a:xfrm>
                <a:prstGeom prst="roundRect">
                  <a:avLst/>
                </a:prstGeom>
                <a:solidFill>
                  <a:schemeClr val="bg1"/>
                </a:solidFill>
                <a:ln>
                  <a:noFill/>
                </a:ln>
              </p:spPr>
              <p:style>
                <a:lnRef idx="2">
                  <a:schemeClr val="accent1">
                    <a:shade val="50000"/>
                  </a:schemeClr>
                </a:lnRef>
                <a:fillRef idx="1">
                  <a:schemeClr val="accent3"/>
                </a:fillRef>
                <a:effectRef idx="0">
                  <a:schemeClr val="accent3"/>
                </a:effectRef>
                <a:fontRef idx="minor">
                  <a:schemeClr val="lt1"/>
                </a:fontRef>
              </p:style>
              <p:txBody>
                <a:bodyPr wrap="none" tIns="18288" bIns="0"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707073"/>
                      </a:solidFill>
                      <a:effectLst/>
                      <a:uLnTx/>
                      <a:uFillTx/>
                      <a:latin typeface="Arial"/>
                      <a:ea typeface="+mn-ea"/>
                      <a:cs typeface="+mn-cs"/>
                    </a:rPr>
                    <a:t>4</a:t>
                  </a:r>
                  <a:r>
                    <a:rPr kumimoji="0" lang="en-US" sz="1050" b="0" i="0" u="none" strike="noStrike" kern="1200" cap="none" spc="0" normalizeH="0" baseline="30000" noProof="0">
                      <a:ln>
                        <a:noFill/>
                      </a:ln>
                      <a:solidFill>
                        <a:srgbClr val="707073"/>
                      </a:solidFill>
                      <a:effectLst/>
                      <a:uLnTx/>
                      <a:uFillTx/>
                      <a:latin typeface="Arial"/>
                      <a:ea typeface="+mn-ea"/>
                      <a:cs typeface="+mn-cs"/>
                    </a:rPr>
                    <a:t>th</a:t>
                  </a:r>
                  <a:r>
                    <a:rPr kumimoji="0" lang="en-US" sz="1050" b="0" i="0" u="none" strike="noStrike" kern="1200" cap="none" spc="0" normalizeH="0" baseline="0" noProof="0">
                      <a:ln>
                        <a:noFill/>
                      </a:ln>
                      <a:solidFill>
                        <a:srgbClr val="707073"/>
                      </a:solidFill>
                      <a:effectLst/>
                      <a:uLnTx/>
                      <a:uFillTx/>
                      <a:latin typeface="Arial"/>
                      <a:ea typeface="+mn-ea"/>
                      <a:cs typeface="+mn-cs"/>
                    </a:rPr>
                    <a:t> Fwy USA</a:t>
                  </a:r>
                </a:p>
              </p:txBody>
            </p:sp>
          </p:grpSp>
          <p:sp>
            <p:nvSpPr>
              <p:cNvPr id="57" name="TextBox 56">
                <a:extLst>
                  <a:ext uri="{FF2B5EF4-FFF2-40B4-BE49-F238E27FC236}">
                    <a16:creationId xmlns:a16="http://schemas.microsoft.com/office/drawing/2014/main" id="{C8193805-3588-AEBA-4C1F-61D48AC2F05E}"/>
                  </a:ext>
                </a:extLst>
              </p:cNvPr>
              <p:cNvSpPr txBox="1"/>
              <p:nvPr/>
            </p:nvSpPr>
            <p:spPr>
              <a:xfrm>
                <a:off x="1447398" y="2916442"/>
                <a:ext cx="619332" cy="3077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Black"/>
                    <a:ea typeface="+mn-ea"/>
                    <a:cs typeface="+mn-cs"/>
                  </a:rPr>
                  <a:t>Bill to Address</a:t>
                </a:r>
              </a:p>
            </p:txBody>
          </p:sp>
        </p:grpSp>
        <p:pic>
          <p:nvPicPr>
            <p:cNvPr id="55" name="Graphic 54" descr="Modern architecture with solid fill">
              <a:extLst>
                <a:ext uri="{FF2B5EF4-FFF2-40B4-BE49-F238E27FC236}">
                  <a16:creationId xmlns:a16="http://schemas.microsoft.com/office/drawing/2014/main" id="{71386B27-C8E4-850F-1028-1CD241C5EF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6071" y="3548815"/>
              <a:ext cx="307777" cy="307777"/>
            </a:xfrm>
            <a:prstGeom prst="rect">
              <a:avLst/>
            </a:prstGeom>
          </p:spPr>
        </p:pic>
      </p:grpSp>
      <p:sp>
        <p:nvSpPr>
          <p:cNvPr id="2244" name="TextBox 2243">
            <a:extLst>
              <a:ext uri="{FF2B5EF4-FFF2-40B4-BE49-F238E27FC236}">
                <a16:creationId xmlns:a16="http://schemas.microsoft.com/office/drawing/2014/main" id="{6ED9A787-DD02-2E6B-37FB-708FFA747ADB}"/>
              </a:ext>
            </a:extLst>
          </p:cNvPr>
          <p:cNvSpPr txBox="1"/>
          <p:nvPr/>
        </p:nvSpPr>
        <p:spPr>
          <a:xfrm>
            <a:off x="2483477" y="5610832"/>
            <a:ext cx="432811" cy="153888"/>
          </a:xfrm>
          <a:prstGeom prst="rect">
            <a:avLst/>
          </a:prstGeom>
          <a:noFill/>
        </p:spPr>
        <p:txBody>
          <a:bodyPr wrap="non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07073"/>
                </a:solidFill>
                <a:effectLst/>
                <a:uLnTx/>
                <a:uFillTx/>
                <a:latin typeface="Arial"/>
                <a:ea typeface="+mn-ea"/>
                <a:cs typeface="+mn-cs"/>
              </a:rPr>
              <a:t>Order 6</a:t>
            </a:r>
          </a:p>
        </p:txBody>
      </p:sp>
      <p:sp>
        <p:nvSpPr>
          <p:cNvPr id="2245" name="TextBox 2244">
            <a:extLst>
              <a:ext uri="{FF2B5EF4-FFF2-40B4-BE49-F238E27FC236}">
                <a16:creationId xmlns:a16="http://schemas.microsoft.com/office/drawing/2014/main" id="{F755BF4C-F47C-6BA2-8A56-31917370B053}"/>
              </a:ext>
            </a:extLst>
          </p:cNvPr>
          <p:cNvSpPr txBox="1"/>
          <p:nvPr/>
        </p:nvSpPr>
        <p:spPr>
          <a:xfrm>
            <a:off x="3078966" y="5617411"/>
            <a:ext cx="520927" cy="153888"/>
          </a:xfrm>
          <a:prstGeom prst="rect">
            <a:avLst/>
          </a:prstGeom>
          <a:noFill/>
        </p:spPr>
        <p:txBody>
          <a:bodyPr wrap="square" lIns="0" tIns="0" rIns="0" bIns="0" rtlCol="0">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07073"/>
                </a:solidFill>
                <a:effectLst/>
                <a:uLnTx/>
                <a:uFillTx/>
                <a:latin typeface="Arial"/>
                <a:ea typeface="+mn-ea"/>
                <a:cs typeface="+mn-cs"/>
              </a:rPr>
              <a:t>Invoice 7</a:t>
            </a:r>
          </a:p>
        </p:txBody>
      </p:sp>
      <p:pic>
        <p:nvPicPr>
          <p:cNvPr id="2246" name="Graphic 2245" descr="Flip calendar with solid fill">
            <a:extLst>
              <a:ext uri="{FF2B5EF4-FFF2-40B4-BE49-F238E27FC236}">
                <a16:creationId xmlns:a16="http://schemas.microsoft.com/office/drawing/2014/main" id="{27FC29AF-21BE-BCD6-6801-AA3A4FC83BA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2519539" y="5253218"/>
            <a:ext cx="377991" cy="356059"/>
          </a:xfrm>
          <a:prstGeom prst="rect">
            <a:avLst/>
          </a:prstGeom>
        </p:spPr>
      </p:pic>
      <p:pic>
        <p:nvPicPr>
          <p:cNvPr id="2247" name="Graphic 2246" descr="Flip calendar with solid fill">
            <a:extLst>
              <a:ext uri="{FF2B5EF4-FFF2-40B4-BE49-F238E27FC236}">
                <a16:creationId xmlns:a16="http://schemas.microsoft.com/office/drawing/2014/main" id="{99A08934-4BD1-ECF0-7CC8-A9546C95154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1748" t="13351" r="7335" b="10428"/>
          <a:stretch/>
        </p:blipFill>
        <p:spPr>
          <a:xfrm>
            <a:off x="3132640" y="5247971"/>
            <a:ext cx="377991" cy="356059"/>
          </a:xfrm>
          <a:prstGeom prst="rect">
            <a:avLst/>
          </a:prstGeom>
        </p:spPr>
      </p:pic>
      <p:sp>
        <p:nvSpPr>
          <p:cNvPr id="2250" name="TextBox 2249">
            <a:extLst>
              <a:ext uri="{FF2B5EF4-FFF2-40B4-BE49-F238E27FC236}">
                <a16:creationId xmlns:a16="http://schemas.microsoft.com/office/drawing/2014/main" id="{54A0AA7D-020D-F36F-0993-2DAA062EFB0E}"/>
              </a:ext>
            </a:extLst>
          </p:cNvPr>
          <p:cNvSpPr txBox="1"/>
          <p:nvPr/>
        </p:nvSpPr>
        <p:spPr>
          <a:xfrm>
            <a:off x="776726" y="5413390"/>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MI1</a:t>
            </a:r>
          </a:p>
        </p:txBody>
      </p:sp>
      <p:sp>
        <p:nvSpPr>
          <p:cNvPr id="2251" name="TextBox 2250">
            <a:extLst>
              <a:ext uri="{FF2B5EF4-FFF2-40B4-BE49-F238E27FC236}">
                <a16:creationId xmlns:a16="http://schemas.microsoft.com/office/drawing/2014/main" id="{27C4053A-33FA-5B4A-C750-8C76827FF11B}"/>
              </a:ext>
            </a:extLst>
          </p:cNvPr>
          <p:cNvSpPr txBox="1"/>
          <p:nvPr/>
        </p:nvSpPr>
        <p:spPr>
          <a:xfrm>
            <a:off x="2485476" y="5409427"/>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AM1</a:t>
            </a:r>
          </a:p>
        </p:txBody>
      </p:sp>
      <p:sp>
        <p:nvSpPr>
          <p:cNvPr id="2252" name="TextBox 2251">
            <a:extLst>
              <a:ext uri="{FF2B5EF4-FFF2-40B4-BE49-F238E27FC236}">
                <a16:creationId xmlns:a16="http://schemas.microsoft.com/office/drawing/2014/main" id="{C14B2FFE-238A-9CCD-19CD-7BEC503597FC}"/>
              </a:ext>
            </a:extLst>
          </p:cNvPr>
          <p:cNvSpPr txBox="1"/>
          <p:nvPr/>
        </p:nvSpPr>
        <p:spPr>
          <a:xfrm>
            <a:off x="1315464" y="5402641"/>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SV1</a:t>
            </a:r>
          </a:p>
        </p:txBody>
      </p:sp>
      <p:sp>
        <p:nvSpPr>
          <p:cNvPr id="2253" name="TextBox 2252">
            <a:extLst>
              <a:ext uri="{FF2B5EF4-FFF2-40B4-BE49-F238E27FC236}">
                <a16:creationId xmlns:a16="http://schemas.microsoft.com/office/drawing/2014/main" id="{5BD4AD06-6725-9AD1-3F9D-088226D99ADC}"/>
              </a:ext>
            </a:extLst>
          </p:cNvPr>
          <p:cNvSpPr txBox="1"/>
          <p:nvPr/>
        </p:nvSpPr>
        <p:spPr>
          <a:xfrm>
            <a:off x="1764756" y="5406030"/>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DA1</a:t>
            </a:r>
          </a:p>
        </p:txBody>
      </p:sp>
      <p:sp>
        <p:nvSpPr>
          <p:cNvPr id="2254" name="TextBox 2253">
            <a:extLst>
              <a:ext uri="{FF2B5EF4-FFF2-40B4-BE49-F238E27FC236}">
                <a16:creationId xmlns:a16="http://schemas.microsoft.com/office/drawing/2014/main" id="{E9FECE00-09A3-ED52-CCE8-61AB84065FAB}"/>
              </a:ext>
            </a:extLst>
          </p:cNvPr>
          <p:cNvSpPr txBox="1"/>
          <p:nvPr/>
        </p:nvSpPr>
        <p:spPr>
          <a:xfrm>
            <a:off x="3100966" y="5398227"/>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AM3</a:t>
            </a:r>
          </a:p>
        </p:txBody>
      </p:sp>
      <p:sp>
        <p:nvSpPr>
          <p:cNvPr id="2256" name="TextBox 2255">
            <a:extLst>
              <a:ext uri="{FF2B5EF4-FFF2-40B4-BE49-F238E27FC236}">
                <a16:creationId xmlns:a16="http://schemas.microsoft.com/office/drawing/2014/main" id="{6A32D055-EF42-18AA-AC5F-ABC27A988CAB}"/>
              </a:ext>
            </a:extLst>
          </p:cNvPr>
          <p:cNvSpPr txBox="1"/>
          <p:nvPr/>
        </p:nvSpPr>
        <p:spPr>
          <a:xfrm>
            <a:off x="7834674" y="4071745"/>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MI1</a:t>
            </a:r>
          </a:p>
        </p:txBody>
      </p:sp>
      <p:sp>
        <p:nvSpPr>
          <p:cNvPr id="2257" name="TextBox 2256">
            <a:extLst>
              <a:ext uri="{FF2B5EF4-FFF2-40B4-BE49-F238E27FC236}">
                <a16:creationId xmlns:a16="http://schemas.microsoft.com/office/drawing/2014/main" id="{D0BD70C3-324D-F29E-1BEF-3808B061A051}"/>
              </a:ext>
            </a:extLst>
          </p:cNvPr>
          <p:cNvSpPr txBox="1"/>
          <p:nvPr/>
        </p:nvSpPr>
        <p:spPr>
          <a:xfrm>
            <a:off x="7879722" y="4946004"/>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AM1</a:t>
            </a:r>
          </a:p>
        </p:txBody>
      </p:sp>
      <p:sp>
        <p:nvSpPr>
          <p:cNvPr id="2258" name="TextBox 2257">
            <a:extLst>
              <a:ext uri="{FF2B5EF4-FFF2-40B4-BE49-F238E27FC236}">
                <a16:creationId xmlns:a16="http://schemas.microsoft.com/office/drawing/2014/main" id="{7B8A4581-8FB1-C622-667E-6EEDE177D776}"/>
              </a:ext>
            </a:extLst>
          </p:cNvPr>
          <p:cNvSpPr txBox="1"/>
          <p:nvPr/>
        </p:nvSpPr>
        <p:spPr>
          <a:xfrm>
            <a:off x="8419691" y="4958930"/>
            <a:ext cx="441337" cy="169277"/>
          </a:xfrm>
          <a:prstGeom prst="rect">
            <a:avLst/>
          </a:prstGeom>
          <a:noFill/>
        </p:spPr>
        <p:txBody>
          <a:bodyPr wrap="squar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707073"/>
                </a:solidFill>
                <a:effectLst/>
                <a:uLnTx/>
                <a:uFillTx/>
                <a:latin typeface="Arial"/>
                <a:ea typeface="+mn-ea"/>
                <a:cs typeface="+mn-cs"/>
              </a:rPr>
              <a:t>AM3</a:t>
            </a:r>
          </a:p>
        </p:txBody>
      </p:sp>
      <p:grpSp>
        <p:nvGrpSpPr>
          <p:cNvPr id="5" name="Group 4">
            <a:extLst>
              <a:ext uri="{FF2B5EF4-FFF2-40B4-BE49-F238E27FC236}">
                <a16:creationId xmlns:a16="http://schemas.microsoft.com/office/drawing/2014/main" id="{DE3AA862-4F03-AA34-40CF-7AB07241EA24}"/>
              </a:ext>
            </a:extLst>
          </p:cNvPr>
          <p:cNvGrpSpPr/>
          <p:nvPr/>
        </p:nvGrpSpPr>
        <p:grpSpPr>
          <a:xfrm>
            <a:off x="10447694" y="4040835"/>
            <a:ext cx="465966" cy="561320"/>
            <a:chOff x="402854" y="3550946"/>
            <a:chExt cx="465966" cy="561320"/>
          </a:xfrm>
          <a:solidFill>
            <a:schemeClr val="accent5"/>
          </a:solidFill>
        </p:grpSpPr>
        <p:grpSp>
          <p:nvGrpSpPr>
            <p:cNvPr id="7" name="Graphic 32" descr="Contract with solid fill">
              <a:extLst>
                <a:ext uri="{FF2B5EF4-FFF2-40B4-BE49-F238E27FC236}">
                  <a16:creationId xmlns:a16="http://schemas.microsoft.com/office/drawing/2014/main" id="{A6ADA3CE-C729-31E7-E93C-FF53B1013A5C}"/>
                </a:ext>
              </a:extLst>
            </p:cNvPr>
            <p:cNvGrpSpPr/>
            <p:nvPr/>
          </p:nvGrpSpPr>
          <p:grpSpPr>
            <a:xfrm>
              <a:off x="402854" y="3550946"/>
              <a:ext cx="465966" cy="561320"/>
              <a:chOff x="4483875" y="2864625"/>
              <a:chExt cx="590550" cy="762000"/>
            </a:xfrm>
            <a:grpFill/>
          </p:grpSpPr>
          <p:sp>
            <p:nvSpPr>
              <p:cNvPr id="16" name="Freeform: Shape 15">
                <a:extLst>
                  <a:ext uri="{FF2B5EF4-FFF2-40B4-BE49-F238E27FC236}">
                    <a16:creationId xmlns:a16="http://schemas.microsoft.com/office/drawing/2014/main" id="{2BA9B645-8EB2-8954-E21C-99BBFF70F619}"/>
                  </a:ext>
                </a:extLst>
              </p:cNvPr>
              <p:cNvSpPr/>
              <p:nvPr/>
            </p:nvSpPr>
            <p:spPr>
              <a:xfrm>
                <a:off x="4483875" y="2864625"/>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6" name="Freeform: Shape 25">
                <a:extLst>
                  <a:ext uri="{FF2B5EF4-FFF2-40B4-BE49-F238E27FC236}">
                    <a16:creationId xmlns:a16="http://schemas.microsoft.com/office/drawing/2014/main" id="{A4D2B09A-890A-897C-4CBE-3A83B49F2929}"/>
                  </a:ext>
                </a:extLst>
              </p:cNvPr>
              <p:cNvSpPr/>
              <p:nvPr/>
            </p:nvSpPr>
            <p:spPr>
              <a:xfrm>
                <a:off x="4598175" y="29979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27" name="Freeform: Shape 26">
                <a:extLst>
                  <a:ext uri="{FF2B5EF4-FFF2-40B4-BE49-F238E27FC236}">
                    <a16:creationId xmlns:a16="http://schemas.microsoft.com/office/drawing/2014/main" id="{B876BAAD-B645-7EFA-7DE3-617144BF6A34}"/>
                  </a:ext>
                </a:extLst>
              </p:cNvPr>
              <p:cNvSpPr/>
              <p:nvPr/>
            </p:nvSpPr>
            <p:spPr>
              <a:xfrm>
                <a:off x="4598175" y="30741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34" name="Freeform: Shape 33">
                <a:extLst>
                  <a:ext uri="{FF2B5EF4-FFF2-40B4-BE49-F238E27FC236}">
                    <a16:creationId xmlns:a16="http://schemas.microsoft.com/office/drawing/2014/main" id="{9824C12D-3157-DBFC-07F8-858F5ED23F89}"/>
                  </a:ext>
                </a:extLst>
              </p:cNvPr>
              <p:cNvSpPr/>
              <p:nvPr/>
            </p:nvSpPr>
            <p:spPr>
              <a:xfrm>
                <a:off x="4598175" y="31503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35" name="Freeform: Shape 34">
                <a:extLst>
                  <a:ext uri="{FF2B5EF4-FFF2-40B4-BE49-F238E27FC236}">
                    <a16:creationId xmlns:a16="http://schemas.microsoft.com/office/drawing/2014/main" id="{887D4AC1-5BE2-ED40-71FF-887C611FA1C7}"/>
                  </a:ext>
                </a:extLst>
              </p:cNvPr>
              <p:cNvSpPr/>
              <p:nvPr/>
            </p:nvSpPr>
            <p:spPr>
              <a:xfrm>
                <a:off x="4598175" y="322657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grpSp>
        <p:sp>
          <p:nvSpPr>
            <p:cNvPr id="8" name="TextBox 7">
              <a:extLst>
                <a:ext uri="{FF2B5EF4-FFF2-40B4-BE49-F238E27FC236}">
                  <a16:creationId xmlns:a16="http://schemas.microsoft.com/office/drawing/2014/main" id="{153CD620-F8C4-2549-C19F-67D43A50DEE7}"/>
                </a:ext>
              </a:extLst>
            </p:cNvPr>
            <p:cNvSpPr txBox="1"/>
            <p:nvPr/>
          </p:nvSpPr>
          <p:spPr>
            <a:xfrm>
              <a:off x="489035" y="3753096"/>
              <a:ext cx="293349" cy="307777"/>
            </a:xfrm>
            <a:prstGeom prst="rect">
              <a:avLst/>
            </a:prstGeom>
            <a:solidFill>
              <a:schemeClr val="accent2"/>
            </a:solidFill>
          </p:spPr>
          <p:txBody>
            <a:bodyPr wrap="non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MCA</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NL</a:t>
              </a:r>
            </a:p>
          </p:txBody>
        </p:sp>
      </p:grpSp>
      <p:grpSp>
        <p:nvGrpSpPr>
          <p:cNvPr id="36" name="Group 35">
            <a:extLst>
              <a:ext uri="{FF2B5EF4-FFF2-40B4-BE49-F238E27FC236}">
                <a16:creationId xmlns:a16="http://schemas.microsoft.com/office/drawing/2014/main" id="{DD989C9A-2E44-B8E7-EB6D-1D2912A0010F}"/>
              </a:ext>
            </a:extLst>
          </p:cNvPr>
          <p:cNvGrpSpPr/>
          <p:nvPr/>
        </p:nvGrpSpPr>
        <p:grpSpPr>
          <a:xfrm>
            <a:off x="10960997" y="4040835"/>
            <a:ext cx="465966" cy="561320"/>
            <a:chOff x="402854" y="3550946"/>
            <a:chExt cx="465966" cy="561320"/>
          </a:xfrm>
          <a:solidFill>
            <a:schemeClr val="accent5"/>
          </a:solidFill>
        </p:grpSpPr>
        <p:grpSp>
          <p:nvGrpSpPr>
            <p:cNvPr id="37" name="Graphic 32" descr="Contract with solid fill">
              <a:extLst>
                <a:ext uri="{FF2B5EF4-FFF2-40B4-BE49-F238E27FC236}">
                  <a16:creationId xmlns:a16="http://schemas.microsoft.com/office/drawing/2014/main" id="{A6E87DFC-2EC2-5846-D5D8-23B7851037F9}"/>
                </a:ext>
              </a:extLst>
            </p:cNvPr>
            <p:cNvGrpSpPr/>
            <p:nvPr/>
          </p:nvGrpSpPr>
          <p:grpSpPr>
            <a:xfrm>
              <a:off x="402854" y="3550946"/>
              <a:ext cx="465966" cy="561320"/>
              <a:chOff x="4483875" y="2864625"/>
              <a:chExt cx="590550" cy="762000"/>
            </a:xfrm>
            <a:grpFill/>
          </p:grpSpPr>
          <p:sp>
            <p:nvSpPr>
              <p:cNvPr id="39" name="Freeform: Shape 38">
                <a:extLst>
                  <a:ext uri="{FF2B5EF4-FFF2-40B4-BE49-F238E27FC236}">
                    <a16:creationId xmlns:a16="http://schemas.microsoft.com/office/drawing/2014/main" id="{15C0D7FE-88A7-2177-9581-9333CE7C89E1}"/>
                  </a:ext>
                </a:extLst>
              </p:cNvPr>
              <p:cNvSpPr/>
              <p:nvPr/>
            </p:nvSpPr>
            <p:spPr>
              <a:xfrm>
                <a:off x="4483875" y="2864625"/>
                <a:ext cx="590550" cy="762000"/>
              </a:xfrm>
              <a:custGeom>
                <a:avLst/>
                <a:gdLst>
                  <a:gd name="connsiteX0" fmla="*/ 57150 w 590550"/>
                  <a:gd name="connsiteY0" fmla="*/ 57150 h 762000"/>
                  <a:gd name="connsiteX1" fmla="*/ 533400 w 590550"/>
                  <a:gd name="connsiteY1" fmla="*/ 57150 h 762000"/>
                  <a:gd name="connsiteX2" fmla="*/ 533400 w 590550"/>
                  <a:gd name="connsiteY2" fmla="*/ 704850 h 762000"/>
                  <a:gd name="connsiteX3" fmla="*/ 57150 w 590550"/>
                  <a:gd name="connsiteY3" fmla="*/ 704850 h 762000"/>
                  <a:gd name="connsiteX4" fmla="*/ 57150 w 590550"/>
                  <a:gd name="connsiteY4" fmla="*/ 57150 h 762000"/>
                  <a:gd name="connsiteX5" fmla="*/ 0 w 590550"/>
                  <a:gd name="connsiteY5" fmla="*/ 762000 h 762000"/>
                  <a:gd name="connsiteX6" fmla="*/ 590550 w 590550"/>
                  <a:gd name="connsiteY6" fmla="*/ 762000 h 762000"/>
                  <a:gd name="connsiteX7" fmla="*/ 590550 w 590550"/>
                  <a:gd name="connsiteY7" fmla="*/ 0 h 762000"/>
                  <a:gd name="connsiteX8" fmla="*/ 0 w 590550"/>
                  <a:gd name="connsiteY8" fmla="*/ 0 h 762000"/>
                  <a:gd name="connsiteX9" fmla="*/ 0 w 590550"/>
                  <a:gd name="connsiteY9"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0550" h="762000">
                    <a:moveTo>
                      <a:pt x="57150" y="57150"/>
                    </a:moveTo>
                    <a:lnTo>
                      <a:pt x="533400" y="57150"/>
                    </a:lnTo>
                    <a:lnTo>
                      <a:pt x="533400" y="704850"/>
                    </a:lnTo>
                    <a:lnTo>
                      <a:pt x="57150" y="704850"/>
                    </a:lnTo>
                    <a:lnTo>
                      <a:pt x="57150" y="57150"/>
                    </a:lnTo>
                    <a:close/>
                    <a:moveTo>
                      <a:pt x="0" y="762000"/>
                    </a:moveTo>
                    <a:lnTo>
                      <a:pt x="590550" y="762000"/>
                    </a:lnTo>
                    <a:lnTo>
                      <a:pt x="590550" y="0"/>
                    </a:lnTo>
                    <a:lnTo>
                      <a:pt x="0" y="0"/>
                    </a:lnTo>
                    <a:lnTo>
                      <a:pt x="0" y="7620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41" name="Freeform: Shape 40">
                <a:extLst>
                  <a:ext uri="{FF2B5EF4-FFF2-40B4-BE49-F238E27FC236}">
                    <a16:creationId xmlns:a16="http://schemas.microsoft.com/office/drawing/2014/main" id="{27E4AFB9-52BD-1B70-1238-2A514B3B7835}"/>
                  </a:ext>
                </a:extLst>
              </p:cNvPr>
              <p:cNvSpPr/>
              <p:nvPr/>
            </p:nvSpPr>
            <p:spPr>
              <a:xfrm>
                <a:off x="4598175" y="29979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42" name="Freeform: Shape 41">
                <a:extLst>
                  <a:ext uri="{FF2B5EF4-FFF2-40B4-BE49-F238E27FC236}">
                    <a16:creationId xmlns:a16="http://schemas.microsoft.com/office/drawing/2014/main" id="{EB519B21-D732-C211-FD1A-B724EB45A62C}"/>
                  </a:ext>
                </a:extLst>
              </p:cNvPr>
              <p:cNvSpPr/>
              <p:nvPr/>
            </p:nvSpPr>
            <p:spPr>
              <a:xfrm>
                <a:off x="4598175" y="30741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43" name="Freeform: Shape 42">
                <a:extLst>
                  <a:ext uri="{FF2B5EF4-FFF2-40B4-BE49-F238E27FC236}">
                    <a16:creationId xmlns:a16="http://schemas.microsoft.com/office/drawing/2014/main" id="{9D7727C0-72C6-E48B-64BE-D93A9EC66893}"/>
                  </a:ext>
                </a:extLst>
              </p:cNvPr>
              <p:cNvSpPr/>
              <p:nvPr/>
            </p:nvSpPr>
            <p:spPr>
              <a:xfrm>
                <a:off x="4598175" y="3150375"/>
                <a:ext cx="361950" cy="38100"/>
              </a:xfrm>
              <a:custGeom>
                <a:avLst/>
                <a:gdLst>
                  <a:gd name="connsiteX0" fmla="*/ 0 w 361950"/>
                  <a:gd name="connsiteY0" fmla="*/ 0 h 38100"/>
                  <a:gd name="connsiteX1" fmla="*/ 361950 w 361950"/>
                  <a:gd name="connsiteY1" fmla="*/ 0 h 38100"/>
                  <a:gd name="connsiteX2" fmla="*/ 361950 w 361950"/>
                  <a:gd name="connsiteY2" fmla="*/ 38100 h 38100"/>
                  <a:gd name="connsiteX3" fmla="*/ 0 w 36195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361950" h="38100">
                    <a:moveTo>
                      <a:pt x="0" y="0"/>
                    </a:moveTo>
                    <a:lnTo>
                      <a:pt x="361950" y="0"/>
                    </a:lnTo>
                    <a:lnTo>
                      <a:pt x="361950"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sp>
            <p:nvSpPr>
              <p:cNvPr id="45" name="Freeform: Shape 44">
                <a:extLst>
                  <a:ext uri="{FF2B5EF4-FFF2-40B4-BE49-F238E27FC236}">
                    <a16:creationId xmlns:a16="http://schemas.microsoft.com/office/drawing/2014/main" id="{1300B7CC-D573-950C-3D5E-4B097907E19F}"/>
                  </a:ext>
                </a:extLst>
              </p:cNvPr>
              <p:cNvSpPr/>
              <p:nvPr/>
            </p:nvSpPr>
            <p:spPr>
              <a:xfrm>
                <a:off x="4598175" y="3226575"/>
                <a:ext cx="180975" cy="38100"/>
              </a:xfrm>
              <a:custGeom>
                <a:avLst/>
                <a:gdLst>
                  <a:gd name="connsiteX0" fmla="*/ 0 w 180975"/>
                  <a:gd name="connsiteY0" fmla="*/ 0 h 38100"/>
                  <a:gd name="connsiteX1" fmla="*/ 180975 w 180975"/>
                  <a:gd name="connsiteY1" fmla="*/ 0 h 38100"/>
                  <a:gd name="connsiteX2" fmla="*/ 180975 w 180975"/>
                  <a:gd name="connsiteY2" fmla="*/ 38100 h 38100"/>
                  <a:gd name="connsiteX3" fmla="*/ 0 w 180975"/>
                  <a:gd name="connsiteY3" fmla="*/ 38100 h 38100"/>
                </a:gdLst>
                <a:ahLst/>
                <a:cxnLst>
                  <a:cxn ang="0">
                    <a:pos x="connsiteX0" y="connsiteY0"/>
                  </a:cxn>
                  <a:cxn ang="0">
                    <a:pos x="connsiteX1" y="connsiteY1"/>
                  </a:cxn>
                  <a:cxn ang="0">
                    <a:pos x="connsiteX2" y="connsiteY2"/>
                  </a:cxn>
                  <a:cxn ang="0">
                    <a:pos x="connsiteX3" y="connsiteY3"/>
                  </a:cxn>
                </a:cxnLst>
                <a:rect l="l" t="t" r="r" b="b"/>
                <a:pathLst>
                  <a:path w="180975" h="38100">
                    <a:moveTo>
                      <a:pt x="0" y="0"/>
                    </a:moveTo>
                    <a:lnTo>
                      <a:pt x="180975" y="0"/>
                    </a:lnTo>
                    <a:lnTo>
                      <a:pt x="180975" y="38100"/>
                    </a:lnTo>
                    <a:lnTo>
                      <a:pt x="0" y="38100"/>
                    </a:lnTo>
                    <a:close/>
                  </a:path>
                </a:pathLst>
              </a:custGeom>
              <a:grpFill/>
              <a:ln w="9525" cap="flat">
                <a:noFill/>
                <a:prstDash val="solid"/>
                <a:miter/>
              </a:ln>
            </p:spPr>
            <p:txBody>
              <a:bodyPr rtlCol="0" anchor="ct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43776"/>
                  </a:solidFill>
                  <a:effectLst/>
                  <a:uLnTx/>
                  <a:uFillTx/>
                  <a:latin typeface="Arial"/>
                  <a:ea typeface="+mn-ea"/>
                  <a:cs typeface="+mn-cs"/>
                </a:endParaRPr>
              </a:p>
            </p:txBody>
          </p:sp>
        </p:grpSp>
        <p:sp>
          <p:nvSpPr>
            <p:cNvPr id="38" name="TextBox 37">
              <a:extLst>
                <a:ext uri="{FF2B5EF4-FFF2-40B4-BE49-F238E27FC236}">
                  <a16:creationId xmlns:a16="http://schemas.microsoft.com/office/drawing/2014/main" id="{08C6B25D-D9AC-17C8-06CF-0CA9B675E96D}"/>
                </a:ext>
              </a:extLst>
            </p:cNvPr>
            <p:cNvSpPr txBox="1"/>
            <p:nvPr/>
          </p:nvSpPr>
          <p:spPr>
            <a:xfrm>
              <a:off x="489034" y="3753096"/>
              <a:ext cx="293350" cy="307777"/>
            </a:xfrm>
            <a:prstGeom prst="rect">
              <a:avLst/>
            </a:prstGeom>
            <a:solidFill>
              <a:schemeClr val="accent2"/>
            </a:solidFill>
          </p:spPr>
          <p:txBody>
            <a:bodyPr wrap="none" lIns="0" tIns="0" rIns="0" bIns="0" rtlCol="0">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MCA</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43776"/>
                  </a:solidFill>
                  <a:effectLst/>
                  <a:uLnTx/>
                  <a:uFillTx/>
                  <a:latin typeface="Arial"/>
                  <a:ea typeface="+mn-ea"/>
                  <a:cs typeface="+mn-cs"/>
                </a:rPr>
                <a:t>USA</a:t>
              </a:r>
            </a:p>
          </p:txBody>
        </p:sp>
      </p:grpSp>
      <p:graphicFrame>
        <p:nvGraphicFramePr>
          <p:cNvPr id="47" name="Table 46">
            <a:extLst>
              <a:ext uri="{FF2B5EF4-FFF2-40B4-BE49-F238E27FC236}">
                <a16:creationId xmlns:a16="http://schemas.microsoft.com/office/drawing/2014/main" id="{2B92F6AC-3310-711C-87F9-2C9096FCF251}"/>
              </a:ext>
            </a:extLst>
          </p:cNvPr>
          <p:cNvGraphicFramePr>
            <a:graphicFrameLocks noGrp="1"/>
          </p:cNvGraphicFramePr>
          <p:nvPr/>
        </p:nvGraphicFramePr>
        <p:xfrm>
          <a:off x="8949345" y="3807960"/>
          <a:ext cx="746909" cy="731520"/>
        </p:xfrm>
        <a:graphic>
          <a:graphicData uri="http://schemas.openxmlformats.org/drawingml/2006/table">
            <a:tbl>
              <a:tblPr firstRow="1" bandRow="1">
                <a:tableStyleId>{5C22544A-7EE6-4342-B048-85BDC9FD1C3A}</a:tableStyleId>
              </a:tblPr>
              <a:tblGrid>
                <a:gridCol w="746909">
                  <a:extLst>
                    <a:ext uri="{9D8B030D-6E8A-4147-A177-3AD203B41FA5}">
                      <a16:colId xmlns:a16="http://schemas.microsoft.com/office/drawing/2014/main" val="4178177094"/>
                    </a:ext>
                  </a:extLst>
                </a:gridCol>
              </a:tblGrid>
              <a:tr h="197880">
                <a:tc>
                  <a:txBody>
                    <a:bodyPr/>
                    <a:lstStyle/>
                    <a:p>
                      <a:r>
                        <a:rPr lang="en-US" sz="1000"/>
                        <a:t>SITE</a:t>
                      </a:r>
                    </a:p>
                  </a:txBody>
                  <a:tcPr/>
                </a:tc>
                <a:extLst>
                  <a:ext uri="{0D108BD9-81ED-4DB2-BD59-A6C34878D82A}">
                    <a16:rowId xmlns:a16="http://schemas.microsoft.com/office/drawing/2014/main" val="1213969348"/>
                  </a:ext>
                </a:extLst>
              </a:tr>
              <a:tr h="197880">
                <a:tc>
                  <a:txBody>
                    <a:bodyPr/>
                    <a:lstStyle/>
                    <a:p>
                      <a:r>
                        <a:rPr lang="en-US" sz="1000"/>
                        <a:t>EQX US</a:t>
                      </a:r>
                    </a:p>
                  </a:txBody>
                  <a:tcPr/>
                </a:tc>
                <a:extLst>
                  <a:ext uri="{0D108BD9-81ED-4DB2-BD59-A6C34878D82A}">
                    <a16:rowId xmlns:a16="http://schemas.microsoft.com/office/drawing/2014/main" val="3542813755"/>
                  </a:ext>
                </a:extLst>
              </a:tr>
              <a:tr h="197880">
                <a:tc>
                  <a:txBody>
                    <a:bodyPr/>
                    <a:lstStyle/>
                    <a:p>
                      <a:r>
                        <a:rPr lang="en-US" sz="1000"/>
                        <a:t>EQX NL</a:t>
                      </a:r>
                    </a:p>
                  </a:txBody>
                  <a:tcPr/>
                </a:tc>
                <a:extLst>
                  <a:ext uri="{0D108BD9-81ED-4DB2-BD59-A6C34878D82A}">
                    <a16:rowId xmlns:a16="http://schemas.microsoft.com/office/drawing/2014/main" val="2313347815"/>
                  </a:ext>
                </a:extLst>
              </a:tr>
            </a:tbl>
          </a:graphicData>
        </a:graphic>
      </p:graphicFrame>
      <p:cxnSp>
        <p:nvCxnSpPr>
          <p:cNvPr id="62" name="Straight Arrow Connector 61">
            <a:extLst>
              <a:ext uri="{FF2B5EF4-FFF2-40B4-BE49-F238E27FC236}">
                <a16:creationId xmlns:a16="http://schemas.microsoft.com/office/drawing/2014/main" id="{C97A49A8-F0B8-DF76-8465-5DFB2DA21645}"/>
              </a:ext>
            </a:extLst>
          </p:cNvPr>
          <p:cNvCxnSpPr>
            <a:cxnSpLocks/>
            <a:stCxn id="2205" idx="2"/>
            <a:endCxn id="47" idx="0"/>
          </p:cNvCxnSpPr>
          <p:nvPr/>
        </p:nvCxnSpPr>
        <p:spPr>
          <a:xfrm flipH="1">
            <a:off x="9322799" y="3523153"/>
            <a:ext cx="939" cy="284807"/>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240" name="Right Brace 2239">
            <a:extLst>
              <a:ext uri="{FF2B5EF4-FFF2-40B4-BE49-F238E27FC236}">
                <a16:creationId xmlns:a16="http://schemas.microsoft.com/office/drawing/2014/main" id="{40DEF400-1181-703D-7CF6-9AFC9964987D}"/>
              </a:ext>
            </a:extLst>
          </p:cNvPr>
          <p:cNvSpPr/>
          <p:nvPr/>
        </p:nvSpPr>
        <p:spPr>
          <a:xfrm>
            <a:off x="8861028" y="4729558"/>
            <a:ext cx="148347" cy="731520"/>
          </a:xfrm>
          <a:prstGeom prst="rightBrace">
            <a:avLst/>
          </a:prstGeom>
          <a:ln w="12700">
            <a:headEnd type="none" w="med" len="med"/>
            <a:tailEnd type="none" w="med" len="med"/>
          </a:ln>
        </p:spPr>
        <p:style>
          <a:lnRef idx="1">
            <a:schemeClr val="accent3"/>
          </a:lnRef>
          <a:fillRef idx="0">
            <a:schemeClr val="accent3"/>
          </a:fillRef>
          <a:effectRef idx="0">
            <a:schemeClr val="accent3"/>
          </a:effectRef>
          <a:fontRef idx="minor">
            <a:schemeClr val="tx1"/>
          </a:fontRef>
        </p:style>
        <p:txBody>
          <a:bodyPr rtlCol="0" anchor="ct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cxnSp>
        <p:nvCxnSpPr>
          <p:cNvPr id="2242" name="Straight Arrow Connector 2241">
            <a:extLst>
              <a:ext uri="{FF2B5EF4-FFF2-40B4-BE49-F238E27FC236}">
                <a16:creationId xmlns:a16="http://schemas.microsoft.com/office/drawing/2014/main" id="{3BC86F55-1452-593D-00B4-BB5CF8750575}"/>
              </a:ext>
            </a:extLst>
          </p:cNvPr>
          <p:cNvCxnSpPr/>
          <p:nvPr/>
        </p:nvCxnSpPr>
        <p:spPr>
          <a:xfrm flipV="1">
            <a:off x="9009375" y="4658287"/>
            <a:ext cx="245337" cy="426269"/>
          </a:xfrm>
          <a:prstGeom prst="straightConnector1">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2248" name="Straight Arrow Connector 2247">
            <a:extLst>
              <a:ext uri="{FF2B5EF4-FFF2-40B4-BE49-F238E27FC236}">
                <a16:creationId xmlns:a16="http://schemas.microsoft.com/office/drawing/2014/main" id="{E1104234-8454-89BB-F416-8A6B6AB72B65}"/>
              </a:ext>
            </a:extLst>
          </p:cNvPr>
          <p:cNvCxnSpPr>
            <a:cxnSpLocks/>
          </p:cNvCxnSpPr>
          <p:nvPr/>
        </p:nvCxnSpPr>
        <p:spPr>
          <a:xfrm flipV="1">
            <a:off x="8414929" y="4164302"/>
            <a:ext cx="366447" cy="2830"/>
          </a:xfrm>
          <a:prstGeom prst="straightConnector1">
            <a:avLst/>
          </a:prstGeom>
          <a:ln w="12700">
            <a:headEnd type="none" w="med" len="med"/>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519135216"/>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5E8D65-CD29-5071-E161-B3A2A342225A}"/>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D3853A6A-CBB4-0CA4-C3A6-15E8E0F2FA69}"/>
              </a:ext>
            </a:extLst>
          </p:cNvPr>
          <p:cNvSpPr>
            <a:spLocks noGrp="1"/>
          </p:cNvSpPr>
          <p:nvPr>
            <p:ph type="sldNum" sz="quarter" idx="12"/>
          </p:nvPr>
        </p:nvSpPr>
        <p:spPr/>
        <p:txBody>
          <a:bodyPr/>
          <a:lstStyle/>
          <a:p>
            <a:fld id="{F8A89D12-4F33-44AF-85FC-689FEAF79A41}" type="slidenum">
              <a:rPr lang="en-US" smtClean="0"/>
              <a:t>16</a:t>
            </a:fld>
            <a:endParaRPr lang="en-US"/>
          </a:p>
        </p:txBody>
      </p:sp>
      <p:sp>
        <p:nvSpPr>
          <p:cNvPr id="4" name="Title 3">
            <a:extLst>
              <a:ext uri="{FF2B5EF4-FFF2-40B4-BE49-F238E27FC236}">
                <a16:creationId xmlns:a16="http://schemas.microsoft.com/office/drawing/2014/main" id="{C8A2F038-6468-BE9B-3B77-B2589A4A1C1C}"/>
              </a:ext>
            </a:extLst>
          </p:cNvPr>
          <p:cNvSpPr>
            <a:spLocks noGrp="1"/>
          </p:cNvSpPr>
          <p:nvPr>
            <p:ph type="title"/>
          </p:nvPr>
        </p:nvSpPr>
        <p:spPr/>
        <p:txBody>
          <a:bodyPr/>
          <a:lstStyle/>
          <a:p>
            <a:r>
              <a:rPr lang="en-US"/>
              <a:t>Legal entity representation</a:t>
            </a:r>
          </a:p>
        </p:txBody>
      </p:sp>
      <p:sp>
        <p:nvSpPr>
          <p:cNvPr id="5" name="Text Placeholder 4">
            <a:extLst>
              <a:ext uri="{FF2B5EF4-FFF2-40B4-BE49-F238E27FC236}">
                <a16:creationId xmlns:a16="http://schemas.microsoft.com/office/drawing/2014/main" id="{A0399A02-A643-DF70-7DB2-A3FE532B2343}"/>
              </a:ext>
            </a:extLst>
          </p:cNvPr>
          <p:cNvSpPr>
            <a:spLocks noGrp="1"/>
          </p:cNvSpPr>
          <p:nvPr>
            <p:ph type="body" sz="quarter" idx="15"/>
          </p:nvPr>
        </p:nvSpPr>
        <p:spPr/>
        <p:txBody>
          <a:bodyPr/>
          <a:lstStyle/>
          <a:p>
            <a:r>
              <a:rPr lang="en-US"/>
              <a:t>Account Object in Salesforce</a:t>
            </a:r>
          </a:p>
        </p:txBody>
      </p:sp>
      <p:sp>
        <p:nvSpPr>
          <p:cNvPr id="7" name="Date Placeholder 6">
            <a:extLst>
              <a:ext uri="{FF2B5EF4-FFF2-40B4-BE49-F238E27FC236}">
                <a16:creationId xmlns:a16="http://schemas.microsoft.com/office/drawing/2014/main" id="{C183EF3B-96B3-A420-B239-2A79CFA10B9C}"/>
              </a:ext>
            </a:extLst>
          </p:cNvPr>
          <p:cNvSpPr>
            <a:spLocks noGrp="1"/>
          </p:cNvSpPr>
          <p:nvPr>
            <p:ph type="dt" sz="half" idx="13"/>
          </p:nvPr>
        </p:nvSpPr>
        <p:spPr/>
        <p:txBody>
          <a:bodyPr/>
          <a:lstStyle/>
          <a:p>
            <a:r>
              <a:rPr lang="en-US"/>
              <a:t>Source(s) / Citation(s) / Trademark(s)</a:t>
            </a:r>
          </a:p>
        </p:txBody>
      </p:sp>
      <p:sp>
        <p:nvSpPr>
          <p:cNvPr id="8" name="Rectangle 7">
            <a:extLst>
              <a:ext uri="{FF2B5EF4-FFF2-40B4-BE49-F238E27FC236}">
                <a16:creationId xmlns:a16="http://schemas.microsoft.com/office/drawing/2014/main" id="{C7FE4D37-78C5-FEFE-CAEB-790C9B88BF0A}"/>
              </a:ext>
            </a:extLst>
          </p:cNvPr>
          <p:cNvSpPr/>
          <p:nvPr/>
        </p:nvSpPr>
        <p:spPr>
          <a:xfrm>
            <a:off x="876877" y="2913976"/>
            <a:ext cx="2294626" cy="2518914"/>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9" name="TextBox 8">
            <a:extLst>
              <a:ext uri="{FF2B5EF4-FFF2-40B4-BE49-F238E27FC236}">
                <a16:creationId xmlns:a16="http://schemas.microsoft.com/office/drawing/2014/main" id="{5567E978-3C17-E66F-2135-905EDE9005C8}"/>
              </a:ext>
            </a:extLst>
          </p:cNvPr>
          <p:cNvSpPr txBox="1"/>
          <p:nvPr/>
        </p:nvSpPr>
        <p:spPr>
          <a:xfrm>
            <a:off x="1032152" y="3409994"/>
            <a:ext cx="1906437" cy="267419"/>
          </a:xfrm>
          <a:prstGeom prst="rect">
            <a:avLst/>
          </a:prstGeom>
          <a:noFill/>
        </p:spPr>
        <p:txBody>
          <a:bodyPr wrap="square" lIns="0" tIns="0" rtlCol="0">
            <a:noAutofit/>
          </a:bodyPr>
          <a:lstStyle/>
          <a:p>
            <a:pPr algn="l"/>
            <a:r>
              <a:rPr lang="en-US" sz="1400" b="1"/>
              <a:t>Name: </a:t>
            </a:r>
            <a:r>
              <a:rPr lang="en-US" sz="1400"/>
              <a:t>Subway Inc.</a:t>
            </a:r>
          </a:p>
        </p:txBody>
      </p:sp>
      <p:sp>
        <p:nvSpPr>
          <p:cNvPr id="10" name="TextBox 9">
            <a:extLst>
              <a:ext uri="{FF2B5EF4-FFF2-40B4-BE49-F238E27FC236}">
                <a16:creationId xmlns:a16="http://schemas.microsoft.com/office/drawing/2014/main" id="{09149399-E72A-2D02-A36A-7DE92288FBC6}"/>
              </a:ext>
            </a:extLst>
          </p:cNvPr>
          <p:cNvSpPr txBox="1"/>
          <p:nvPr/>
        </p:nvSpPr>
        <p:spPr>
          <a:xfrm>
            <a:off x="1032152" y="4067757"/>
            <a:ext cx="1906437" cy="267419"/>
          </a:xfrm>
          <a:prstGeom prst="rect">
            <a:avLst/>
          </a:prstGeom>
          <a:noFill/>
        </p:spPr>
        <p:txBody>
          <a:bodyPr wrap="square" lIns="0" tIns="0" rtlCol="0">
            <a:noAutofit/>
          </a:bodyPr>
          <a:lstStyle/>
          <a:p>
            <a:pPr algn="l"/>
            <a:r>
              <a:rPr lang="en-US" sz="1400" b="1"/>
              <a:t>Sales Motions:</a:t>
            </a:r>
          </a:p>
          <a:p>
            <a:pPr algn="l"/>
            <a:r>
              <a:rPr lang="en-US" sz="1400" b="1"/>
              <a:t> </a:t>
            </a:r>
          </a:p>
          <a:p>
            <a:pPr algn="l"/>
            <a:r>
              <a:rPr lang="en-US" sz="1400"/>
              <a:t>Direct </a:t>
            </a:r>
          </a:p>
        </p:txBody>
      </p:sp>
      <p:sp>
        <p:nvSpPr>
          <p:cNvPr id="11" name="Rectangle 10">
            <a:extLst>
              <a:ext uri="{FF2B5EF4-FFF2-40B4-BE49-F238E27FC236}">
                <a16:creationId xmlns:a16="http://schemas.microsoft.com/office/drawing/2014/main" id="{9CF555FB-F9E1-A4CA-DDC3-4DBC8568E674}"/>
              </a:ext>
            </a:extLst>
          </p:cNvPr>
          <p:cNvSpPr/>
          <p:nvPr/>
        </p:nvSpPr>
        <p:spPr>
          <a:xfrm>
            <a:off x="4333194" y="2913976"/>
            <a:ext cx="2294626" cy="2518914"/>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12" name="TextBox 11">
            <a:extLst>
              <a:ext uri="{FF2B5EF4-FFF2-40B4-BE49-F238E27FC236}">
                <a16:creationId xmlns:a16="http://schemas.microsoft.com/office/drawing/2014/main" id="{16D8F2B4-F0E8-A3EA-3821-67035149A758}"/>
              </a:ext>
            </a:extLst>
          </p:cNvPr>
          <p:cNvSpPr txBox="1"/>
          <p:nvPr/>
        </p:nvSpPr>
        <p:spPr>
          <a:xfrm>
            <a:off x="4488469" y="3409994"/>
            <a:ext cx="1906437" cy="267419"/>
          </a:xfrm>
          <a:prstGeom prst="rect">
            <a:avLst/>
          </a:prstGeom>
          <a:noFill/>
        </p:spPr>
        <p:txBody>
          <a:bodyPr wrap="square" lIns="0" tIns="0" rtlCol="0">
            <a:noAutofit/>
          </a:bodyPr>
          <a:lstStyle/>
          <a:p>
            <a:pPr algn="l"/>
            <a:r>
              <a:rPr lang="en-US" sz="1400" b="1"/>
              <a:t>Name: </a:t>
            </a:r>
            <a:r>
              <a:rPr lang="en-US" sz="1400"/>
              <a:t>Subway Inc.</a:t>
            </a:r>
          </a:p>
        </p:txBody>
      </p:sp>
      <p:sp>
        <p:nvSpPr>
          <p:cNvPr id="13" name="TextBox 12">
            <a:extLst>
              <a:ext uri="{FF2B5EF4-FFF2-40B4-BE49-F238E27FC236}">
                <a16:creationId xmlns:a16="http://schemas.microsoft.com/office/drawing/2014/main" id="{6CE75DC3-184F-3509-FC51-C0B1A5CCD497}"/>
              </a:ext>
            </a:extLst>
          </p:cNvPr>
          <p:cNvSpPr txBox="1"/>
          <p:nvPr/>
        </p:nvSpPr>
        <p:spPr>
          <a:xfrm>
            <a:off x="4488469" y="4067757"/>
            <a:ext cx="1906437" cy="267419"/>
          </a:xfrm>
          <a:prstGeom prst="rect">
            <a:avLst/>
          </a:prstGeom>
          <a:noFill/>
        </p:spPr>
        <p:txBody>
          <a:bodyPr wrap="square" lIns="0" tIns="0" rtlCol="0">
            <a:noAutofit/>
          </a:bodyPr>
          <a:lstStyle/>
          <a:p>
            <a:pPr algn="l"/>
            <a:r>
              <a:rPr lang="en-US" sz="1400" b="1"/>
              <a:t>Sales Motions:</a:t>
            </a:r>
          </a:p>
          <a:p>
            <a:pPr algn="l"/>
            <a:r>
              <a:rPr lang="en-US" sz="1400" b="1"/>
              <a:t> </a:t>
            </a:r>
          </a:p>
          <a:p>
            <a:pPr algn="l"/>
            <a:r>
              <a:rPr lang="en-US" sz="1400"/>
              <a:t>Direct</a:t>
            </a:r>
          </a:p>
          <a:p>
            <a:pPr algn="l"/>
            <a:r>
              <a:rPr lang="en-US" sz="1400"/>
              <a:t>Operate</a:t>
            </a:r>
          </a:p>
          <a:p>
            <a:pPr algn="l"/>
            <a:r>
              <a:rPr lang="en-US" sz="1400"/>
              <a:t>Distribute </a:t>
            </a:r>
          </a:p>
        </p:txBody>
      </p:sp>
      <p:sp>
        <p:nvSpPr>
          <p:cNvPr id="14" name="TextBox 13">
            <a:extLst>
              <a:ext uri="{FF2B5EF4-FFF2-40B4-BE49-F238E27FC236}">
                <a16:creationId xmlns:a16="http://schemas.microsoft.com/office/drawing/2014/main" id="{9CC8317A-6A9F-1B94-4FAF-00A8C89DD8FA}"/>
              </a:ext>
            </a:extLst>
          </p:cNvPr>
          <p:cNvSpPr txBox="1"/>
          <p:nvPr/>
        </p:nvSpPr>
        <p:spPr>
          <a:xfrm>
            <a:off x="643528" y="2253151"/>
            <a:ext cx="2953687" cy="664234"/>
          </a:xfrm>
          <a:prstGeom prst="rect">
            <a:avLst/>
          </a:prstGeom>
          <a:noFill/>
        </p:spPr>
        <p:txBody>
          <a:bodyPr wrap="square" lIns="0" tIns="0" rtlCol="0">
            <a:noAutofit/>
          </a:bodyPr>
          <a:lstStyle/>
          <a:p>
            <a:pPr algn="ctr"/>
            <a:r>
              <a:rPr lang="en-US" sz="1400"/>
              <a:t>Legal Entity only buys directly from us</a:t>
            </a:r>
          </a:p>
        </p:txBody>
      </p:sp>
      <p:sp>
        <p:nvSpPr>
          <p:cNvPr id="15" name="TextBox 14">
            <a:extLst>
              <a:ext uri="{FF2B5EF4-FFF2-40B4-BE49-F238E27FC236}">
                <a16:creationId xmlns:a16="http://schemas.microsoft.com/office/drawing/2014/main" id="{AEDF5259-E92E-04A7-32CA-325508FEBD21}"/>
              </a:ext>
            </a:extLst>
          </p:cNvPr>
          <p:cNvSpPr txBox="1"/>
          <p:nvPr/>
        </p:nvSpPr>
        <p:spPr>
          <a:xfrm>
            <a:off x="4178203" y="2234213"/>
            <a:ext cx="2740181" cy="664234"/>
          </a:xfrm>
          <a:prstGeom prst="rect">
            <a:avLst/>
          </a:prstGeom>
          <a:noFill/>
        </p:spPr>
        <p:txBody>
          <a:bodyPr wrap="square" lIns="0" tIns="0" rtlCol="0">
            <a:noAutofit/>
          </a:bodyPr>
          <a:lstStyle/>
          <a:p>
            <a:pPr algn="ctr"/>
            <a:r>
              <a:rPr lang="en-US" sz="1400"/>
              <a:t>Legal Entity if they buy directly and enroll in the partner program</a:t>
            </a:r>
          </a:p>
        </p:txBody>
      </p:sp>
      <p:sp>
        <p:nvSpPr>
          <p:cNvPr id="16" name="Rectangle 15">
            <a:extLst>
              <a:ext uri="{FF2B5EF4-FFF2-40B4-BE49-F238E27FC236}">
                <a16:creationId xmlns:a16="http://schemas.microsoft.com/office/drawing/2014/main" id="{EB16F4F0-EB57-9DE5-C2D3-ACBECDC6C0B5}"/>
              </a:ext>
            </a:extLst>
          </p:cNvPr>
          <p:cNvSpPr/>
          <p:nvPr/>
        </p:nvSpPr>
        <p:spPr>
          <a:xfrm>
            <a:off x="8013797" y="2935111"/>
            <a:ext cx="2294626" cy="2518914"/>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17" name="TextBox 16">
            <a:extLst>
              <a:ext uri="{FF2B5EF4-FFF2-40B4-BE49-F238E27FC236}">
                <a16:creationId xmlns:a16="http://schemas.microsoft.com/office/drawing/2014/main" id="{CB0B4D53-DBF7-4720-3A6A-D0809DE4B16C}"/>
              </a:ext>
            </a:extLst>
          </p:cNvPr>
          <p:cNvSpPr txBox="1"/>
          <p:nvPr/>
        </p:nvSpPr>
        <p:spPr>
          <a:xfrm>
            <a:off x="8169072" y="3431129"/>
            <a:ext cx="1906437" cy="267419"/>
          </a:xfrm>
          <a:prstGeom prst="rect">
            <a:avLst/>
          </a:prstGeom>
          <a:noFill/>
        </p:spPr>
        <p:txBody>
          <a:bodyPr wrap="square" lIns="0" tIns="0" rtlCol="0">
            <a:noAutofit/>
          </a:bodyPr>
          <a:lstStyle/>
          <a:p>
            <a:pPr algn="l"/>
            <a:r>
              <a:rPr lang="en-US" sz="1400" b="1"/>
              <a:t>Name: </a:t>
            </a:r>
            <a:r>
              <a:rPr lang="en-US" sz="1400"/>
              <a:t>Subway Inc.</a:t>
            </a:r>
          </a:p>
        </p:txBody>
      </p:sp>
      <p:sp>
        <p:nvSpPr>
          <p:cNvPr id="18" name="TextBox 17">
            <a:extLst>
              <a:ext uri="{FF2B5EF4-FFF2-40B4-BE49-F238E27FC236}">
                <a16:creationId xmlns:a16="http://schemas.microsoft.com/office/drawing/2014/main" id="{D26D6EDA-BA69-0F29-C626-245703D4DB4D}"/>
              </a:ext>
            </a:extLst>
          </p:cNvPr>
          <p:cNvSpPr txBox="1"/>
          <p:nvPr/>
        </p:nvSpPr>
        <p:spPr>
          <a:xfrm>
            <a:off x="8169072" y="4088892"/>
            <a:ext cx="1906437" cy="267419"/>
          </a:xfrm>
          <a:prstGeom prst="rect">
            <a:avLst/>
          </a:prstGeom>
          <a:noFill/>
        </p:spPr>
        <p:txBody>
          <a:bodyPr wrap="square" lIns="0" tIns="0" rtlCol="0">
            <a:noAutofit/>
          </a:bodyPr>
          <a:lstStyle/>
          <a:p>
            <a:pPr algn="l"/>
            <a:r>
              <a:rPr lang="en-US" sz="1400" b="1"/>
              <a:t>Sales Motions:</a:t>
            </a:r>
          </a:p>
          <a:p>
            <a:pPr algn="l"/>
            <a:r>
              <a:rPr lang="en-US" sz="1400" b="1"/>
              <a:t> </a:t>
            </a:r>
          </a:p>
          <a:p>
            <a:pPr algn="l"/>
            <a:r>
              <a:rPr lang="en-US" sz="1400"/>
              <a:t>Direct</a:t>
            </a:r>
          </a:p>
          <a:p>
            <a:pPr algn="l"/>
            <a:r>
              <a:rPr lang="en-US" sz="1400"/>
              <a:t>Operate</a:t>
            </a:r>
          </a:p>
          <a:p>
            <a:pPr algn="l"/>
            <a:r>
              <a:rPr lang="en-US" sz="1400"/>
              <a:t>Distribute</a:t>
            </a:r>
          </a:p>
          <a:p>
            <a:pPr algn="l"/>
            <a:r>
              <a:rPr lang="en-US" sz="1400"/>
              <a:t>End-Customer </a:t>
            </a:r>
          </a:p>
        </p:txBody>
      </p:sp>
      <p:sp>
        <p:nvSpPr>
          <p:cNvPr id="19" name="TextBox 18">
            <a:extLst>
              <a:ext uri="{FF2B5EF4-FFF2-40B4-BE49-F238E27FC236}">
                <a16:creationId xmlns:a16="http://schemas.microsoft.com/office/drawing/2014/main" id="{9B8CBFB0-8EF5-9B5C-437C-DFCF0AAFCA9D}"/>
              </a:ext>
            </a:extLst>
          </p:cNvPr>
          <p:cNvSpPr txBox="1"/>
          <p:nvPr/>
        </p:nvSpPr>
        <p:spPr>
          <a:xfrm>
            <a:off x="7789511" y="2253151"/>
            <a:ext cx="2636950" cy="664234"/>
          </a:xfrm>
          <a:prstGeom prst="rect">
            <a:avLst/>
          </a:prstGeom>
          <a:noFill/>
        </p:spPr>
        <p:txBody>
          <a:bodyPr wrap="square" lIns="0" tIns="0" rtlCol="0">
            <a:noAutofit/>
          </a:bodyPr>
          <a:lstStyle/>
          <a:p>
            <a:pPr algn="ctr"/>
            <a:r>
              <a:rPr lang="en-US" sz="1400"/>
              <a:t>Legal Entity when they buy through other partners</a:t>
            </a:r>
          </a:p>
        </p:txBody>
      </p:sp>
      <p:sp>
        <p:nvSpPr>
          <p:cNvPr id="20" name="TextBox 19">
            <a:extLst>
              <a:ext uri="{FF2B5EF4-FFF2-40B4-BE49-F238E27FC236}">
                <a16:creationId xmlns:a16="http://schemas.microsoft.com/office/drawing/2014/main" id="{853CC13E-8E2F-B896-A0E7-6CDED050CB16}"/>
              </a:ext>
            </a:extLst>
          </p:cNvPr>
          <p:cNvSpPr txBox="1"/>
          <p:nvPr/>
        </p:nvSpPr>
        <p:spPr>
          <a:xfrm>
            <a:off x="940278" y="5719312"/>
            <a:ext cx="10179170" cy="361447"/>
          </a:xfrm>
          <a:prstGeom prst="rect">
            <a:avLst/>
          </a:prstGeom>
          <a:noFill/>
        </p:spPr>
        <p:txBody>
          <a:bodyPr wrap="square" lIns="0" tIns="0" rtlCol="0">
            <a:noAutofit/>
          </a:bodyPr>
          <a:lstStyle/>
          <a:p>
            <a:pPr algn="ctr"/>
            <a:r>
              <a:rPr lang="en-US" sz="1200"/>
              <a:t>Sales Motion can be systematically added when a legal entity signs a contract(UTC) or enrolls in a partner program.</a:t>
            </a:r>
          </a:p>
        </p:txBody>
      </p:sp>
    </p:spTree>
    <p:extLst>
      <p:ext uri="{BB962C8B-B14F-4D97-AF65-F5344CB8AC3E}">
        <p14:creationId xmlns:p14="http://schemas.microsoft.com/office/powerpoint/2010/main" val="2965847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96C63-18E9-418A-47EF-923AD7B109F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50DD4C5-9D83-8F29-6354-A96DE801AD1D}"/>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EBA0FD2C-2B49-CF9E-830B-34EA51A9DF1E}"/>
              </a:ext>
            </a:extLst>
          </p:cNvPr>
          <p:cNvSpPr>
            <a:spLocks noGrp="1"/>
          </p:cNvSpPr>
          <p:nvPr>
            <p:ph type="sldNum" sz="quarter" idx="12"/>
          </p:nvPr>
        </p:nvSpPr>
        <p:spPr/>
        <p:txBody>
          <a:bodyPr/>
          <a:lstStyle/>
          <a:p>
            <a:fld id="{F8A89D12-4F33-44AF-85FC-689FEAF79A41}" type="slidenum">
              <a:rPr lang="en-US" smtClean="0"/>
              <a:t>17</a:t>
            </a:fld>
            <a:endParaRPr lang="en-US"/>
          </a:p>
        </p:txBody>
      </p:sp>
      <p:sp>
        <p:nvSpPr>
          <p:cNvPr id="4" name="Title 3">
            <a:extLst>
              <a:ext uri="{FF2B5EF4-FFF2-40B4-BE49-F238E27FC236}">
                <a16:creationId xmlns:a16="http://schemas.microsoft.com/office/drawing/2014/main" id="{8B30166F-45F0-2A44-AD4E-7A738CF812F5}"/>
              </a:ext>
            </a:extLst>
          </p:cNvPr>
          <p:cNvSpPr>
            <a:spLocks noGrp="1"/>
          </p:cNvSpPr>
          <p:nvPr>
            <p:ph type="title"/>
          </p:nvPr>
        </p:nvSpPr>
        <p:spPr/>
        <p:txBody>
          <a:bodyPr/>
          <a:lstStyle/>
          <a:p>
            <a:r>
              <a:rPr lang="en-US"/>
              <a:t>Multi – Party Opportunity</a:t>
            </a:r>
          </a:p>
        </p:txBody>
      </p:sp>
      <p:sp>
        <p:nvSpPr>
          <p:cNvPr id="5" name="Text Placeholder 4">
            <a:extLst>
              <a:ext uri="{FF2B5EF4-FFF2-40B4-BE49-F238E27FC236}">
                <a16:creationId xmlns:a16="http://schemas.microsoft.com/office/drawing/2014/main" id="{5E2CB53A-4B9A-EDAA-D34D-24BE416679A2}"/>
              </a:ext>
            </a:extLst>
          </p:cNvPr>
          <p:cNvSpPr>
            <a:spLocks noGrp="1"/>
          </p:cNvSpPr>
          <p:nvPr>
            <p:ph type="body" sz="quarter" idx="15"/>
          </p:nvPr>
        </p:nvSpPr>
        <p:spPr/>
        <p:txBody>
          <a:bodyPr/>
          <a:lstStyle/>
          <a:p>
            <a:r>
              <a:rPr lang="en-US"/>
              <a:t>Scenarios</a:t>
            </a:r>
          </a:p>
        </p:txBody>
      </p:sp>
      <p:sp>
        <p:nvSpPr>
          <p:cNvPr id="7" name="Date Placeholder 6">
            <a:extLst>
              <a:ext uri="{FF2B5EF4-FFF2-40B4-BE49-F238E27FC236}">
                <a16:creationId xmlns:a16="http://schemas.microsoft.com/office/drawing/2014/main" id="{43724B4E-26FB-0227-6807-A7E29C62A768}"/>
              </a:ext>
            </a:extLst>
          </p:cNvPr>
          <p:cNvSpPr>
            <a:spLocks noGrp="1"/>
          </p:cNvSpPr>
          <p:nvPr>
            <p:ph type="dt" sz="half" idx="13"/>
          </p:nvPr>
        </p:nvSpPr>
        <p:spPr/>
        <p:txBody>
          <a:bodyPr/>
          <a:lstStyle/>
          <a:p>
            <a:r>
              <a:rPr lang="en-US"/>
              <a:t>Source(s) / Citation(s) / Trademark(s)</a:t>
            </a:r>
          </a:p>
        </p:txBody>
      </p:sp>
      <p:sp>
        <p:nvSpPr>
          <p:cNvPr id="8" name="Rectangle 7">
            <a:extLst>
              <a:ext uri="{FF2B5EF4-FFF2-40B4-BE49-F238E27FC236}">
                <a16:creationId xmlns:a16="http://schemas.microsoft.com/office/drawing/2014/main" id="{70974A53-9F8E-1031-4A85-2E47D92D9092}"/>
              </a:ext>
            </a:extLst>
          </p:cNvPr>
          <p:cNvSpPr/>
          <p:nvPr/>
        </p:nvSpPr>
        <p:spPr>
          <a:xfrm>
            <a:off x="498607" y="1924094"/>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9" name="TextBox 8">
            <a:extLst>
              <a:ext uri="{FF2B5EF4-FFF2-40B4-BE49-F238E27FC236}">
                <a16:creationId xmlns:a16="http://schemas.microsoft.com/office/drawing/2014/main" id="{88A7B110-9471-54A4-0968-18D2CE5D100E}"/>
              </a:ext>
            </a:extLst>
          </p:cNvPr>
          <p:cNvSpPr txBox="1"/>
          <p:nvPr/>
        </p:nvSpPr>
        <p:spPr>
          <a:xfrm>
            <a:off x="653882" y="2420112"/>
            <a:ext cx="1906437" cy="267419"/>
          </a:xfrm>
          <a:prstGeom prst="rect">
            <a:avLst/>
          </a:prstGeom>
          <a:noFill/>
        </p:spPr>
        <p:txBody>
          <a:bodyPr wrap="square" lIns="0" tIns="0" rtlCol="0">
            <a:noAutofit/>
          </a:bodyPr>
          <a:lstStyle/>
          <a:p>
            <a:pPr algn="l"/>
            <a:r>
              <a:rPr lang="en-US" sz="1400" b="1"/>
              <a:t>Name: </a:t>
            </a:r>
            <a:r>
              <a:rPr lang="en-US" sz="1400"/>
              <a:t>Subway Inc.</a:t>
            </a:r>
          </a:p>
        </p:txBody>
      </p:sp>
      <p:sp>
        <p:nvSpPr>
          <p:cNvPr id="10" name="TextBox 9">
            <a:extLst>
              <a:ext uri="{FF2B5EF4-FFF2-40B4-BE49-F238E27FC236}">
                <a16:creationId xmlns:a16="http://schemas.microsoft.com/office/drawing/2014/main" id="{518666F6-3316-04F9-200F-0D2F2D3F0928}"/>
              </a:ext>
            </a:extLst>
          </p:cNvPr>
          <p:cNvSpPr txBox="1"/>
          <p:nvPr/>
        </p:nvSpPr>
        <p:spPr>
          <a:xfrm>
            <a:off x="653882" y="2793205"/>
            <a:ext cx="1906437" cy="267419"/>
          </a:xfrm>
          <a:prstGeom prst="rect">
            <a:avLst/>
          </a:prstGeom>
          <a:noFill/>
        </p:spPr>
        <p:txBody>
          <a:bodyPr wrap="square" lIns="0" tIns="0" rtlCol="0">
            <a:noAutofit/>
          </a:bodyPr>
          <a:lstStyle/>
          <a:p>
            <a:pPr algn="l"/>
            <a:r>
              <a:rPr lang="en-US" sz="1400" b="1"/>
              <a:t>Sales Motions:</a:t>
            </a:r>
          </a:p>
          <a:p>
            <a:pPr algn="l"/>
            <a:r>
              <a:rPr lang="en-US" sz="1400" b="1"/>
              <a:t> </a:t>
            </a:r>
          </a:p>
          <a:p>
            <a:pPr algn="l"/>
            <a:r>
              <a:rPr lang="en-US" sz="1400"/>
              <a:t>Direct </a:t>
            </a:r>
          </a:p>
        </p:txBody>
      </p:sp>
      <p:sp>
        <p:nvSpPr>
          <p:cNvPr id="6" name="Rectangle 5">
            <a:extLst>
              <a:ext uri="{FF2B5EF4-FFF2-40B4-BE49-F238E27FC236}">
                <a16:creationId xmlns:a16="http://schemas.microsoft.com/office/drawing/2014/main" id="{D90D6428-FB87-19C6-904C-596AE4A85231}"/>
              </a:ext>
            </a:extLst>
          </p:cNvPr>
          <p:cNvSpPr/>
          <p:nvPr/>
        </p:nvSpPr>
        <p:spPr>
          <a:xfrm>
            <a:off x="3798356" y="1924093"/>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Opportunity</a:t>
            </a:r>
          </a:p>
        </p:txBody>
      </p:sp>
      <p:sp>
        <p:nvSpPr>
          <p:cNvPr id="21" name="TextBox 20">
            <a:extLst>
              <a:ext uri="{FF2B5EF4-FFF2-40B4-BE49-F238E27FC236}">
                <a16:creationId xmlns:a16="http://schemas.microsoft.com/office/drawing/2014/main" id="{CACAC63F-F5D1-19CD-901A-AD60AC02E0B0}"/>
              </a:ext>
            </a:extLst>
          </p:cNvPr>
          <p:cNvSpPr txBox="1"/>
          <p:nvPr/>
        </p:nvSpPr>
        <p:spPr>
          <a:xfrm>
            <a:off x="3893246" y="2237549"/>
            <a:ext cx="2050354" cy="365125"/>
          </a:xfrm>
          <a:prstGeom prst="rect">
            <a:avLst/>
          </a:prstGeom>
          <a:noFill/>
        </p:spPr>
        <p:txBody>
          <a:bodyPr wrap="square" lIns="0" tIns="0" rtlCol="0">
            <a:noAutofit/>
          </a:bodyPr>
          <a:lstStyle/>
          <a:p>
            <a:pPr algn="l"/>
            <a:r>
              <a:rPr lang="en-US" sz="1400" b="1"/>
              <a:t>Opportunity Account:</a:t>
            </a:r>
            <a:r>
              <a:rPr lang="en-US" sz="1400"/>
              <a:t> </a:t>
            </a:r>
          </a:p>
          <a:p>
            <a:pPr algn="l"/>
            <a:r>
              <a:rPr lang="en-US" sz="1400"/>
              <a:t>Subway Inc.</a:t>
            </a:r>
          </a:p>
        </p:txBody>
      </p:sp>
      <p:sp>
        <p:nvSpPr>
          <p:cNvPr id="22" name="TextBox 21">
            <a:extLst>
              <a:ext uri="{FF2B5EF4-FFF2-40B4-BE49-F238E27FC236}">
                <a16:creationId xmlns:a16="http://schemas.microsoft.com/office/drawing/2014/main" id="{B98CA7B2-88C9-E238-7421-09DDBE642F94}"/>
              </a:ext>
            </a:extLst>
          </p:cNvPr>
          <p:cNvSpPr txBox="1"/>
          <p:nvPr/>
        </p:nvSpPr>
        <p:spPr>
          <a:xfrm>
            <a:off x="3893246" y="2808704"/>
            <a:ext cx="2050354" cy="365125"/>
          </a:xfrm>
          <a:prstGeom prst="rect">
            <a:avLst/>
          </a:prstGeom>
          <a:noFill/>
        </p:spPr>
        <p:txBody>
          <a:bodyPr wrap="square" lIns="0" tIns="0" rtlCol="0">
            <a:noAutofit/>
          </a:bodyPr>
          <a:lstStyle/>
          <a:p>
            <a:pPr algn="l"/>
            <a:r>
              <a:rPr lang="en-US" sz="1400" b="1"/>
              <a:t>Opportunity Owner:</a:t>
            </a:r>
            <a:r>
              <a:rPr lang="en-US" sz="1400"/>
              <a:t> </a:t>
            </a:r>
          </a:p>
          <a:p>
            <a:pPr algn="l"/>
            <a:r>
              <a:rPr lang="en-US" sz="1400"/>
              <a:t>John </a:t>
            </a:r>
            <a:r>
              <a:rPr lang="en-US" sz="1400" err="1"/>
              <a:t>Doe@Eqiuinx</a:t>
            </a:r>
            <a:endParaRPr lang="en-US" sz="1400"/>
          </a:p>
        </p:txBody>
      </p:sp>
      <p:sp>
        <p:nvSpPr>
          <p:cNvPr id="23" name="TextBox 22">
            <a:extLst>
              <a:ext uri="{FF2B5EF4-FFF2-40B4-BE49-F238E27FC236}">
                <a16:creationId xmlns:a16="http://schemas.microsoft.com/office/drawing/2014/main" id="{B2044B86-9B35-9ED1-A1C9-379B4F2A212F}"/>
              </a:ext>
            </a:extLst>
          </p:cNvPr>
          <p:cNvSpPr txBox="1"/>
          <p:nvPr/>
        </p:nvSpPr>
        <p:spPr>
          <a:xfrm>
            <a:off x="498607" y="1554624"/>
            <a:ext cx="5695159" cy="263795"/>
          </a:xfrm>
          <a:prstGeom prst="rect">
            <a:avLst/>
          </a:prstGeom>
          <a:noFill/>
        </p:spPr>
        <p:txBody>
          <a:bodyPr wrap="square" lIns="0" tIns="0" rtlCol="0">
            <a:noAutofit/>
          </a:bodyPr>
          <a:lstStyle/>
          <a:p>
            <a:pPr algn="l"/>
            <a:r>
              <a:rPr lang="en-US" sz="1400"/>
              <a:t>The Legal entity buying from Equinix directly</a:t>
            </a:r>
          </a:p>
        </p:txBody>
      </p:sp>
      <p:sp>
        <p:nvSpPr>
          <p:cNvPr id="24" name="Oval 23">
            <a:extLst>
              <a:ext uri="{FF2B5EF4-FFF2-40B4-BE49-F238E27FC236}">
                <a16:creationId xmlns:a16="http://schemas.microsoft.com/office/drawing/2014/main" id="{99416569-B27F-F381-5479-4FEC72D937B2}"/>
              </a:ext>
            </a:extLst>
          </p:cNvPr>
          <p:cNvSpPr/>
          <p:nvPr/>
        </p:nvSpPr>
        <p:spPr>
          <a:xfrm>
            <a:off x="32204" y="1503958"/>
            <a:ext cx="350520" cy="365125"/>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a:t>1</a:t>
            </a:r>
          </a:p>
        </p:txBody>
      </p:sp>
      <p:sp>
        <p:nvSpPr>
          <p:cNvPr id="25" name="Rectangle 24">
            <a:extLst>
              <a:ext uri="{FF2B5EF4-FFF2-40B4-BE49-F238E27FC236}">
                <a16:creationId xmlns:a16="http://schemas.microsoft.com/office/drawing/2014/main" id="{CD4D54D9-6292-7A75-226B-7DE8ABC44D9A}"/>
              </a:ext>
            </a:extLst>
          </p:cNvPr>
          <p:cNvSpPr/>
          <p:nvPr/>
        </p:nvSpPr>
        <p:spPr>
          <a:xfrm>
            <a:off x="498607" y="4544440"/>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26" name="TextBox 25">
            <a:extLst>
              <a:ext uri="{FF2B5EF4-FFF2-40B4-BE49-F238E27FC236}">
                <a16:creationId xmlns:a16="http://schemas.microsoft.com/office/drawing/2014/main" id="{AF0BC7C9-49C0-54F3-59B5-B01BF31883A1}"/>
              </a:ext>
            </a:extLst>
          </p:cNvPr>
          <p:cNvSpPr txBox="1"/>
          <p:nvPr/>
        </p:nvSpPr>
        <p:spPr>
          <a:xfrm>
            <a:off x="653882" y="5040458"/>
            <a:ext cx="1906437" cy="267419"/>
          </a:xfrm>
          <a:prstGeom prst="rect">
            <a:avLst/>
          </a:prstGeom>
          <a:noFill/>
        </p:spPr>
        <p:txBody>
          <a:bodyPr wrap="square" lIns="0" tIns="0" rtlCol="0">
            <a:noAutofit/>
          </a:bodyPr>
          <a:lstStyle/>
          <a:p>
            <a:pPr algn="l"/>
            <a:r>
              <a:rPr lang="en-US" sz="1400" b="1"/>
              <a:t>Name: </a:t>
            </a:r>
            <a:r>
              <a:rPr lang="en-US" sz="1400"/>
              <a:t>Subway Inc.</a:t>
            </a:r>
          </a:p>
        </p:txBody>
      </p:sp>
      <p:sp>
        <p:nvSpPr>
          <p:cNvPr id="27" name="TextBox 26">
            <a:extLst>
              <a:ext uri="{FF2B5EF4-FFF2-40B4-BE49-F238E27FC236}">
                <a16:creationId xmlns:a16="http://schemas.microsoft.com/office/drawing/2014/main" id="{1A4C7D49-0DC3-69D1-3873-82E2002FE6AE}"/>
              </a:ext>
            </a:extLst>
          </p:cNvPr>
          <p:cNvSpPr txBox="1"/>
          <p:nvPr/>
        </p:nvSpPr>
        <p:spPr>
          <a:xfrm>
            <a:off x="653882" y="5413551"/>
            <a:ext cx="1906437" cy="267419"/>
          </a:xfrm>
          <a:prstGeom prst="rect">
            <a:avLst/>
          </a:prstGeom>
          <a:noFill/>
        </p:spPr>
        <p:txBody>
          <a:bodyPr wrap="square" lIns="0" tIns="0" rtlCol="0">
            <a:noAutofit/>
          </a:bodyPr>
          <a:lstStyle/>
          <a:p>
            <a:pPr algn="l"/>
            <a:r>
              <a:rPr lang="en-US" sz="1400" b="1"/>
              <a:t>Sales Motions:</a:t>
            </a:r>
          </a:p>
          <a:p>
            <a:pPr algn="l"/>
            <a:r>
              <a:rPr lang="en-US" sz="1400" b="1"/>
              <a:t> </a:t>
            </a:r>
          </a:p>
          <a:p>
            <a:pPr algn="l"/>
            <a:r>
              <a:rPr lang="en-US" sz="1400"/>
              <a:t> Direct </a:t>
            </a:r>
          </a:p>
        </p:txBody>
      </p:sp>
      <p:sp>
        <p:nvSpPr>
          <p:cNvPr id="28" name="Rectangle 27">
            <a:extLst>
              <a:ext uri="{FF2B5EF4-FFF2-40B4-BE49-F238E27FC236}">
                <a16:creationId xmlns:a16="http://schemas.microsoft.com/office/drawing/2014/main" id="{F9820C33-3087-5B43-EBC9-DDD7B7D7E12B}"/>
              </a:ext>
            </a:extLst>
          </p:cNvPr>
          <p:cNvSpPr/>
          <p:nvPr/>
        </p:nvSpPr>
        <p:spPr>
          <a:xfrm>
            <a:off x="7238242" y="4438765"/>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Opportunity</a:t>
            </a:r>
          </a:p>
        </p:txBody>
      </p:sp>
      <p:sp>
        <p:nvSpPr>
          <p:cNvPr id="29" name="TextBox 28">
            <a:extLst>
              <a:ext uri="{FF2B5EF4-FFF2-40B4-BE49-F238E27FC236}">
                <a16:creationId xmlns:a16="http://schemas.microsoft.com/office/drawing/2014/main" id="{07A1D15E-7788-05FA-5570-6264B8B0F2FB}"/>
              </a:ext>
            </a:extLst>
          </p:cNvPr>
          <p:cNvSpPr txBox="1"/>
          <p:nvPr/>
        </p:nvSpPr>
        <p:spPr>
          <a:xfrm>
            <a:off x="7333132" y="4752221"/>
            <a:ext cx="2050354" cy="365125"/>
          </a:xfrm>
          <a:prstGeom prst="rect">
            <a:avLst/>
          </a:prstGeom>
          <a:noFill/>
        </p:spPr>
        <p:txBody>
          <a:bodyPr wrap="square" lIns="0" tIns="0" rtlCol="0">
            <a:noAutofit/>
          </a:bodyPr>
          <a:lstStyle/>
          <a:p>
            <a:pPr algn="l"/>
            <a:r>
              <a:rPr lang="en-US" sz="1100" b="1"/>
              <a:t>Opportunity Account:</a:t>
            </a:r>
            <a:r>
              <a:rPr lang="en-US" sz="1100"/>
              <a:t> </a:t>
            </a:r>
          </a:p>
          <a:p>
            <a:pPr algn="l"/>
            <a:r>
              <a:rPr lang="en-US" sz="1100"/>
              <a:t>Subway Inc.</a:t>
            </a:r>
          </a:p>
        </p:txBody>
      </p:sp>
      <p:sp>
        <p:nvSpPr>
          <p:cNvPr id="30" name="TextBox 29">
            <a:extLst>
              <a:ext uri="{FF2B5EF4-FFF2-40B4-BE49-F238E27FC236}">
                <a16:creationId xmlns:a16="http://schemas.microsoft.com/office/drawing/2014/main" id="{6C693708-061A-D711-D585-1542E5F88F21}"/>
              </a:ext>
            </a:extLst>
          </p:cNvPr>
          <p:cNvSpPr txBox="1"/>
          <p:nvPr/>
        </p:nvSpPr>
        <p:spPr>
          <a:xfrm>
            <a:off x="7333132" y="5210174"/>
            <a:ext cx="2050354" cy="365125"/>
          </a:xfrm>
          <a:prstGeom prst="rect">
            <a:avLst/>
          </a:prstGeom>
          <a:noFill/>
        </p:spPr>
        <p:txBody>
          <a:bodyPr wrap="square" lIns="0" tIns="0" rtlCol="0">
            <a:noAutofit/>
          </a:bodyPr>
          <a:lstStyle/>
          <a:p>
            <a:pPr algn="l"/>
            <a:r>
              <a:rPr lang="en-US" sz="1100" b="1"/>
              <a:t>Opportunity Owner:</a:t>
            </a:r>
            <a:r>
              <a:rPr lang="en-US" sz="1100"/>
              <a:t> </a:t>
            </a:r>
          </a:p>
          <a:p>
            <a:pPr algn="l"/>
            <a:r>
              <a:rPr lang="en-US" sz="1100"/>
              <a:t>John </a:t>
            </a:r>
            <a:r>
              <a:rPr lang="en-US" sz="1100" err="1"/>
              <a:t>Doe@Eqiuinx</a:t>
            </a:r>
            <a:endParaRPr lang="en-US" sz="1100"/>
          </a:p>
        </p:txBody>
      </p:sp>
      <p:sp>
        <p:nvSpPr>
          <p:cNvPr id="31" name="TextBox 30">
            <a:extLst>
              <a:ext uri="{FF2B5EF4-FFF2-40B4-BE49-F238E27FC236}">
                <a16:creationId xmlns:a16="http://schemas.microsoft.com/office/drawing/2014/main" id="{ECE615CA-04BE-13D0-29BA-05A7ECFC544F}"/>
              </a:ext>
            </a:extLst>
          </p:cNvPr>
          <p:cNvSpPr txBox="1"/>
          <p:nvPr/>
        </p:nvSpPr>
        <p:spPr>
          <a:xfrm>
            <a:off x="498607" y="4174970"/>
            <a:ext cx="5695159" cy="263795"/>
          </a:xfrm>
          <a:prstGeom prst="rect">
            <a:avLst/>
          </a:prstGeom>
          <a:noFill/>
        </p:spPr>
        <p:txBody>
          <a:bodyPr wrap="square" lIns="0" tIns="0" rtlCol="0">
            <a:noAutofit/>
          </a:bodyPr>
          <a:lstStyle/>
          <a:p>
            <a:pPr algn="l"/>
            <a:r>
              <a:rPr lang="en-US" sz="1400"/>
              <a:t>The legal entity buying from a partner</a:t>
            </a:r>
          </a:p>
        </p:txBody>
      </p:sp>
      <p:sp>
        <p:nvSpPr>
          <p:cNvPr id="32" name="Oval 31">
            <a:extLst>
              <a:ext uri="{FF2B5EF4-FFF2-40B4-BE49-F238E27FC236}">
                <a16:creationId xmlns:a16="http://schemas.microsoft.com/office/drawing/2014/main" id="{03E189E0-1E63-368D-14A0-771E465C6DBC}"/>
              </a:ext>
            </a:extLst>
          </p:cNvPr>
          <p:cNvSpPr/>
          <p:nvPr/>
        </p:nvSpPr>
        <p:spPr>
          <a:xfrm>
            <a:off x="32204" y="4124304"/>
            <a:ext cx="350520" cy="365125"/>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a:t>2</a:t>
            </a:r>
          </a:p>
        </p:txBody>
      </p:sp>
      <p:sp>
        <p:nvSpPr>
          <p:cNvPr id="34" name="Rectangle 33">
            <a:extLst>
              <a:ext uri="{FF2B5EF4-FFF2-40B4-BE49-F238E27FC236}">
                <a16:creationId xmlns:a16="http://schemas.microsoft.com/office/drawing/2014/main" id="{4EA8EFD9-99CD-B6F3-E7B7-67363EC99118}"/>
              </a:ext>
            </a:extLst>
          </p:cNvPr>
          <p:cNvSpPr/>
          <p:nvPr/>
        </p:nvSpPr>
        <p:spPr>
          <a:xfrm>
            <a:off x="3247938" y="4548211"/>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35" name="TextBox 34">
            <a:extLst>
              <a:ext uri="{FF2B5EF4-FFF2-40B4-BE49-F238E27FC236}">
                <a16:creationId xmlns:a16="http://schemas.microsoft.com/office/drawing/2014/main" id="{5C922DB7-FD4D-CD90-44E4-9AC68F324E38}"/>
              </a:ext>
            </a:extLst>
          </p:cNvPr>
          <p:cNvSpPr txBox="1"/>
          <p:nvPr/>
        </p:nvSpPr>
        <p:spPr>
          <a:xfrm>
            <a:off x="3403213" y="5044229"/>
            <a:ext cx="1906437" cy="267419"/>
          </a:xfrm>
          <a:prstGeom prst="rect">
            <a:avLst/>
          </a:prstGeom>
          <a:noFill/>
        </p:spPr>
        <p:txBody>
          <a:bodyPr wrap="square" lIns="0" tIns="0" rtlCol="0">
            <a:noAutofit/>
          </a:bodyPr>
          <a:lstStyle/>
          <a:p>
            <a:pPr algn="l"/>
            <a:r>
              <a:rPr lang="en-US" sz="1400" b="1"/>
              <a:t>Name: </a:t>
            </a:r>
            <a:r>
              <a:rPr lang="en-US" sz="1400"/>
              <a:t>AT&amp;T Inc.</a:t>
            </a:r>
          </a:p>
        </p:txBody>
      </p:sp>
      <p:sp>
        <p:nvSpPr>
          <p:cNvPr id="36" name="TextBox 35">
            <a:extLst>
              <a:ext uri="{FF2B5EF4-FFF2-40B4-BE49-F238E27FC236}">
                <a16:creationId xmlns:a16="http://schemas.microsoft.com/office/drawing/2014/main" id="{B2E2F7AD-A3AF-0E3B-07BC-4302FF55FADE}"/>
              </a:ext>
            </a:extLst>
          </p:cNvPr>
          <p:cNvSpPr txBox="1"/>
          <p:nvPr/>
        </p:nvSpPr>
        <p:spPr>
          <a:xfrm>
            <a:off x="3403213" y="5417322"/>
            <a:ext cx="1906437" cy="267419"/>
          </a:xfrm>
          <a:prstGeom prst="rect">
            <a:avLst/>
          </a:prstGeom>
          <a:noFill/>
        </p:spPr>
        <p:txBody>
          <a:bodyPr wrap="square" lIns="0" tIns="0" rtlCol="0">
            <a:noAutofit/>
          </a:bodyPr>
          <a:lstStyle/>
          <a:p>
            <a:pPr algn="l"/>
            <a:r>
              <a:rPr lang="en-US" sz="1400" b="1"/>
              <a:t>Sales Motions:</a:t>
            </a:r>
          </a:p>
          <a:p>
            <a:pPr algn="l"/>
            <a:r>
              <a:rPr lang="en-US" sz="1400" b="1"/>
              <a:t> </a:t>
            </a:r>
            <a:r>
              <a:rPr lang="en-US" sz="1400"/>
              <a:t>Direct </a:t>
            </a:r>
          </a:p>
          <a:p>
            <a:pPr algn="l"/>
            <a:r>
              <a:rPr lang="en-US" sz="1400"/>
              <a:t> Operate</a:t>
            </a:r>
          </a:p>
        </p:txBody>
      </p:sp>
      <p:sp>
        <p:nvSpPr>
          <p:cNvPr id="37" name="Rectangle 36">
            <a:extLst>
              <a:ext uri="{FF2B5EF4-FFF2-40B4-BE49-F238E27FC236}">
                <a16:creationId xmlns:a16="http://schemas.microsoft.com/office/drawing/2014/main" id="{ACB0F1C5-A5BB-4B28-9A34-8B5BD2DFEAB8}"/>
              </a:ext>
            </a:extLst>
          </p:cNvPr>
          <p:cNvSpPr/>
          <p:nvPr/>
        </p:nvSpPr>
        <p:spPr>
          <a:xfrm>
            <a:off x="9728383" y="4445400"/>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Partner</a:t>
            </a:r>
          </a:p>
        </p:txBody>
      </p:sp>
      <p:sp>
        <p:nvSpPr>
          <p:cNvPr id="38" name="TextBox 37">
            <a:extLst>
              <a:ext uri="{FF2B5EF4-FFF2-40B4-BE49-F238E27FC236}">
                <a16:creationId xmlns:a16="http://schemas.microsoft.com/office/drawing/2014/main" id="{2B2E5C09-3DCB-8EED-F7B7-05270A94E4A4}"/>
              </a:ext>
            </a:extLst>
          </p:cNvPr>
          <p:cNvSpPr txBox="1"/>
          <p:nvPr/>
        </p:nvSpPr>
        <p:spPr>
          <a:xfrm>
            <a:off x="9849549" y="4767615"/>
            <a:ext cx="2050354" cy="365125"/>
          </a:xfrm>
          <a:prstGeom prst="rect">
            <a:avLst/>
          </a:prstGeom>
          <a:noFill/>
        </p:spPr>
        <p:txBody>
          <a:bodyPr wrap="square" lIns="0" tIns="0" rtlCol="0">
            <a:noAutofit/>
          </a:bodyPr>
          <a:lstStyle/>
          <a:p>
            <a:pPr algn="l"/>
            <a:r>
              <a:rPr lang="en-US" sz="1100" b="1"/>
              <a:t>Account:</a:t>
            </a:r>
            <a:r>
              <a:rPr lang="en-US" sz="1100"/>
              <a:t> </a:t>
            </a:r>
          </a:p>
          <a:p>
            <a:pPr algn="l"/>
            <a:r>
              <a:rPr lang="en-US" sz="1100"/>
              <a:t>AT &amp; T Inc.</a:t>
            </a:r>
          </a:p>
        </p:txBody>
      </p:sp>
      <p:sp>
        <p:nvSpPr>
          <p:cNvPr id="39" name="TextBox 38">
            <a:extLst>
              <a:ext uri="{FF2B5EF4-FFF2-40B4-BE49-F238E27FC236}">
                <a16:creationId xmlns:a16="http://schemas.microsoft.com/office/drawing/2014/main" id="{FF56CF40-B05B-963D-4A18-588F3712C02E}"/>
              </a:ext>
            </a:extLst>
          </p:cNvPr>
          <p:cNvSpPr txBox="1"/>
          <p:nvPr/>
        </p:nvSpPr>
        <p:spPr>
          <a:xfrm>
            <a:off x="9849549" y="5338770"/>
            <a:ext cx="2050354" cy="365125"/>
          </a:xfrm>
          <a:prstGeom prst="rect">
            <a:avLst/>
          </a:prstGeom>
          <a:noFill/>
        </p:spPr>
        <p:txBody>
          <a:bodyPr wrap="square" lIns="0" tIns="0" rtlCol="0">
            <a:noAutofit/>
          </a:bodyPr>
          <a:lstStyle/>
          <a:p>
            <a:pPr algn="l"/>
            <a:r>
              <a:rPr lang="en-US" sz="1100" b="1"/>
              <a:t>Role:</a:t>
            </a:r>
          </a:p>
          <a:p>
            <a:pPr algn="l"/>
            <a:r>
              <a:rPr lang="en-US" sz="1100"/>
              <a:t>Operate </a:t>
            </a:r>
          </a:p>
        </p:txBody>
      </p:sp>
      <p:sp>
        <p:nvSpPr>
          <p:cNvPr id="40" name="TextBox 39">
            <a:extLst>
              <a:ext uri="{FF2B5EF4-FFF2-40B4-BE49-F238E27FC236}">
                <a16:creationId xmlns:a16="http://schemas.microsoft.com/office/drawing/2014/main" id="{FA9FBAE2-782C-91D4-741A-9A3D77E987EE}"/>
              </a:ext>
            </a:extLst>
          </p:cNvPr>
          <p:cNvSpPr txBox="1"/>
          <p:nvPr/>
        </p:nvSpPr>
        <p:spPr>
          <a:xfrm>
            <a:off x="7365483" y="5634072"/>
            <a:ext cx="2050354" cy="365125"/>
          </a:xfrm>
          <a:prstGeom prst="rect">
            <a:avLst/>
          </a:prstGeom>
          <a:noFill/>
        </p:spPr>
        <p:txBody>
          <a:bodyPr wrap="square" lIns="0" tIns="0" rtlCol="0">
            <a:noAutofit/>
          </a:bodyPr>
          <a:lstStyle/>
          <a:p>
            <a:pPr algn="l"/>
            <a:r>
              <a:rPr lang="en-US" sz="1100" b="1"/>
              <a:t>Opportunity Team:</a:t>
            </a:r>
            <a:r>
              <a:rPr lang="en-US" sz="1100"/>
              <a:t> </a:t>
            </a:r>
          </a:p>
          <a:p>
            <a:pPr algn="l"/>
            <a:r>
              <a:rPr lang="en-US" sz="1100"/>
              <a:t>May </a:t>
            </a:r>
            <a:r>
              <a:rPr lang="en-US" sz="1100" err="1"/>
              <a:t>Day@AT</a:t>
            </a:r>
            <a:r>
              <a:rPr lang="en-US" sz="1100"/>
              <a:t> &amp; T</a:t>
            </a:r>
          </a:p>
        </p:txBody>
      </p:sp>
    </p:spTree>
    <p:extLst>
      <p:ext uri="{BB962C8B-B14F-4D97-AF65-F5344CB8AC3E}">
        <p14:creationId xmlns:p14="http://schemas.microsoft.com/office/powerpoint/2010/main" val="267374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4272A2-2DCB-DCD4-6EBD-30722ABE8E52}"/>
              </a:ext>
            </a:extLst>
          </p:cNvPr>
          <p:cNvSpPr>
            <a:spLocks noGrp="1"/>
          </p:cNvSpPr>
          <p:nvPr>
            <p:ph type="ftr" sz="quarter" idx="11"/>
          </p:nvPr>
        </p:nvSpPr>
        <p:spPr/>
        <p:txBody>
          <a:bodyPr/>
          <a:lstStyle/>
          <a:p>
            <a:r>
              <a:rPr lang="en-US"/>
              <a:t>© 2025 Equinix, Inc.</a:t>
            </a:r>
          </a:p>
        </p:txBody>
      </p:sp>
      <p:sp>
        <p:nvSpPr>
          <p:cNvPr id="3" name="Slide Number Placeholder 2">
            <a:extLst>
              <a:ext uri="{FF2B5EF4-FFF2-40B4-BE49-F238E27FC236}">
                <a16:creationId xmlns:a16="http://schemas.microsoft.com/office/drawing/2014/main" id="{E0841BF8-A062-37CB-26F5-34DD1503605C}"/>
              </a:ext>
            </a:extLst>
          </p:cNvPr>
          <p:cNvSpPr>
            <a:spLocks noGrp="1"/>
          </p:cNvSpPr>
          <p:nvPr>
            <p:ph type="sldNum" sz="quarter" idx="12"/>
          </p:nvPr>
        </p:nvSpPr>
        <p:spPr/>
        <p:txBody>
          <a:bodyPr/>
          <a:lstStyle/>
          <a:p>
            <a:fld id="{F8A89D12-4F33-44AF-85FC-689FEAF79A41}" type="slidenum">
              <a:rPr lang="en-US" smtClean="0"/>
              <a:t>18</a:t>
            </a:fld>
            <a:endParaRPr lang="en-US"/>
          </a:p>
        </p:txBody>
      </p:sp>
      <p:sp>
        <p:nvSpPr>
          <p:cNvPr id="4" name="Title 3">
            <a:extLst>
              <a:ext uri="{FF2B5EF4-FFF2-40B4-BE49-F238E27FC236}">
                <a16:creationId xmlns:a16="http://schemas.microsoft.com/office/drawing/2014/main" id="{1B0AA0AE-E648-F2F8-0B17-20773E6BC170}"/>
              </a:ext>
            </a:extLst>
          </p:cNvPr>
          <p:cNvSpPr>
            <a:spLocks noGrp="1"/>
          </p:cNvSpPr>
          <p:nvPr>
            <p:ph type="title"/>
          </p:nvPr>
        </p:nvSpPr>
        <p:spPr/>
        <p:txBody>
          <a:bodyPr/>
          <a:lstStyle/>
          <a:p>
            <a:r>
              <a:rPr lang="en-US"/>
              <a:t>Multi Party Deal Continued</a:t>
            </a:r>
          </a:p>
        </p:txBody>
      </p:sp>
      <p:sp>
        <p:nvSpPr>
          <p:cNvPr id="5" name="Text Placeholder 4">
            <a:extLst>
              <a:ext uri="{FF2B5EF4-FFF2-40B4-BE49-F238E27FC236}">
                <a16:creationId xmlns:a16="http://schemas.microsoft.com/office/drawing/2014/main" id="{12ABBB0E-3C10-A533-7D98-5F02F147E576}"/>
              </a:ext>
            </a:extLst>
          </p:cNvPr>
          <p:cNvSpPr>
            <a:spLocks noGrp="1"/>
          </p:cNvSpPr>
          <p:nvPr>
            <p:ph type="body" sz="quarter" idx="15"/>
          </p:nvPr>
        </p:nvSpPr>
        <p:spPr/>
        <p:txBody>
          <a:bodyPr/>
          <a:lstStyle/>
          <a:p>
            <a:r>
              <a:rPr lang="en-US"/>
              <a:t>Scenarios</a:t>
            </a:r>
          </a:p>
        </p:txBody>
      </p:sp>
      <p:sp>
        <p:nvSpPr>
          <p:cNvPr id="7" name="Date Placeholder 6">
            <a:extLst>
              <a:ext uri="{FF2B5EF4-FFF2-40B4-BE49-F238E27FC236}">
                <a16:creationId xmlns:a16="http://schemas.microsoft.com/office/drawing/2014/main" id="{E0C88EA0-2053-054D-1165-C2CA38C9B972}"/>
              </a:ext>
            </a:extLst>
          </p:cNvPr>
          <p:cNvSpPr>
            <a:spLocks noGrp="1"/>
          </p:cNvSpPr>
          <p:nvPr>
            <p:ph type="dt" sz="half" idx="13"/>
          </p:nvPr>
        </p:nvSpPr>
        <p:spPr/>
        <p:txBody>
          <a:bodyPr/>
          <a:lstStyle/>
          <a:p>
            <a:r>
              <a:rPr lang="en-US"/>
              <a:t>Source(s) / Citation(s) / Trademark(s)</a:t>
            </a:r>
          </a:p>
        </p:txBody>
      </p:sp>
      <p:sp>
        <p:nvSpPr>
          <p:cNvPr id="8" name="Rectangle 7">
            <a:extLst>
              <a:ext uri="{FF2B5EF4-FFF2-40B4-BE49-F238E27FC236}">
                <a16:creationId xmlns:a16="http://schemas.microsoft.com/office/drawing/2014/main" id="{88694EAB-8CFE-F5EC-8E3F-E360A62C3F5F}"/>
              </a:ext>
            </a:extLst>
          </p:cNvPr>
          <p:cNvSpPr/>
          <p:nvPr/>
        </p:nvSpPr>
        <p:spPr>
          <a:xfrm>
            <a:off x="517047" y="2187972"/>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9" name="TextBox 8">
            <a:extLst>
              <a:ext uri="{FF2B5EF4-FFF2-40B4-BE49-F238E27FC236}">
                <a16:creationId xmlns:a16="http://schemas.microsoft.com/office/drawing/2014/main" id="{1DE5B81C-EF58-915C-E485-459C9B9768C8}"/>
              </a:ext>
            </a:extLst>
          </p:cNvPr>
          <p:cNvSpPr txBox="1"/>
          <p:nvPr/>
        </p:nvSpPr>
        <p:spPr>
          <a:xfrm>
            <a:off x="672322" y="2683990"/>
            <a:ext cx="1906437" cy="267419"/>
          </a:xfrm>
          <a:prstGeom prst="rect">
            <a:avLst/>
          </a:prstGeom>
          <a:noFill/>
        </p:spPr>
        <p:txBody>
          <a:bodyPr wrap="square" lIns="0" tIns="0" rtlCol="0">
            <a:noAutofit/>
          </a:bodyPr>
          <a:lstStyle/>
          <a:p>
            <a:pPr algn="l"/>
            <a:r>
              <a:rPr lang="en-US" sz="1400" b="1"/>
              <a:t>Name: </a:t>
            </a:r>
            <a:r>
              <a:rPr lang="en-US" sz="1400"/>
              <a:t>Subway Inc.</a:t>
            </a:r>
          </a:p>
        </p:txBody>
      </p:sp>
      <p:sp>
        <p:nvSpPr>
          <p:cNvPr id="10" name="TextBox 9">
            <a:extLst>
              <a:ext uri="{FF2B5EF4-FFF2-40B4-BE49-F238E27FC236}">
                <a16:creationId xmlns:a16="http://schemas.microsoft.com/office/drawing/2014/main" id="{74A5BC52-FEED-F9A6-0E79-B22C23A253C6}"/>
              </a:ext>
            </a:extLst>
          </p:cNvPr>
          <p:cNvSpPr txBox="1"/>
          <p:nvPr/>
        </p:nvSpPr>
        <p:spPr>
          <a:xfrm>
            <a:off x="672322" y="3057083"/>
            <a:ext cx="1906437" cy="267419"/>
          </a:xfrm>
          <a:prstGeom prst="rect">
            <a:avLst/>
          </a:prstGeom>
          <a:noFill/>
        </p:spPr>
        <p:txBody>
          <a:bodyPr wrap="square" lIns="0" tIns="0" rtlCol="0">
            <a:noAutofit/>
          </a:bodyPr>
          <a:lstStyle/>
          <a:p>
            <a:pPr algn="l"/>
            <a:r>
              <a:rPr lang="en-US" sz="1400" b="1"/>
              <a:t>Sales Motions:</a:t>
            </a:r>
          </a:p>
          <a:p>
            <a:pPr algn="l"/>
            <a:r>
              <a:rPr lang="en-US" sz="1400" b="1"/>
              <a:t> </a:t>
            </a:r>
          </a:p>
          <a:p>
            <a:pPr algn="l"/>
            <a:r>
              <a:rPr lang="en-US" sz="1400"/>
              <a:t> Direct </a:t>
            </a:r>
          </a:p>
        </p:txBody>
      </p:sp>
      <p:sp>
        <p:nvSpPr>
          <p:cNvPr id="11" name="Rectangle 10">
            <a:extLst>
              <a:ext uri="{FF2B5EF4-FFF2-40B4-BE49-F238E27FC236}">
                <a16:creationId xmlns:a16="http://schemas.microsoft.com/office/drawing/2014/main" id="{AF1E3821-CF62-8AFB-C058-F61A849E88A7}"/>
              </a:ext>
            </a:extLst>
          </p:cNvPr>
          <p:cNvSpPr/>
          <p:nvPr/>
        </p:nvSpPr>
        <p:spPr>
          <a:xfrm>
            <a:off x="7256682" y="2082297"/>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Opportunity</a:t>
            </a:r>
          </a:p>
        </p:txBody>
      </p:sp>
      <p:sp>
        <p:nvSpPr>
          <p:cNvPr id="12" name="TextBox 11">
            <a:extLst>
              <a:ext uri="{FF2B5EF4-FFF2-40B4-BE49-F238E27FC236}">
                <a16:creationId xmlns:a16="http://schemas.microsoft.com/office/drawing/2014/main" id="{722A1017-3CE8-FE62-D313-82CFF5A3D56F}"/>
              </a:ext>
            </a:extLst>
          </p:cNvPr>
          <p:cNvSpPr txBox="1"/>
          <p:nvPr/>
        </p:nvSpPr>
        <p:spPr>
          <a:xfrm>
            <a:off x="7351572" y="2395753"/>
            <a:ext cx="2050354" cy="365125"/>
          </a:xfrm>
          <a:prstGeom prst="rect">
            <a:avLst/>
          </a:prstGeom>
          <a:noFill/>
        </p:spPr>
        <p:txBody>
          <a:bodyPr wrap="square" lIns="0" tIns="0" rtlCol="0">
            <a:noAutofit/>
          </a:bodyPr>
          <a:lstStyle/>
          <a:p>
            <a:pPr algn="l"/>
            <a:r>
              <a:rPr lang="en-US" sz="1100" b="1"/>
              <a:t>Opportunity Account:</a:t>
            </a:r>
            <a:r>
              <a:rPr lang="en-US" sz="1100"/>
              <a:t> </a:t>
            </a:r>
          </a:p>
          <a:p>
            <a:pPr algn="l"/>
            <a:r>
              <a:rPr lang="en-US" sz="1100"/>
              <a:t>Subway Inc.</a:t>
            </a:r>
          </a:p>
        </p:txBody>
      </p:sp>
      <p:sp>
        <p:nvSpPr>
          <p:cNvPr id="13" name="TextBox 12">
            <a:extLst>
              <a:ext uri="{FF2B5EF4-FFF2-40B4-BE49-F238E27FC236}">
                <a16:creationId xmlns:a16="http://schemas.microsoft.com/office/drawing/2014/main" id="{556DE191-4CB3-E0B8-CEC2-A0E5A0110E9E}"/>
              </a:ext>
            </a:extLst>
          </p:cNvPr>
          <p:cNvSpPr txBox="1"/>
          <p:nvPr/>
        </p:nvSpPr>
        <p:spPr>
          <a:xfrm>
            <a:off x="7351572" y="2776071"/>
            <a:ext cx="2050354" cy="365125"/>
          </a:xfrm>
          <a:prstGeom prst="rect">
            <a:avLst/>
          </a:prstGeom>
          <a:noFill/>
        </p:spPr>
        <p:txBody>
          <a:bodyPr wrap="square" lIns="0" tIns="0" rtlCol="0">
            <a:noAutofit/>
          </a:bodyPr>
          <a:lstStyle/>
          <a:p>
            <a:pPr algn="l"/>
            <a:r>
              <a:rPr lang="en-US" sz="1100" b="1"/>
              <a:t>Opportunity Owner:</a:t>
            </a:r>
            <a:r>
              <a:rPr lang="en-US" sz="1100"/>
              <a:t> </a:t>
            </a:r>
          </a:p>
          <a:p>
            <a:pPr algn="l"/>
            <a:r>
              <a:rPr lang="en-US" sz="1100"/>
              <a:t>John </a:t>
            </a:r>
            <a:r>
              <a:rPr lang="en-US" sz="1100" err="1"/>
              <a:t>Doe@Eqiuinx</a:t>
            </a:r>
            <a:endParaRPr lang="en-US" sz="1100"/>
          </a:p>
        </p:txBody>
      </p:sp>
      <p:sp>
        <p:nvSpPr>
          <p:cNvPr id="14" name="TextBox 13">
            <a:extLst>
              <a:ext uri="{FF2B5EF4-FFF2-40B4-BE49-F238E27FC236}">
                <a16:creationId xmlns:a16="http://schemas.microsoft.com/office/drawing/2014/main" id="{DAFA56EA-58AE-3D39-793F-0AC66FEC5202}"/>
              </a:ext>
            </a:extLst>
          </p:cNvPr>
          <p:cNvSpPr txBox="1"/>
          <p:nvPr/>
        </p:nvSpPr>
        <p:spPr>
          <a:xfrm>
            <a:off x="517047" y="1818502"/>
            <a:ext cx="5695159" cy="263795"/>
          </a:xfrm>
          <a:prstGeom prst="rect">
            <a:avLst/>
          </a:prstGeom>
          <a:noFill/>
        </p:spPr>
        <p:txBody>
          <a:bodyPr wrap="square" lIns="0" tIns="0" rtlCol="0">
            <a:noAutofit/>
          </a:bodyPr>
          <a:lstStyle/>
          <a:p>
            <a:pPr algn="l"/>
            <a:r>
              <a:rPr lang="en-US" sz="1400"/>
              <a:t>The legal entity buying from a partner influenced by another partner</a:t>
            </a:r>
          </a:p>
        </p:txBody>
      </p:sp>
      <p:sp>
        <p:nvSpPr>
          <p:cNvPr id="15" name="Oval 14">
            <a:extLst>
              <a:ext uri="{FF2B5EF4-FFF2-40B4-BE49-F238E27FC236}">
                <a16:creationId xmlns:a16="http://schemas.microsoft.com/office/drawing/2014/main" id="{6CA560A6-EFC6-04DC-9668-BD8379880A57}"/>
              </a:ext>
            </a:extLst>
          </p:cNvPr>
          <p:cNvSpPr/>
          <p:nvPr/>
        </p:nvSpPr>
        <p:spPr>
          <a:xfrm>
            <a:off x="50644" y="1767836"/>
            <a:ext cx="350520" cy="365125"/>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a:t>3</a:t>
            </a:r>
          </a:p>
        </p:txBody>
      </p:sp>
      <p:sp>
        <p:nvSpPr>
          <p:cNvPr id="16" name="Rectangle 15">
            <a:extLst>
              <a:ext uri="{FF2B5EF4-FFF2-40B4-BE49-F238E27FC236}">
                <a16:creationId xmlns:a16="http://schemas.microsoft.com/office/drawing/2014/main" id="{CF657399-5EE2-1FBD-8322-D29C45D5898D}"/>
              </a:ext>
            </a:extLst>
          </p:cNvPr>
          <p:cNvSpPr/>
          <p:nvPr/>
        </p:nvSpPr>
        <p:spPr>
          <a:xfrm>
            <a:off x="3266378" y="2191743"/>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17" name="TextBox 16">
            <a:extLst>
              <a:ext uri="{FF2B5EF4-FFF2-40B4-BE49-F238E27FC236}">
                <a16:creationId xmlns:a16="http://schemas.microsoft.com/office/drawing/2014/main" id="{66F93138-9A91-D08A-1206-F0589206D9E3}"/>
              </a:ext>
            </a:extLst>
          </p:cNvPr>
          <p:cNvSpPr txBox="1"/>
          <p:nvPr/>
        </p:nvSpPr>
        <p:spPr>
          <a:xfrm>
            <a:off x="3421653" y="2687761"/>
            <a:ext cx="1906437" cy="267419"/>
          </a:xfrm>
          <a:prstGeom prst="rect">
            <a:avLst/>
          </a:prstGeom>
          <a:noFill/>
        </p:spPr>
        <p:txBody>
          <a:bodyPr wrap="square" lIns="0" tIns="0" rtlCol="0">
            <a:noAutofit/>
          </a:bodyPr>
          <a:lstStyle/>
          <a:p>
            <a:pPr algn="l"/>
            <a:r>
              <a:rPr lang="en-US" sz="1400" b="1"/>
              <a:t>Name: </a:t>
            </a:r>
            <a:r>
              <a:rPr lang="en-US" sz="1400"/>
              <a:t>AT&amp;T Inc.</a:t>
            </a:r>
          </a:p>
        </p:txBody>
      </p:sp>
      <p:sp>
        <p:nvSpPr>
          <p:cNvPr id="18" name="TextBox 17">
            <a:extLst>
              <a:ext uri="{FF2B5EF4-FFF2-40B4-BE49-F238E27FC236}">
                <a16:creationId xmlns:a16="http://schemas.microsoft.com/office/drawing/2014/main" id="{889F6FE5-8286-4C85-4D32-0ED3A7C30492}"/>
              </a:ext>
            </a:extLst>
          </p:cNvPr>
          <p:cNvSpPr txBox="1"/>
          <p:nvPr/>
        </p:nvSpPr>
        <p:spPr>
          <a:xfrm>
            <a:off x="3421653" y="3060854"/>
            <a:ext cx="1906437" cy="267419"/>
          </a:xfrm>
          <a:prstGeom prst="rect">
            <a:avLst/>
          </a:prstGeom>
          <a:noFill/>
        </p:spPr>
        <p:txBody>
          <a:bodyPr wrap="square" lIns="0" tIns="0" rtlCol="0">
            <a:noAutofit/>
          </a:bodyPr>
          <a:lstStyle/>
          <a:p>
            <a:pPr algn="l"/>
            <a:r>
              <a:rPr lang="en-US" sz="1400" b="1"/>
              <a:t>Sales Motions:</a:t>
            </a:r>
          </a:p>
          <a:p>
            <a:pPr algn="l"/>
            <a:r>
              <a:rPr lang="en-US" sz="1400" b="1"/>
              <a:t> </a:t>
            </a:r>
            <a:r>
              <a:rPr lang="en-US" sz="1400"/>
              <a:t>Direct </a:t>
            </a:r>
          </a:p>
          <a:p>
            <a:pPr algn="l"/>
            <a:r>
              <a:rPr lang="en-US" sz="1400"/>
              <a:t> Operate</a:t>
            </a:r>
          </a:p>
        </p:txBody>
      </p:sp>
      <p:sp>
        <p:nvSpPr>
          <p:cNvPr id="19" name="Rectangle 18">
            <a:extLst>
              <a:ext uri="{FF2B5EF4-FFF2-40B4-BE49-F238E27FC236}">
                <a16:creationId xmlns:a16="http://schemas.microsoft.com/office/drawing/2014/main" id="{1D5A19A5-5C89-BBD6-8D18-DD1632DC1A1F}"/>
              </a:ext>
            </a:extLst>
          </p:cNvPr>
          <p:cNvSpPr/>
          <p:nvPr/>
        </p:nvSpPr>
        <p:spPr>
          <a:xfrm>
            <a:off x="9773099" y="2097691"/>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Partner</a:t>
            </a:r>
          </a:p>
        </p:txBody>
      </p:sp>
      <p:sp>
        <p:nvSpPr>
          <p:cNvPr id="20" name="TextBox 19">
            <a:extLst>
              <a:ext uri="{FF2B5EF4-FFF2-40B4-BE49-F238E27FC236}">
                <a16:creationId xmlns:a16="http://schemas.microsoft.com/office/drawing/2014/main" id="{36D77BD1-3891-01A1-0F1E-3137D3812560}"/>
              </a:ext>
            </a:extLst>
          </p:cNvPr>
          <p:cNvSpPr txBox="1"/>
          <p:nvPr/>
        </p:nvSpPr>
        <p:spPr>
          <a:xfrm>
            <a:off x="9867989" y="2411147"/>
            <a:ext cx="2050354" cy="365125"/>
          </a:xfrm>
          <a:prstGeom prst="rect">
            <a:avLst/>
          </a:prstGeom>
          <a:noFill/>
        </p:spPr>
        <p:txBody>
          <a:bodyPr wrap="square" lIns="0" tIns="0" rtlCol="0">
            <a:noAutofit/>
          </a:bodyPr>
          <a:lstStyle/>
          <a:p>
            <a:pPr algn="l"/>
            <a:r>
              <a:rPr lang="en-US" sz="1100" b="1"/>
              <a:t>Account:</a:t>
            </a:r>
            <a:r>
              <a:rPr lang="en-US" sz="1100"/>
              <a:t> </a:t>
            </a:r>
          </a:p>
          <a:p>
            <a:pPr algn="l"/>
            <a:r>
              <a:rPr lang="en-US" sz="1100"/>
              <a:t>AT &amp; T Inc.</a:t>
            </a:r>
          </a:p>
        </p:txBody>
      </p:sp>
      <p:sp>
        <p:nvSpPr>
          <p:cNvPr id="21" name="TextBox 20">
            <a:extLst>
              <a:ext uri="{FF2B5EF4-FFF2-40B4-BE49-F238E27FC236}">
                <a16:creationId xmlns:a16="http://schemas.microsoft.com/office/drawing/2014/main" id="{7072AA39-22ED-3CCA-A601-EFFE7C6214CE}"/>
              </a:ext>
            </a:extLst>
          </p:cNvPr>
          <p:cNvSpPr txBox="1"/>
          <p:nvPr/>
        </p:nvSpPr>
        <p:spPr>
          <a:xfrm>
            <a:off x="9867989" y="2982302"/>
            <a:ext cx="2050354" cy="365125"/>
          </a:xfrm>
          <a:prstGeom prst="rect">
            <a:avLst/>
          </a:prstGeom>
          <a:noFill/>
        </p:spPr>
        <p:txBody>
          <a:bodyPr wrap="square" lIns="0" tIns="0" rtlCol="0">
            <a:noAutofit/>
          </a:bodyPr>
          <a:lstStyle/>
          <a:p>
            <a:pPr algn="l"/>
            <a:r>
              <a:rPr lang="en-US" sz="1100" b="1"/>
              <a:t>Role:</a:t>
            </a:r>
          </a:p>
          <a:p>
            <a:pPr algn="l"/>
            <a:r>
              <a:rPr lang="en-US" sz="1100"/>
              <a:t>Operate </a:t>
            </a:r>
          </a:p>
        </p:txBody>
      </p:sp>
      <p:sp>
        <p:nvSpPr>
          <p:cNvPr id="22" name="TextBox 21">
            <a:extLst>
              <a:ext uri="{FF2B5EF4-FFF2-40B4-BE49-F238E27FC236}">
                <a16:creationId xmlns:a16="http://schemas.microsoft.com/office/drawing/2014/main" id="{E32FFD70-7B08-41D3-47A5-4F945F7B2E3A}"/>
              </a:ext>
            </a:extLst>
          </p:cNvPr>
          <p:cNvSpPr txBox="1"/>
          <p:nvPr/>
        </p:nvSpPr>
        <p:spPr>
          <a:xfrm>
            <a:off x="7351572" y="3201316"/>
            <a:ext cx="2050354" cy="365125"/>
          </a:xfrm>
          <a:prstGeom prst="rect">
            <a:avLst/>
          </a:prstGeom>
          <a:noFill/>
        </p:spPr>
        <p:txBody>
          <a:bodyPr wrap="square" lIns="0" tIns="0" rtlCol="0">
            <a:noAutofit/>
          </a:bodyPr>
          <a:lstStyle/>
          <a:p>
            <a:pPr algn="l"/>
            <a:r>
              <a:rPr lang="en-US" sz="1100" b="1"/>
              <a:t>Opportunity Team:</a:t>
            </a:r>
            <a:r>
              <a:rPr lang="en-US" sz="1100"/>
              <a:t> </a:t>
            </a:r>
          </a:p>
          <a:p>
            <a:pPr algn="l"/>
            <a:r>
              <a:rPr lang="en-US" sz="1100"/>
              <a:t>May </a:t>
            </a:r>
            <a:r>
              <a:rPr lang="en-US" sz="1100" err="1"/>
              <a:t>Day@AT</a:t>
            </a:r>
            <a:r>
              <a:rPr lang="en-US" sz="1100"/>
              <a:t> &amp; T</a:t>
            </a:r>
            <a:br>
              <a:rPr lang="en-US" sz="1100"/>
            </a:br>
            <a:r>
              <a:rPr lang="en-US" sz="1100"/>
              <a:t>Adam </a:t>
            </a:r>
            <a:r>
              <a:rPr lang="en-US" sz="1100" err="1"/>
              <a:t>Hay@Carahsoft</a:t>
            </a:r>
            <a:endParaRPr lang="en-US" sz="1100"/>
          </a:p>
        </p:txBody>
      </p:sp>
      <p:sp>
        <p:nvSpPr>
          <p:cNvPr id="23" name="Rectangle 22">
            <a:extLst>
              <a:ext uri="{FF2B5EF4-FFF2-40B4-BE49-F238E27FC236}">
                <a16:creationId xmlns:a16="http://schemas.microsoft.com/office/drawing/2014/main" id="{748181A5-FC77-07F4-1C13-16B3D6422C9D}"/>
              </a:ext>
            </a:extLst>
          </p:cNvPr>
          <p:cNvSpPr/>
          <p:nvPr/>
        </p:nvSpPr>
        <p:spPr>
          <a:xfrm>
            <a:off x="517047" y="4058539"/>
            <a:ext cx="2294626" cy="1779762"/>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Account</a:t>
            </a:r>
          </a:p>
        </p:txBody>
      </p:sp>
      <p:sp>
        <p:nvSpPr>
          <p:cNvPr id="24" name="TextBox 23">
            <a:extLst>
              <a:ext uri="{FF2B5EF4-FFF2-40B4-BE49-F238E27FC236}">
                <a16:creationId xmlns:a16="http://schemas.microsoft.com/office/drawing/2014/main" id="{030A6A4B-DA78-E492-71AA-BDE8F4D65CCE}"/>
              </a:ext>
            </a:extLst>
          </p:cNvPr>
          <p:cNvSpPr txBox="1"/>
          <p:nvPr/>
        </p:nvSpPr>
        <p:spPr>
          <a:xfrm>
            <a:off x="672322" y="4554557"/>
            <a:ext cx="1906437" cy="267419"/>
          </a:xfrm>
          <a:prstGeom prst="rect">
            <a:avLst/>
          </a:prstGeom>
          <a:noFill/>
        </p:spPr>
        <p:txBody>
          <a:bodyPr wrap="square" lIns="0" tIns="0" rtlCol="0">
            <a:noAutofit/>
          </a:bodyPr>
          <a:lstStyle/>
          <a:p>
            <a:pPr algn="l"/>
            <a:r>
              <a:rPr lang="en-US" sz="1400" b="1"/>
              <a:t>Name: Carahsoft</a:t>
            </a:r>
            <a:endParaRPr lang="en-US" sz="1400"/>
          </a:p>
        </p:txBody>
      </p:sp>
      <p:sp>
        <p:nvSpPr>
          <p:cNvPr id="25" name="TextBox 24">
            <a:extLst>
              <a:ext uri="{FF2B5EF4-FFF2-40B4-BE49-F238E27FC236}">
                <a16:creationId xmlns:a16="http://schemas.microsoft.com/office/drawing/2014/main" id="{9615D4BB-A92B-A280-E2D5-72EF65C76A8C}"/>
              </a:ext>
            </a:extLst>
          </p:cNvPr>
          <p:cNvSpPr txBox="1"/>
          <p:nvPr/>
        </p:nvSpPr>
        <p:spPr>
          <a:xfrm>
            <a:off x="672322" y="4927650"/>
            <a:ext cx="1906437" cy="267419"/>
          </a:xfrm>
          <a:prstGeom prst="rect">
            <a:avLst/>
          </a:prstGeom>
          <a:noFill/>
        </p:spPr>
        <p:txBody>
          <a:bodyPr wrap="square" lIns="0" tIns="0" rtlCol="0">
            <a:noAutofit/>
          </a:bodyPr>
          <a:lstStyle/>
          <a:p>
            <a:pPr algn="l"/>
            <a:r>
              <a:rPr lang="en-US" sz="1400" b="1"/>
              <a:t>Sales Motions:</a:t>
            </a:r>
          </a:p>
          <a:p>
            <a:pPr algn="l"/>
            <a:r>
              <a:rPr lang="en-US" sz="1400"/>
              <a:t> Distributor</a:t>
            </a:r>
          </a:p>
        </p:txBody>
      </p:sp>
      <p:sp>
        <p:nvSpPr>
          <p:cNvPr id="27" name="Rectangle 26">
            <a:extLst>
              <a:ext uri="{FF2B5EF4-FFF2-40B4-BE49-F238E27FC236}">
                <a16:creationId xmlns:a16="http://schemas.microsoft.com/office/drawing/2014/main" id="{7F1ED3CB-1026-A0F6-3CB6-3A5914E2E944}"/>
              </a:ext>
            </a:extLst>
          </p:cNvPr>
          <p:cNvSpPr/>
          <p:nvPr/>
        </p:nvSpPr>
        <p:spPr>
          <a:xfrm>
            <a:off x="9773099" y="3884790"/>
            <a:ext cx="2294626" cy="1619205"/>
          </a:xfrm>
          <a:prstGeom prst="rect">
            <a:avLst/>
          </a:prstGeom>
          <a:ln w="38100"/>
        </p:spPr>
        <p:style>
          <a:lnRef idx="2">
            <a:schemeClr val="accent3"/>
          </a:lnRef>
          <a:fillRef idx="1">
            <a:schemeClr val="lt1"/>
          </a:fillRef>
          <a:effectRef idx="0">
            <a:schemeClr val="accent3"/>
          </a:effectRef>
          <a:fontRef idx="minor">
            <a:schemeClr val="dk1"/>
          </a:fontRef>
        </p:style>
        <p:txBody>
          <a:bodyPr rtlCol="0" anchor="t"/>
          <a:lstStyle/>
          <a:p>
            <a:pPr algn="ctr"/>
            <a:r>
              <a:rPr lang="en-US" sz="1400" b="1"/>
              <a:t>Partner</a:t>
            </a:r>
          </a:p>
        </p:txBody>
      </p:sp>
      <p:sp>
        <p:nvSpPr>
          <p:cNvPr id="28" name="TextBox 27">
            <a:extLst>
              <a:ext uri="{FF2B5EF4-FFF2-40B4-BE49-F238E27FC236}">
                <a16:creationId xmlns:a16="http://schemas.microsoft.com/office/drawing/2014/main" id="{991FE1B8-2F60-DE7F-DFAA-089FB747E683}"/>
              </a:ext>
            </a:extLst>
          </p:cNvPr>
          <p:cNvSpPr txBox="1"/>
          <p:nvPr/>
        </p:nvSpPr>
        <p:spPr>
          <a:xfrm>
            <a:off x="9867989" y="4198246"/>
            <a:ext cx="2050354" cy="365125"/>
          </a:xfrm>
          <a:prstGeom prst="rect">
            <a:avLst/>
          </a:prstGeom>
          <a:noFill/>
        </p:spPr>
        <p:txBody>
          <a:bodyPr wrap="square" lIns="0" tIns="0" rtlCol="0">
            <a:noAutofit/>
          </a:bodyPr>
          <a:lstStyle/>
          <a:p>
            <a:pPr algn="l"/>
            <a:r>
              <a:rPr lang="en-US" sz="1100" b="1"/>
              <a:t>Account:</a:t>
            </a:r>
            <a:r>
              <a:rPr lang="en-US" sz="1100"/>
              <a:t> </a:t>
            </a:r>
          </a:p>
          <a:p>
            <a:pPr algn="l"/>
            <a:r>
              <a:rPr lang="en-US" sz="1100"/>
              <a:t>Carah Soft.</a:t>
            </a:r>
          </a:p>
        </p:txBody>
      </p:sp>
      <p:sp>
        <p:nvSpPr>
          <p:cNvPr id="29" name="TextBox 28">
            <a:extLst>
              <a:ext uri="{FF2B5EF4-FFF2-40B4-BE49-F238E27FC236}">
                <a16:creationId xmlns:a16="http://schemas.microsoft.com/office/drawing/2014/main" id="{0AFA42C0-1E5E-96B9-16A6-77DD812414BE}"/>
              </a:ext>
            </a:extLst>
          </p:cNvPr>
          <p:cNvSpPr txBox="1"/>
          <p:nvPr/>
        </p:nvSpPr>
        <p:spPr>
          <a:xfrm>
            <a:off x="9867989" y="4769401"/>
            <a:ext cx="2050354" cy="365125"/>
          </a:xfrm>
          <a:prstGeom prst="rect">
            <a:avLst/>
          </a:prstGeom>
          <a:noFill/>
        </p:spPr>
        <p:txBody>
          <a:bodyPr wrap="square" lIns="0" tIns="0" rtlCol="0">
            <a:noAutofit/>
          </a:bodyPr>
          <a:lstStyle/>
          <a:p>
            <a:pPr algn="l"/>
            <a:r>
              <a:rPr lang="en-US" sz="1100" b="1"/>
              <a:t>Role:</a:t>
            </a:r>
          </a:p>
          <a:p>
            <a:pPr algn="l"/>
            <a:r>
              <a:rPr lang="en-US" sz="1100"/>
              <a:t>Distributor </a:t>
            </a:r>
          </a:p>
        </p:txBody>
      </p:sp>
    </p:spTree>
    <p:extLst>
      <p:ext uri="{BB962C8B-B14F-4D97-AF65-F5344CB8AC3E}">
        <p14:creationId xmlns:p14="http://schemas.microsoft.com/office/powerpoint/2010/main" val="4125367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B8F96-6068-6C51-09BB-646025EA691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77EF997-04FB-2C4C-C80C-A71EDEE897D2}"/>
              </a:ext>
              <a:ext uri="{C183D7F6-B498-43B3-948B-1728B52AA6E4}">
                <adec:decorative xmlns:adec="http://schemas.microsoft.com/office/drawing/2017/decorative" val="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a:ea typeface="+mn-ea"/>
                <a:cs typeface="+mn-cs"/>
              </a:rPr>
              <a:t>© 2025 Equinix, Inc.</a:t>
            </a:r>
          </a:p>
        </p:txBody>
      </p:sp>
      <p:sp>
        <p:nvSpPr>
          <p:cNvPr id="5" name="Slide Number Placeholder 4">
            <a:extLst>
              <a:ext uri="{FF2B5EF4-FFF2-40B4-BE49-F238E27FC236}">
                <a16:creationId xmlns:a16="http://schemas.microsoft.com/office/drawing/2014/main" id="{E43AE571-D1EF-FD25-CF88-B32F604FC07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A89D12-4F33-44AF-85FC-689FEAF79A41}" type="slidenum">
              <a:rPr kumimoji="0" lang="en-US"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3CC9367-5A0F-CCF4-415A-F45ACCBAF761}"/>
              </a:ext>
            </a:extLst>
          </p:cNvPr>
          <p:cNvSpPr>
            <a:spLocks noGrp="1"/>
          </p:cNvSpPr>
          <p:nvPr>
            <p:ph type="title"/>
          </p:nvPr>
        </p:nvSpPr>
        <p:spPr/>
        <p:txBody>
          <a:bodyPr/>
          <a:lstStyle/>
          <a:p>
            <a:r>
              <a:rPr lang="en-US" noProof="0"/>
              <a:t>Contract Entitlement Model</a:t>
            </a:r>
          </a:p>
        </p:txBody>
      </p:sp>
      <p:sp>
        <p:nvSpPr>
          <p:cNvPr id="11" name="Rectangle 10">
            <a:extLst>
              <a:ext uri="{FF2B5EF4-FFF2-40B4-BE49-F238E27FC236}">
                <a16:creationId xmlns:a16="http://schemas.microsoft.com/office/drawing/2014/main" id="{6D6E1DF0-678F-0B4E-08D1-65CFD35EBF0B}"/>
              </a:ext>
            </a:extLst>
          </p:cNvPr>
          <p:cNvSpPr/>
          <p:nvPr/>
        </p:nvSpPr>
        <p:spPr>
          <a:xfrm>
            <a:off x="2775749" y="2392341"/>
            <a:ext cx="1962150" cy="398144"/>
          </a:xfrm>
          <a:prstGeom prst="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anose="020B0604020202020204"/>
                <a:ea typeface="+mn-ea"/>
                <a:cs typeface="+mn-cs"/>
              </a:rPr>
              <a:t>Contract</a:t>
            </a:r>
          </a:p>
        </p:txBody>
      </p:sp>
      <p:sp>
        <p:nvSpPr>
          <p:cNvPr id="19" name="Rectangle 18">
            <a:extLst>
              <a:ext uri="{FF2B5EF4-FFF2-40B4-BE49-F238E27FC236}">
                <a16:creationId xmlns:a16="http://schemas.microsoft.com/office/drawing/2014/main" id="{850928FE-D77C-1891-4310-7B2CDDB088E9}"/>
              </a:ext>
            </a:extLst>
          </p:cNvPr>
          <p:cNvSpPr/>
          <p:nvPr/>
        </p:nvSpPr>
        <p:spPr>
          <a:xfrm>
            <a:off x="2775749" y="3134340"/>
            <a:ext cx="1962150" cy="398144"/>
          </a:xfrm>
          <a:prstGeom prst="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anose="020B0604020202020204"/>
                <a:ea typeface="+mn-ea"/>
                <a:cs typeface="+mn-cs"/>
              </a:rPr>
              <a:t>Contract Lines</a:t>
            </a:r>
          </a:p>
        </p:txBody>
      </p:sp>
      <p:sp>
        <p:nvSpPr>
          <p:cNvPr id="20" name="Rectangle 19">
            <a:extLst>
              <a:ext uri="{FF2B5EF4-FFF2-40B4-BE49-F238E27FC236}">
                <a16:creationId xmlns:a16="http://schemas.microsoft.com/office/drawing/2014/main" id="{24FD02EE-F078-DE93-6B03-D34C5D280E4B}"/>
              </a:ext>
            </a:extLst>
          </p:cNvPr>
          <p:cNvSpPr/>
          <p:nvPr/>
        </p:nvSpPr>
        <p:spPr>
          <a:xfrm>
            <a:off x="381000" y="2392341"/>
            <a:ext cx="1756414" cy="398144"/>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rial" panose="020B0604020202020204"/>
                <a:ea typeface="+mn-ea"/>
                <a:cs typeface="+mn-cs"/>
              </a:rPr>
              <a:t>Account</a:t>
            </a:r>
          </a:p>
        </p:txBody>
      </p:sp>
      <p:sp>
        <p:nvSpPr>
          <p:cNvPr id="21" name="Rectangle 20">
            <a:extLst>
              <a:ext uri="{FF2B5EF4-FFF2-40B4-BE49-F238E27FC236}">
                <a16:creationId xmlns:a16="http://schemas.microsoft.com/office/drawing/2014/main" id="{13CEBDC6-79CE-B6F9-994F-31515B51C12B}"/>
              </a:ext>
            </a:extLst>
          </p:cNvPr>
          <p:cNvSpPr/>
          <p:nvPr/>
        </p:nvSpPr>
        <p:spPr>
          <a:xfrm>
            <a:off x="5562762" y="3134340"/>
            <a:ext cx="1962150" cy="398144"/>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Finance Terms</a:t>
            </a:r>
          </a:p>
        </p:txBody>
      </p:sp>
      <p:sp>
        <p:nvSpPr>
          <p:cNvPr id="23" name="Rectangle 22">
            <a:extLst>
              <a:ext uri="{FF2B5EF4-FFF2-40B4-BE49-F238E27FC236}">
                <a16:creationId xmlns:a16="http://schemas.microsoft.com/office/drawing/2014/main" id="{9DBD87EA-ADA1-F241-E193-9B431166EAD0}"/>
              </a:ext>
            </a:extLst>
          </p:cNvPr>
          <p:cNvSpPr/>
          <p:nvPr/>
        </p:nvSpPr>
        <p:spPr>
          <a:xfrm>
            <a:off x="5562762" y="4141404"/>
            <a:ext cx="1962150" cy="398144"/>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Terms &amp; Conditions</a:t>
            </a:r>
          </a:p>
        </p:txBody>
      </p:sp>
      <p:sp>
        <p:nvSpPr>
          <p:cNvPr id="24" name="Rectangle 23">
            <a:extLst>
              <a:ext uri="{FF2B5EF4-FFF2-40B4-BE49-F238E27FC236}">
                <a16:creationId xmlns:a16="http://schemas.microsoft.com/office/drawing/2014/main" id="{DDC3803A-1BCF-2EC6-D2E3-FE081A115F7D}"/>
              </a:ext>
            </a:extLst>
          </p:cNvPr>
          <p:cNvSpPr/>
          <p:nvPr/>
        </p:nvSpPr>
        <p:spPr>
          <a:xfrm>
            <a:off x="5562762" y="5148467"/>
            <a:ext cx="1962150" cy="398144"/>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Service Coverage</a:t>
            </a:r>
          </a:p>
        </p:txBody>
      </p:sp>
      <p:sp>
        <p:nvSpPr>
          <p:cNvPr id="26" name="Rectangle 25">
            <a:extLst>
              <a:ext uri="{FF2B5EF4-FFF2-40B4-BE49-F238E27FC236}">
                <a16:creationId xmlns:a16="http://schemas.microsoft.com/office/drawing/2014/main" id="{6ED61829-307D-7625-6F96-E6D8D3C0F597}"/>
              </a:ext>
            </a:extLst>
          </p:cNvPr>
          <p:cNvSpPr/>
          <p:nvPr/>
        </p:nvSpPr>
        <p:spPr>
          <a:xfrm>
            <a:off x="8280403" y="2907576"/>
            <a:ext cx="1962150" cy="858195"/>
          </a:xfrm>
          <a:prstGeom prst="rect">
            <a:avLst/>
          </a:prstGeom>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Payment Term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Frequency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Renewal Type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Price Increase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Fee clauses &amp; free months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Tax Id</a:t>
            </a:r>
          </a:p>
        </p:txBody>
      </p:sp>
      <p:cxnSp>
        <p:nvCxnSpPr>
          <p:cNvPr id="28" name="Straight Connector 27">
            <a:extLst>
              <a:ext uri="{FF2B5EF4-FFF2-40B4-BE49-F238E27FC236}">
                <a16:creationId xmlns:a16="http://schemas.microsoft.com/office/drawing/2014/main" id="{AD49BAA7-6BA7-0064-5958-E767C0DD55FB}"/>
              </a:ext>
            </a:extLst>
          </p:cNvPr>
          <p:cNvCxnSpPr>
            <a:cxnSpLocks/>
            <a:stCxn id="20" idx="3"/>
            <a:endCxn id="11" idx="1"/>
          </p:cNvCxnSpPr>
          <p:nvPr/>
        </p:nvCxnSpPr>
        <p:spPr>
          <a:xfrm>
            <a:off x="2137414" y="2591413"/>
            <a:ext cx="638335" cy="0"/>
          </a:xfrm>
          <a:prstGeom prst="line">
            <a:avLst/>
          </a:prstGeom>
          <a:ln/>
        </p:spPr>
        <p:style>
          <a:lnRef idx="1">
            <a:schemeClr val="accent2"/>
          </a:lnRef>
          <a:fillRef idx="0">
            <a:schemeClr val="accent2"/>
          </a:fillRef>
          <a:effectRef idx="0">
            <a:schemeClr val="accent2"/>
          </a:effectRef>
          <a:fontRef idx="minor">
            <a:schemeClr val="tx1"/>
          </a:fontRef>
        </p:style>
      </p:cxnSp>
      <p:sp>
        <p:nvSpPr>
          <p:cNvPr id="29" name="Rectangle 28">
            <a:extLst>
              <a:ext uri="{FF2B5EF4-FFF2-40B4-BE49-F238E27FC236}">
                <a16:creationId xmlns:a16="http://schemas.microsoft.com/office/drawing/2014/main" id="{7D79F018-0931-7367-4D1C-6E9C175BD6CD}"/>
              </a:ext>
            </a:extLst>
          </p:cNvPr>
          <p:cNvSpPr/>
          <p:nvPr/>
        </p:nvSpPr>
        <p:spPr>
          <a:xfrm>
            <a:off x="5562762" y="2127276"/>
            <a:ext cx="1962150" cy="398144"/>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Product Coverage</a:t>
            </a:r>
          </a:p>
        </p:txBody>
      </p:sp>
      <p:cxnSp>
        <p:nvCxnSpPr>
          <p:cNvPr id="31" name="Straight Connector 30">
            <a:extLst>
              <a:ext uri="{FF2B5EF4-FFF2-40B4-BE49-F238E27FC236}">
                <a16:creationId xmlns:a16="http://schemas.microsoft.com/office/drawing/2014/main" id="{3CBC0592-D401-0362-D76F-77BC04158507}"/>
              </a:ext>
            </a:extLst>
          </p:cNvPr>
          <p:cNvCxnSpPr>
            <a:cxnSpLocks/>
            <a:stCxn id="19" idx="3"/>
            <a:endCxn id="29" idx="1"/>
          </p:cNvCxnSpPr>
          <p:nvPr/>
        </p:nvCxnSpPr>
        <p:spPr>
          <a:xfrm flipV="1">
            <a:off x="4737899" y="2326348"/>
            <a:ext cx="824863" cy="1007064"/>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F3A0E611-EABA-CD02-28F1-4BEE97A3A694}"/>
              </a:ext>
            </a:extLst>
          </p:cNvPr>
          <p:cNvCxnSpPr>
            <a:stCxn id="19" idx="3"/>
            <a:endCxn id="21" idx="1"/>
          </p:cNvCxnSpPr>
          <p:nvPr/>
        </p:nvCxnSpPr>
        <p:spPr>
          <a:xfrm>
            <a:off x="4737899" y="3333412"/>
            <a:ext cx="824863" cy="0"/>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34" name="Straight Connector 33">
            <a:extLst>
              <a:ext uri="{FF2B5EF4-FFF2-40B4-BE49-F238E27FC236}">
                <a16:creationId xmlns:a16="http://schemas.microsoft.com/office/drawing/2014/main" id="{810AE5BD-1E3A-CE8B-409F-F1303223A0CA}"/>
              </a:ext>
            </a:extLst>
          </p:cNvPr>
          <p:cNvCxnSpPr>
            <a:cxnSpLocks/>
            <a:stCxn id="19" idx="3"/>
            <a:endCxn id="23" idx="1"/>
          </p:cNvCxnSpPr>
          <p:nvPr/>
        </p:nvCxnSpPr>
        <p:spPr>
          <a:xfrm>
            <a:off x="4737899" y="3333412"/>
            <a:ext cx="824863" cy="1007064"/>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3447817B-7D9E-9822-2864-3ECE54FB2BA7}"/>
              </a:ext>
            </a:extLst>
          </p:cNvPr>
          <p:cNvCxnSpPr>
            <a:cxnSpLocks/>
            <a:stCxn id="19" idx="3"/>
            <a:endCxn id="24" idx="1"/>
          </p:cNvCxnSpPr>
          <p:nvPr/>
        </p:nvCxnSpPr>
        <p:spPr>
          <a:xfrm>
            <a:off x="4737899" y="3333412"/>
            <a:ext cx="824863" cy="2014127"/>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40" name="Straight Connector 39">
            <a:extLst>
              <a:ext uri="{FF2B5EF4-FFF2-40B4-BE49-F238E27FC236}">
                <a16:creationId xmlns:a16="http://schemas.microsoft.com/office/drawing/2014/main" id="{3DB1B214-D07B-F2BF-5B3B-52DDE11FA7B5}"/>
              </a:ext>
            </a:extLst>
          </p:cNvPr>
          <p:cNvCxnSpPr>
            <a:cxnSpLocks/>
            <a:stCxn id="21" idx="3"/>
            <a:endCxn id="26" idx="1"/>
          </p:cNvCxnSpPr>
          <p:nvPr/>
        </p:nvCxnSpPr>
        <p:spPr>
          <a:xfrm>
            <a:off x="7524912" y="3333412"/>
            <a:ext cx="755491" cy="326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E5858CF9-B341-38F8-B915-677E6FE30445}"/>
              </a:ext>
            </a:extLst>
          </p:cNvPr>
          <p:cNvSpPr/>
          <p:nvPr/>
        </p:nvSpPr>
        <p:spPr>
          <a:xfrm>
            <a:off x="5562762" y="1120212"/>
            <a:ext cx="1962150" cy="398144"/>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Compensation Terms</a:t>
            </a:r>
          </a:p>
        </p:txBody>
      </p:sp>
      <p:cxnSp>
        <p:nvCxnSpPr>
          <p:cNvPr id="46" name="Straight Connector 45">
            <a:extLst>
              <a:ext uri="{FF2B5EF4-FFF2-40B4-BE49-F238E27FC236}">
                <a16:creationId xmlns:a16="http://schemas.microsoft.com/office/drawing/2014/main" id="{A4EDD53B-8009-487E-A3F3-DAE769792572}"/>
              </a:ext>
            </a:extLst>
          </p:cNvPr>
          <p:cNvCxnSpPr>
            <a:cxnSpLocks/>
            <a:stCxn id="19" idx="3"/>
            <a:endCxn id="44" idx="1"/>
          </p:cNvCxnSpPr>
          <p:nvPr/>
        </p:nvCxnSpPr>
        <p:spPr>
          <a:xfrm flipV="1">
            <a:off x="4737899" y="1319284"/>
            <a:ext cx="824863" cy="2014128"/>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sp>
        <p:nvSpPr>
          <p:cNvPr id="52" name="Rectangle 51">
            <a:extLst>
              <a:ext uri="{FF2B5EF4-FFF2-40B4-BE49-F238E27FC236}">
                <a16:creationId xmlns:a16="http://schemas.microsoft.com/office/drawing/2014/main" id="{4CE12F69-230D-FEBB-A7A9-84600C1CCE9E}"/>
              </a:ext>
            </a:extLst>
          </p:cNvPr>
          <p:cNvSpPr/>
          <p:nvPr/>
        </p:nvSpPr>
        <p:spPr>
          <a:xfrm>
            <a:off x="8280404" y="887932"/>
            <a:ext cx="1962150" cy="858195"/>
          </a:xfrm>
          <a:prstGeom prst="rect">
            <a:avLst/>
          </a:prstGeom>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Tenure – Recurring, One-time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Percentage-based or Discount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Dispute period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Arial" panose="020B0604020202020204"/>
              <a:ea typeface="+mn-ea"/>
              <a:cs typeface="+mn-cs"/>
            </a:endParaRPr>
          </a:p>
        </p:txBody>
      </p:sp>
      <p:cxnSp>
        <p:nvCxnSpPr>
          <p:cNvPr id="54" name="Straight Connector 53">
            <a:extLst>
              <a:ext uri="{FF2B5EF4-FFF2-40B4-BE49-F238E27FC236}">
                <a16:creationId xmlns:a16="http://schemas.microsoft.com/office/drawing/2014/main" id="{FCF82672-F367-640F-F6DB-29D8EB1D5BFB}"/>
              </a:ext>
            </a:extLst>
          </p:cNvPr>
          <p:cNvCxnSpPr>
            <a:cxnSpLocks/>
            <a:stCxn id="44" idx="3"/>
            <a:endCxn id="52" idx="1"/>
          </p:cNvCxnSpPr>
          <p:nvPr/>
        </p:nvCxnSpPr>
        <p:spPr>
          <a:xfrm flipV="1">
            <a:off x="7524912" y="1317030"/>
            <a:ext cx="755492" cy="225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73823FE7-2D98-F0D9-BCB2-EAF8EAE6F0A8}"/>
              </a:ext>
            </a:extLst>
          </p:cNvPr>
          <p:cNvSpPr/>
          <p:nvPr/>
        </p:nvSpPr>
        <p:spPr>
          <a:xfrm>
            <a:off x="8280402" y="1897754"/>
            <a:ext cx="1962150" cy="858195"/>
          </a:xfrm>
          <a:prstGeom prst="rect">
            <a:avLst/>
          </a:prstGeom>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Product Family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Product Offering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Service Offering</a:t>
            </a:r>
          </a:p>
        </p:txBody>
      </p:sp>
      <p:cxnSp>
        <p:nvCxnSpPr>
          <p:cNvPr id="62" name="Straight Connector 61">
            <a:extLst>
              <a:ext uri="{FF2B5EF4-FFF2-40B4-BE49-F238E27FC236}">
                <a16:creationId xmlns:a16="http://schemas.microsoft.com/office/drawing/2014/main" id="{FE2319C1-F6BA-657F-125C-5C44998F37A2}"/>
              </a:ext>
            </a:extLst>
          </p:cNvPr>
          <p:cNvCxnSpPr>
            <a:cxnSpLocks/>
            <a:stCxn id="29" idx="3"/>
            <a:endCxn id="60" idx="1"/>
          </p:cNvCxnSpPr>
          <p:nvPr/>
        </p:nvCxnSpPr>
        <p:spPr>
          <a:xfrm>
            <a:off x="7524912" y="2326348"/>
            <a:ext cx="755490" cy="50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A0C0BFB3-0494-6ED1-A495-2E93CAD1B55F}"/>
              </a:ext>
            </a:extLst>
          </p:cNvPr>
          <p:cNvSpPr/>
          <p:nvPr/>
        </p:nvSpPr>
        <p:spPr>
          <a:xfrm>
            <a:off x="8280402" y="3917398"/>
            <a:ext cx="1962150" cy="858195"/>
          </a:xfrm>
          <a:prstGeom prst="rect">
            <a:avLst/>
          </a:prstGeom>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GTC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GEO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Local T&amp;C’s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EQX Entity’s governing the contract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Terminations</a:t>
            </a:r>
          </a:p>
        </p:txBody>
      </p:sp>
      <p:cxnSp>
        <p:nvCxnSpPr>
          <p:cNvPr id="65" name="Straight Connector 64">
            <a:extLst>
              <a:ext uri="{FF2B5EF4-FFF2-40B4-BE49-F238E27FC236}">
                <a16:creationId xmlns:a16="http://schemas.microsoft.com/office/drawing/2014/main" id="{1DE68B41-C200-39E7-B582-2AC9C29798D2}"/>
              </a:ext>
            </a:extLst>
          </p:cNvPr>
          <p:cNvCxnSpPr>
            <a:cxnSpLocks/>
            <a:stCxn id="23" idx="3"/>
            <a:endCxn id="63" idx="1"/>
          </p:cNvCxnSpPr>
          <p:nvPr/>
        </p:nvCxnSpPr>
        <p:spPr>
          <a:xfrm>
            <a:off x="7524912" y="4340476"/>
            <a:ext cx="755490" cy="602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960424F8-5FE4-8D2D-8367-AA0B8FA3BDBB}"/>
              </a:ext>
            </a:extLst>
          </p:cNvPr>
          <p:cNvSpPr/>
          <p:nvPr/>
        </p:nvSpPr>
        <p:spPr>
          <a:xfrm>
            <a:off x="8280401" y="4927220"/>
            <a:ext cx="1962150" cy="858195"/>
          </a:xfrm>
          <a:prstGeom prst="rect">
            <a:avLst/>
          </a:prstGeom>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Support offered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Incident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Emergency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Self-service policy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Notifications</a:t>
            </a:r>
          </a:p>
        </p:txBody>
      </p:sp>
      <p:cxnSp>
        <p:nvCxnSpPr>
          <p:cNvPr id="68" name="Straight Connector 67">
            <a:extLst>
              <a:ext uri="{FF2B5EF4-FFF2-40B4-BE49-F238E27FC236}">
                <a16:creationId xmlns:a16="http://schemas.microsoft.com/office/drawing/2014/main" id="{52BAD656-4C38-CDD9-318E-A7E9DF48F735}"/>
              </a:ext>
            </a:extLst>
          </p:cNvPr>
          <p:cNvCxnSpPr>
            <a:cxnSpLocks/>
            <a:stCxn id="24" idx="3"/>
            <a:endCxn id="66" idx="1"/>
          </p:cNvCxnSpPr>
          <p:nvPr/>
        </p:nvCxnSpPr>
        <p:spPr>
          <a:xfrm>
            <a:off x="7524912" y="5347539"/>
            <a:ext cx="755489" cy="877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255451B-6F2B-43E4-304B-F8444682E10E}"/>
              </a:ext>
            </a:extLst>
          </p:cNvPr>
          <p:cNvCxnSpPr>
            <a:stCxn id="11" idx="2"/>
            <a:endCxn id="19" idx="0"/>
          </p:cNvCxnSpPr>
          <p:nvPr/>
        </p:nvCxnSpPr>
        <p:spPr>
          <a:xfrm>
            <a:off x="3756824" y="2790485"/>
            <a:ext cx="0" cy="343855"/>
          </a:xfrm>
          <a:prstGeom prst="line">
            <a:avLst/>
          </a:prstGeom>
          <a:ln/>
        </p:spPr>
        <p:style>
          <a:lnRef idx="2">
            <a:schemeClr val="accent2"/>
          </a:lnRef>
          <a:fillRef idx="1">
            <a:schemeClr val="lt1"/>
          </a:fillRef>
          <a:effectRef idx="0">
            <a:schemeClr val="accent2"/>
          </a:effectRef>
          <a:fontRef idx="minor">
            <a:schemeClr val="dk1"/>
          </a:fontRef>
        </p:style>
      </p:cxnSp>
      <p:sp>
        <p:nvSpPr>
          <p:cNvPr id="94" name="Rectangle 93">
            <a:extLst>
              <a:ext uri="{FF2B5EF4-FFF2-40B4-BE49-F238E27FC236}">
                <a16:creationId xmlns:a16="http://schemas.microsoft.com/office/drawing/2014/main" id="{D4F02FCB-1ACB-2C71-49ED-EA8E4103304D}"/>
              </a:ext>
            </a:extLst>
          </p:cNvPr>
          <p:cNvSpPr/>
          <p:nvPr/>
        </p:nvSpPr>
        <p:spPr>
          <a:xfrm>
            <a:off x="5562762" y="6158288"/>
            <a:ext cx="1962150" cy="398144"/>
          </a:xfrm>
          <a:prstGeom prst="rect">
            <a:avLst/>
          </a:prstGeom>
          <a:ln w="190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a:ea typeface="+mn-ea"/>
                <a:cs typeface="+mn-cs"/>
              </a:rPr>
              <a:t>Partner Coverage</a:t>
            </a:r>
          </a:p>
        </p:txBody>
      </p:sp>
      <p:sp>
        <p:nvSpPr>
          <p:cNvPr id="95" name="Rectangle 94">
            <a:extLst>
              <a:ext uri="{FF2B5EF4-FFF2-40B4-BE49-F238E27FC236}">
                <a16:creationId xmlns:a16="http://schemas.microsoft.com/office/drawing/2014/main" id="{3ECA3231-ED94-FFF6-AF2F-0622C6162077}"/>
              </a:ext>
            </a:extLst>
          </p:cNvPr>
          <p:cNvSpPr/>
          <p:nvPr/>
        </p:nvSpPr>
        <p:spPr>
          <a:xfrm>
            <a:off x="8280401" y="5937041"/>
            <a:ext cx="1962150" cy="858195"/>
          </a:xfrm>
          <a:prstGeom prst="rect">
            <a:avLst/>
          </a:prstGeom>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End Customer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End Customer Platform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Partner Managed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a:ea typeface="+mn-ea"/>
                <a:cs typeface="+mn-cs"/>
              </a:rPr>
              <a:t>Partner programs allowed</a:t>
            </a:r>
          </a:p>
        </p:txBody>
      </p:sp>
      <p:cxnSp>
        <p:nvCxnSpPr>
          <p:cNvPr id="96" name="Straight Connector 95">
            <a:extLst>
              <a:ext uri="{FF2B5EF4-FFF2-40B4-BE49-F238E27FC236}">
                <a16:creationId xmlns:a16="http://schemas.microsoft.com/office/drawing/2014/main" id="{0253B271-4E61-8454-FA67-1E634EFF0AB6}"/>
              </a:ext>
            </a:extLst>
          </p:cNvPr>
          <p:cNvCxnSpPr>
            <a:cxnSpLocks/>
            <a:stCxn id="94" idx="3"/>
            <a:endCxn id="95" idx="1"/>
          </p:cNvCxnSpPr>
          <p:nvPr/>
        </p:nvCxnSpPr>
        <p:spPr>
          <a:xfrm>
            <a:off x="7524912" y="6357360"/>
            <a:ext cx="755489" cy="877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9D33A86-9FC1-ACBD-1987-2CE134FE7578}"/>
              </a:ext>
            </a:extLst>
          </p:cNvPr>
          <p:cNvCxnSpPr>
            <a:stCxn id="19" idx="3"/>
            <a:endCxn id="94" idx="1"/>
          </p:cNvCxnSpPr>
          <p:nvPr/>
        </p:nvCxnSpPr>
        <p:spPr>
          <a:xfrm>
            <a:off x="4737899" y="3333412"/>
            <a:ext cx="824863" cy="3023948"/>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93607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5A6D98FA-D195-627C-470F-FBE52C707729}"/>
              </a:ext>
            </a:extLst>
          </p:cNvPr>
          <p:cNvSpPr/>
          <p:nvPr/>
        </p:nvSpPr>
        <p:spPr>
          <a:xfrm>
            <a:off x="4853539" y="2219178"/>
            <a:ext cx="2786365" cy="2833003"/>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8" name="Oval 27">
            <a:extLst>
              <a:ext uri="{FF2B5EF4-FFF2-40B4-BE49-F238E27FC236}">
                <a16:creationId xmlns:a16="http://schemas.microsoft.com/office/drawing/2014/main" id="{EF8DB2E5-AFAE-929A-124A-0913ED83D8B5}"/>
              </a:ext>
            </a:extLst>
          </p:cNvPr>
          <p:cNvSpPr/>
          <p:nvPr/>
        </p:nvSpPr>
        <p:spPr>
          <a:xfrm>
            <a:off x="4852558" y="4146364"/>
            <a:ext cx="838200" cy="781050"/>
          </a:xfrm>
          <a:prstGeom prst="ellipse">
            <a:avLst/>
          </a:prstGeom>
          <a:solidFill>
            <a:schemeClr val="accent4">
              <a:lumMod val="40000"/>
              <a:lumOff val="60000"/>
            </a:schemeClr>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Footer Placeholder 1">
            <a:extLst>
              <a:ext uri="{FF2B5EF4-FFF2-40B4-BE49-F238E27FC236}">
                <a16:creationId xmlns:a16="http://schemas.microsoft.com/office/drawing/2014/main" id="{FCD5D316-EB59-93AB-F277-06D2118520B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a:ea typeface="+mn-ea"/>
                <a:cs typeface="+mn-cs"/>
              </a:rPr>
              <a:t>© 2025 Equinix, Inc.</a:t>
            </a:r>
          </a:p>
        </p:txBody>
      </p:sp>
      <p:sp>
        <p:nvSpPr>
          <p:cNvPr id="3" name="Slide Number Placeholder 2">
            <a:extLst>
              <a:ext uri="{FF2B5EF4-FFF2-40B4-BE49-F238E27FC236}">
                <a16:creationId xmlns:a16="http://schemas.microsoft.com/office/drawing/2014/main" id="{FCA4DAFB-283D-5557-AB86-7F99170A91C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A89D12-4F33-44AF-85FC-689FEAF79A41}" type="slidenum">
              <a:rPr kumimoji="0" lang="en-US" sz="8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6522DE92-B9D7-5A22-5DB9-0224433F6D2B}"/>
              </a:ext>
            </a:extLst>
          </p:cNvPr>
          <p:cNvSpPr>
            <a:spLocks noGrp="1"/>
          </p:cNvSpPr>
          <p:nvPr>
            <p:ph type="title"/>
          </p:nvPr>
        </p:nvSpPr>
        <p:spPr>
          <a:xfrm>
            <a:off x="507267" y="400052"/>
            <a:ext cx="11088686" cy="548640"/>
          </a:xfrm>
        </p:spPr>
        <p:txBody>
          <a:bodyPr/>
          <a:lstStyle/>
          <a:p>
            <a:r>
              <a:rPr lang="en-US"/>
              <a:t>QTC Use Cases</a:t>
            </a:r>
          </a:p>
        </p:txBody>
      </p:sp>
      <p:sp>
        <p:nvSpPr>
          <p:cNvPr id="8" name="Oval 7">
            <a:extLst>
              <a:ext uri="{FF2B5EF4-FFF2-40B4-BE49-F238E27FC236}">
                <a16:creationId xmlns:a16="http://schemas.microsoft.com/office/drawing/2014/main" id="{C48F5964-C330-7142-85C4-D39538E99293}"/>
              </a:ext>
            </a:extLst>
          </p:cNvPr>
          <p:cNvSpPr/>
          <p:nvPr/>
        </p:nvSpPr>
        <p:spPr>
          <a:xfrm>
            <a:off x="5435442" y="2885217"/>
            <a:ext cx="1618474" cy="1563042"/>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rial" panose="020B0604020202020204"/>
                <a:ea typeface="+mn-ea"/>
                <a:cs typeface="+mn-cs"/>
              </a:rPr>
              <a:t>Contract Entitlement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rial" panose="020B0604020202020204"/>
                <a:ea typeface="+mn-ea"/>
                <a:cs typeface="+mn-cs"/>
              </a:rPr>
              <a:t>(GTC,MCA, UT,DSA)</a:t>
            </a:r>
          </a:p>
        </p:txBody>
      </p:sp>
      <p:sp>
        <p:nvSpPr>
          <p:cNvPr id="9" name="Rectangle 8">
            <a:extLst>
              <a:ext uri="{FF2B5EF4-FFF2-40B4-BE49-F238E27FC236}">
                <a16:creationId xmlns:a16="http://schemas.microsoft.com/office/drawing/2014/main" id="{1E2EEAE8-9DD2-A6AA-AF9B-5EB88ABD236C}"/>
              </a:ext>
            </a:extLst>
          </p:cNvPr>
          <p:cNvSpPr/>
          <p:nvPr/>
        </p:nvSpPr>
        <p:spPr>
          <a:xfrm>
            <a:off x="435400" y="948168"/>
            <a:ext cx="4180266" cy="3382239"/>
          </a:xfrm>
          <a:prstGeom prst="rect">
            <a:avLst/>
          </a:prstGeom>
          <a:solidFill>
            <a:schemeClr val="bg1">
              <a:lumMod val="9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DB90D"/>
                </a:solidFill>
                <a:effectLst/>
                <a:uLnTx/>
                <a:uFillTx/>
                <a:latin typeface="Arial" panose="020B0604020202020204"/>
                <a:ea typeface="+mn-ea"/>
                <a:cs typeface="+mn-cs"/>
              </a:rPr>
              <a:t>Sales Qualification</a:t>
            </a: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Based on the Account, Product, IBX details, quote type, provide the following through APIs: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Whether quote is legally eligible for order conversion through a flag. If quote is not eligible for order conversion, indicate what is missing</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UT/other contract details (name/number, status) for sales visibility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Required T&amp;Cs/clauses to be printed on Quote document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Streamline reviews –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Workflow based routing, delegation, collaboration, real time insights and automation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Any pre-approved nonstandard T&amp;Cs should not trigger approvals again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Handle Multi-party opportunities contracts with automated workflows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Seamless/automated creation of contracts for Sales as early as possible in the value stream</a:t>
            </a:r>
          </a:p>
        </p:txBody>
      </p:sp>
      <p:sp>
        <p:nvSpPr>
          <p:cNvPr id="10" name="Rectangle 9">
            <a:extLst>
              <a:ext uri="{FF2B5EF4-FFF2-40B4-BE49-F238E27FC236}">
                <a16:creationId xmlns:a16="http://schemas.microsoft.com/office/drawing/2014/main" id="{02C17FBD-F8D0-49D0-F4E7-1808DC2DE789}"/>
              </a:ext>
            </a:extLst>
          </p:cNvPr>
          <p:cNvSpPr/>
          <p:nvPr/>
        </p:nvSpPr>
        <p:spPr>
          <a:xfrm>
            <a:off x="7810472" y="3636331"/>
            <a:ext cx="4033597" cy="278895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E91C24"/>
                </a:solidFill>
                <a:effectLst/>
                <a:uLnTx/>
                <a:uFillTx/>
                <a:latin typeface="Arial" panose="020B0604020202020204"/>
                <a:ea typeface="+mn-ea"/>
                <a:cs typeface="+mn-cs"/>
              </a:rPr>
              <a:t>Billing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Equinix Legal entities that are allowed to do Biz with this Account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Back Billing, Dispute Window,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Payment Breach Cure period before suspension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Type of Suspension (Credit Hold) allowed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Breach termination notice in days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Breach Cure Period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Payment Terms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PO required clause – Should not support in UT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3rd Party Portal Upload clause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Billing Frequency (Monthly/Quarterly)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Billing Type (Advance/Arrears)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Dispute rules (</a:t>
            </a:r>
            <a:r>
              <a:rPr kumimoji="0" lang="en-US" sz="1100" b="0" i="0" u="none" strike="noStrike" kern="1200" cap="none" spc="0" normalizeH="0" baseline="0" noProof="0" err="1">
                <a:ln>
                  <a:noFill/>
                </a:ln>
                <a:solidFill>
                  <a:prstClr val="black"/>
                </a:solidFill>
                <a:effectLst/>
                <a:uLnTx/>
                <a:uFillTx/>
                <a:latin typeface="Arial" panose="020B0604020202020204"/>
                <a:ea typeface="+mn-ea"/>
                <a:cs typeface="+mn-cs"/>
              </a:rPr>
              <a:t>Shortpay</a:t>
            </a: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 dispute, pay in full)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Interest Rate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71781C8D-D85A-1EDC-EB34-E5D2F346F0C5}"/>
              </a:ext>
            </a:extLst>
          </p:cNvPr>
          <p:cNvSpPr/>
          <p:nvPr/>
        </p:nvSpPr>
        <p:spPr>
          <a:xfrm>
            <a:off x="442053" y="4448259"/>
            <a:ext cx="4191989" cy="2200478"/>
          </a:xfrm>
          <a:prstGeom prst="rect">
            <a:avLst/>
          </a:prstGeom>
          <a:solidFill>
            <a:schemeClr val="bg1">
              <a:lumMod val="95000"/>
            </a:schemeClr>
          </a:solidFill>
          <a:ln>
            <a:noFill/>
          </a:ln>
        </p:spPr>
        <p:style>
          <a:lnRef idx="1">
            <a:schemeClr val="dk1"/>
          </a:lnRef>
          <a:fillRef idx="2">
            <a:schemeClr val="dk1"/>
          </a:fillRef>
          <a:effectRef idx="1">
            <a:schemeClr val="dk1"/>
          </a:effectRef>
          <a:fontRef idx="minor">
            <a:schemeClr val="dk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solidFill>
                    <a:srgbClr val="086AE3"/>
                  </a:solidFill>
                </a:ln>
                <a:solidFill>
                  <a:srgbClr val="086AE3"/>
                </a:solidFill>
                <a:effectLst/>
                <a:uLnTx/>
                <a:uFillTx/>
                <a:latin typeface="Arial" panose="020B0604020202020204"/>
                <a:ea typeface="+mn-ea"/>
                <a:cs typeface="+mn-cs"/>
              </a:rPr>
              <a:t>Portal</a:t>
            </a:r>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Sales motions allowed for an Account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List of active contracts for an Account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Services allowed for an account based on active contracts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C3A53F17-53DF-DD8F-C6E7-4001B260B0D6}"/>
              </a:ext>
            </a:extLst>
          </p:cNvPr>
          <p:cNvSpPr/>
          <p:nvPr/>
        </p:nvSpPr>
        <p:spPr>
          <a:xfrm>
            <a:off x="7810473" y="968818"/>
            <a:ext cx="4033597" cy="2492549"/>
          </a:xfrm>
          <a:prstGeom prst="rect">
            <a:avLst/>
          </a:prstGeom>
          <a:solidFill>
            <a:schemeClr val="bg1">
              <a:lumMod val="95000"/>
            </a:schemeClr>
          </a:solidFill>
          <a:ln>
            <a:noFill/>
          </a:ln>
        </p:spPr>
        <p:style>
          <a:lnRef idx="1">
            <a:schemeClr val="accent3"/>
          </a:lnRef>
          <a:fillRef idx="2">
            <a:schemeClr val="accent3"/>
          </a:fillRef>
          <a:effectRef idx="1">
            <a:schemeClr val="accent3"/>
          </a:effectRef>
          <a:fontRef idx="minor">
            <a:schemeClr val="dk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solidFill>
                    <a:srgbClr val="7739D9"/>
                  </a:solidFill>
                </a:ln>
                <a:solidFill>
                  <a:srgbClr val="7739D9"/>
                </a:solidFill>
                <a:effectLst/>
                <a:uLnTx/>
                <a:uFillTx/>
                <a:latin typeface="Arial" panose="020B0604020202020204"/>
                <a:ea typeface="+mn-ea"/>
                <a:cs typeface="+mn-cs"/>
              </a:rPr>
              <a:t>Service Delivery</a:t>
            </a:r>
            <a:endParaRPr kumimoji="0" lang="en-US" sz="1400" b="0" i="0" u="none" strike="noStrike" kern="1200" cap="none" spc="0" normalizeH="0" baseline="0" noProof="0">
              <a:ln>
                <a:noFill/>
              </a:ln>
              <a:solidFill>
                <a:srgbClr val="7739D9"/>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ETF’s</a:t>
            </a: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Cancellation Terms</a:t>
            </a: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Digital Acceptance (Click to accept Terms)</a:t>
            </a: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Arial" panose="020B0604020202020204"/>
                <a:ea typeface="+mn-ea"/>
                <a:cs typeface="+mn-cs"/>
              </a:rPr>
              <a:t>Notifications (Order received, order complete?)</a:t>
            </a:r>
            <a:endParaRPr kumimoji="0" lang="en-US" sz="1100" b="0" i="0" u="none" strike="noStrike" kern="1200" cap="none" spc="0" normalizeH="0" baseline="0" noProof="0">
              <a:ln>
                <a:noFill/>
              </a:ln>
              <a:solidFill>
                <a:prstClr val="black"/>
              </a:solidFill>
              <a:effectLst/>
              <a:uLnTx/>
              <a:uFillTx/>
              <a:latin typeface="Arial" panose="020B0604020202020204"/>
              <a:ea typeface="+mn-ea"/>
              <a:cs typeface="Arial"/>
            </a:endParaRPr>
          </a:p>
        </p:txBody>
      </p:sp>
      <p:sp>
        <p:nvSpPr>
          <p:cNvPr id="14" name="Oval 13">
            <a:extLst>
              <a:ext uri="{FF2B5EF4-FFF2-40B4-BE49-F238E27FC236}">
                <a16:creationId xmlns:a16="http://schemas.microsoft.com/office/drawing/2014/main" id="{C04CF49E-8125-D677-7B7E-324A64DA503B}"/>
              </a:ext>
            </a:extLst>
          </p:cNvPr>
          <p:cNvSpPr/>
          <p:nvPr/>
        </p:nvSpPr>
        <p:spPr>
          <a:xfrm>
            <a:off x="4937119" y="2219178"/>
            <a:ext cx="838200" cy="781050"/>
          </a:xfrm>
          <a:prstGeom prst="ellipse">
            <a:avLst/>
          </a:prstGeom>
          <a:solidFill>
            <a:schemeClr val="accent5">
              <a:lumMod val="40000"/>
              <a:lumOff val="6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050" name="Picture 2" descr="Sales Icons - Free SVG &amp; PNG Sales Images - Noun Project">
            <a:extLst>
              <a:ext uri="{FF2B5EF4-FFF2-40B4-BE49-F238E27FC236}">
                <a16:creationId xmlns:a16="http://schemas.microsoft.com/office/drawing/2014/main" id="{036CE276-C3C9-C73C-ECE6-68789EF1AC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7552" y="2295934"/>
            <a:ext cx="562332" cy="63498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8DCD4255-1B24-4C2E-FDDC-B37679AD864E}"/>
              </a:ext>
            </a:extLst>
          </p:cNvPr>
          <p:cNvCxnSpPr>
            <a:cxnSpLocks/>
          </p:cNvCxnSpPr>
          <p:nvPr/>
        </p:nvCxnSpPr>
        <p:spPr>
          <a:xfrm>
            <a:off x="400231" y="936445"/>
            <a:ext cx="4191989"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50742688-466C-C8B6-4216-5A17173AA0E2}"/>
              </a:ext>
            </a:extLst>
          </p:cNvPr>
          <p:cNvSpPr/>
          <p:nvPr/>
        </p:nvSpPr>
        <p:spPr>
          <a:xfrm>
            <a:off x="6722233" y="2256779"/>
            <a:ext cx="838200" cy="781050"/>
          </a:xfrm>
          <a:prstGeom prst="ellipse">
            <a:avLst/>
          </a:prstGeom>
          <a:solidFill>
            <a:schemeClr val="accent2">
              <a:lumMod val="20000"/>
              <a:lumOff val="80000"/>
            </a:schemeClr>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052" name="Picture 4" descr="Delivery service - Free shipping and delivery icons">
            <a:extLst>
              <a:ext uri="{FF2B5EF4-FFF2-40B4-BE49-F238E27FC236}">
                <a16:creationId xmlns:a16="http://schemas.microsoft.com/office/drawing/2014/main" id="{B841217C-7B3F-C0C2-F8BD-96097444C5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2802" y="2372984"/>
            <a:ext cx="548640" cy="548640"/>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BF2B1E46-E9D8-4021-3DFE-E585F12FB06C}"/>
              </a:ext>
            </a:extLst>
          </p:cNvPr>
          <p:cNvCxnSpPr>
            <a:cxnSpLocks/>
          </p:cNvCxnSpPr>
          <p:nvPr/>
        </p:nvCxnSpPr>
        <p:spPr>
          <a:xfrm>
            <a:off x="7810472" y="938616"/>
            <a:ext cx="4033597" cy="2013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7BBC53C-1AD3-C0A2-96B7-F2373B3E421A}"/>
              </a:ext>
            </a:extLst>
          </p:cNvPr>
          <p:cNvCxnSpPr>
            <a:cxnSpLocks/>
          </p:cNvCxnSpPr>
          <p:nvPr/>
        </p:nvCxnSpPr>
        <p:spPr>
          <a:xfrm>
            <a:off x="400231" y="4254444"/>
            <a:ext cx="4191990"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058" name="Picture 10" descr="Web Portal Icons - Free SVG &amp; PNG Web Portal Images - Noun Project">
            <a:extLst>
              <a:ext uri="{FF2B5EF4-FFF2-40B4-BE49-F238E27FC236}">
                <a16:creationId xmlns:a16="http://schemas.microsoft.com/office/drawing/2014/main" id="{A9ECBD16-5132-26F3-1228-FDF4188069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7030" y="4257467"/>
            <a:ext cx="635686" cy="635686"/>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Straight Connector 29">
            <a:extLst>
              <a:ext uri="{FF2B5EF4-FFF2-40B4-BE49-F238E27FC236}">
                <a16:creationId xmlns:a16="http://schemas.microsoft.com/office/drawing/2014/main" id="{027858FA-CCD1-205F-2ADB-1B4A96F6A476}"/>
              </a:ext>
            </a:extLst>
          </p:cNvPr>
          <p:cNvCxnSpPr>
            <a:cxnSpLocks/>
          </p:cNvCxnSpPr>
          <p:nvPr/>
        </p:nvCxnSpPr>
        <p:spPr>
          <a:xfrm>
            <a:off x="7810472" y="3651804"/>
            <a:ext cx="403359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B630C816-E57B-D872-1A65-479535ECE453}"/>
              </a:ext>
            </a:extLst>
          </p:cNvPr>
          <p:cNvSpPr/>
          <p:nvPr/>
        </p:nvSpPr>
        <p:spPr>
          <a:xfrm>
            <a:off x="6826177" y="4192110"/>
            <a:ext cx="838200" cy="781050"/>
          </a:xfrm>
          <a:prstGeom prst="ellipse">
            <a:avLst/>
          </a:prstGeom>
          <a:solidFill>
            <a:schemeClr val="accent1">
              <a:lumMod val="20000"/>
              <a:lumOff val="80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060" name="Picture 12" descr="Free Billing Icon - Free Download Business Icons | IconScout">
            <a:extLst>
              <a:ext uri="{FF2B5EF4-FFF2-40B4-BE49-F238E27FC236}">
                <a16:creationId xmlns:a16="http://schemas.microsoft.com/office/drawing/2014/main" id="{4180F155-979D-32F0-688C-06FB6C3FBE1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08543" y="4230290"/>
            <a:ext cx="727276" cy="727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912914"/>
      </p:ext>
    </p:extLst>
  </p:cSld>
  <p:clrMapOvr>
    <a:masterClrMapping/>
  </p:clrMapOvr>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heme/theme1.xml><?xml version="1.0" encoding="utf-8"?>
<a:theme xmlns:a="http://schemas.openxmlformats.org/drawingml/2006/main" name="Equinix 16:9 Widescreen 2025">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Equinix_Tmplt_16x9_v05-03.potx" id="{99D9B6D9-11EF-4165-9181-DC845212D8BA}" vid="{786AC6F4-F89F-4AD0-A4E8-3CB5061CB80E}"/>
    </a:ext>
  </a:extLst>
</a:theme>
</file>

<file path=ppt/theme/theme2.xml><?xml version="1.0" encoding="utf-8"?>
<a:theme xmlns:a="http://schemas.openxmlformats.org/drawingml/2006/main" name="1_Equinix 16:9 Widescreen 2023">
  <a:themeElements>
    <a:clrScheme name="Equinix 2020 Colors">
      <a:dk1>
        <a:srgbClr val="000000"/>
      </a:dk1>
      <a:lt1>
        <a:srgbClr val="FFFFFF"/>
      </a:lt1>
      <a:dk2>
        <a:srgbClr val="000000"/>
      </a:dk2>
      <a:lt2>
        <a:srgbClr val="707073"/>
      </a:lt2>
      <a:accent1>
        <a:srgbClr val="A1A1A4"/>
      </a:accent1>
      <a:accent2>
        <a:srgbClr val="C9C9CC"/>
      </a:accent2>
      <a:accent3>
        <a:srgbClr val="ED1C24"/>
      </a:accent3>
      <a:accent4>
        <a:srgbClr val="F68C1F"/>
      </a:accent4>
      <a:accent5>
        <a:srgbClr val="043776"/>
      </a:accent5>
      <a:accent6>
        <a:srgbClr val="53B7E8"/>
      </a:accent6>
      <a:hlink>
        <a:srgbClr val="ED1C24"/>
      </a:hlink>
      <a:folHlink>
        <a:srgbClr val="3F3F3F"/>
      </a:folHlink>
    </a:clrScheme>
    <a:fontScheme name="Equinix Fonts 2">
      <a:majorFont>
        <a:latin typeface="Arial Black"/>
        <a:ea typeface="Segoe UI Black"/>
        <a:cs typeface=""/>
        <a:font script="Jpan" typeface="Arial Black"/>
        <a:font script="Hang" typeface="Arial Black"/>
        <a:font script="Hans" typeface="Arial Black"/>
        <a:font script="Hant" typeface="Arial Black"/>
      </a:majorFont>
      <a:minorFont>
        <a:latin typeface="Arial"/>
        <a:ea typeface=""/>
        <a:cs typeface=""/>
        <a:font script="Jpan" typeface="Arial"/>
        <a:font script="Hang" typeface="Arial"/>
        <a:font script="Hans" typeface="Arial"/>
        <a:font script="Hant" typeface="Arial"/>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3"/>
        </a:fillRef>
        <a:effectRef idx="0">
          <a:schemeClr val="accent3"/>
        </a:effectRef>
        <a:fontRef idx="minor">
          <a:schemeClr val="lt1"/>
        </a:fontRef>
      </a:style>
    </a:spDef>
    <a:lnDef>
      <a:spPr>
        <a:ln w="12700">
          <a:headEnd type="none" w="med" len="med"/>
          <a:tailEnd type="none" w="med" len="med"/>
        </a:ln>
      </a:spPr>
      <a:bodyPr/>
      <a:lstStyle/>
      <a:style>
        <a:lnRef idx="1">
          <a:schemeClr val="accent3"/>
        </a:lnRef>
        <a:fillRef idx="0">
          <a:schemeClr val="accent3"/>
        </a:fillRef>
        <a:effectRef idx="0">
          <a:schemeClr val="accent3"/>
        </a:effectRef>
        <a:fontRef idx="minor">
          <a:schemeClr val="tx1"/>
        </a:fontRef>
      </a:style>
    </a:lnDef>
    <a:txDef>
      <a:spPr>
        <a:noFill/>
      </a:spPr>
      <a:bodyPr wrap="none" lIns="0" tIns="0" rIns="0" bIns="0" rtlCol="0">
        <a:spAutoFit/>
      </a:bodyPr>
      <a:lstStyle>
        <a:defPPr algn="l">
          <a:defRPr dirty="0" err="1" smtClean="0">
            <a:solidFill>
              <a:schemeClr val="bg2"/>
            </a:solidFill>
          </a:defRPr>
        </a:defPPr>
      </a:lstStyle>
    </a:txDef>
  </a:objectDefaults>
  <a:extraClrSchemeLst/>
  <a:extLst>
    <a:ext uri="{05A4C25C-085E-4340-85A3-A5531E510DB2}">
      <thm15:themeFamily xmlns:thm15="http://schemas.microsoft.com/office/thememl/2012/main" name="EQ_Corp_Template.potx" id="{F94D4958-DBF3-41AD-B8EE-F1D150B08723}" vid="{363BFB34-81FC-42AD-AE8C-15B5A5FF63F9}"/>
    </a:ext>
  </a:extLst>
</a:theme>
</file>

<file path=ppt/theme/theme3.xml><?xml version="1.0" encoding="utf-8"?>
<a:theme xmlns:a="http://schemas.openxmlformats.org/drawingml/2006/main" name="1_Equinix 16:9 Widescreen 2025">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Equinix_Tmplt_16x9_v05-03.potx" id="{99D9B6D9-11EF-4165-9181-DC845212D8BA}" vid="{786AC6F4-F89F-4AD0-A4E8-3CB5061CB80E}"/>
    </a:ext>
  </a:extLst>
</a:theme>
</file>

<file path=ppt/theme/theme4.xml><?xml version="1.0" encoding="utf-8"?>
<a:theme xmlns:a="http://schemas.openxmlformats.org/drawingml/2006/main" name="Equinix 16:9 Widescreen 2024">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16x9" id="{CD17C57A-0BC0-F040-84B9-3C2E5E1D3291}" vid="{AC303690-5A6A-0346-BF0F-A92166223A63}"/>
    </a:ext>
  </a:extLst>
</a:theme>
</file>

<file path=ppt/theme/theme5.xml><?xml version="1.0" encoding="utf-8"?>
<a:theme xmlns:a="http://schemas.openxmlformats.org/drawingml/2006/main" name="4_Equinix 16:9 Widescreen 2025">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Equinix_Tmplt_4x3_v00-02.potx" id="{AFDD6579-4881-4F8E-BAC9-76C3E66BF094}" vid="{870DBFD7-CDB9-4C83-936A-00463C89BEE3}"/>
    </a:ext>
  </a:extLst>
</a:theme>
</file>

<file path=ppt/theme/theme6.xml><?xml version="1.0" encoding="utf-8"?>
<a:theme xmlns:a="http://schemas.openxmlformats.org/drawingml/2006/main" name="5_Equinix 16:9 Widescreen 2025">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Equinix_Tmplt_4x3_v00-02.potx" id="{AFDD6579-4881-4F8E-BAC9-76C3E66BF094}" vid="{870DBFD7-CDB9-4C83-936A-00463C89BEE3}"/>
    </a:ext>
  </a:extLst>
</a:theme>
</file>

<file path=ppt/theme/theme7.xml><?xml version="1.0" encoding="utf-8"?>
<a:theme xmlns:a="http://schemas.openxmlformats.org/drawingml/2006/main" name="1_Equinix 16:9 Widescreen 2024">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16x9" id="{CD17C57A-0BC0-F040-84B9-3C2E5E1D3291}" vid="{AC303690-5A6A-0346-BF0F-A92166223A63}"/>
    </a:ext>
  </a:extLst>
</a:theme>
</file>

<file path=ppt/theme/theme8.xml><?xml version="1.0" encoding="utf-8"?>
<a:theme xmlns:a="http://schemas.openxmlformats.org/drawingml/2006/main" name="2_Equinix 16:9 Widescreen 2025">
  <a:themeElements>
    <a:clrScheme name="Equinix_2">
      <a:dk1>
        <a:sysClr val="windowText" lastClr="000000"/>
      </a:dk1>
      <a:lt1>
        <a:sysClr val="window" lastClr="FFFFFF"/>
      </a:lt1>
      <a:dk2>
        <a:srgbClr val="5A657B"/>
      </a:dk2>
      <a:lt2>
        <a:srgbClr val="F2F3F5"/>
      </a:lt2>
      <a:accent1>
        <a:srgbClr val="E91C24"/>
      </a:accent1>
      <a:accent2>
        <a:srgbClr val="411980"/>
      </a:accent2>
      <a:accent3>
        <a:srgbClr val="7739D9"/>
      </a:accent3>
      <a:accent4>
        <a:srgbClr val="086AE3"/>
      </a:accent4>
      <a:accent5>
        <a:srgbClr val="FDB90D"/>
      </a:accent5>
      <a:accent6>
        <a:srgbClr val="F55200"/>
      </a:accent6>
      <a:hlink>
        <a:srgbClr val="E91C24"/>
      </a:hlink>
      <a:folHlink>
        <a:srgbClr val="E91C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tlCol="0">
        <a:noAutofit/>
      </a:bodyPr>
      <a:lstStyle>
        <a:defPPr algn="l">
          <a:defRPr sz="1400" dirty="0" smtClean="0"/>
        </a:defPPr>
      </a:lstStyle>
    </a:txDef>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Violet">
      <a:srgbClr val="E9DBFF"/>
    </a:custClr>
    <a:custClr name="Light Purple">
      <a:srgbClr val="EDCC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Violet">
      <a:srgbClr val="411980"/>
    </a:custClr>
    <a:custClr name="Dark Purple">
      <a:srgbClr val="20043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Equinix_Tmplt_4x3_v00-02.potx" id="{AFDD6579-4881-4F8E-BAC9-76C3E66BF094}" vid="{870DBFD7-CDB9-4C83-936A-00463C89BEE3}"/>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Red">
      <a:srgbClr val="E91C24"/>
    </a:custClr>
    <a:custClr name="Maroon">
      <a:srgbClr val="A20238"/>
    </a:custClr>
    <a:custClr name="Violet">
      <a:srgbClr val="7739D9"/>
    </a:custClr>
    <a:custClr name="Purple">
      <a:srgbClr val="470063"/>
    </a:custClr>
    <a:custClr name="Blue">
      <a:srgbClr val="086AE3"/>
    </a:custClr>
    <a:custClr name="Aqua">
      <a:srgbClr val="85F0F8"/>
    </a:custClr>
    <a:custClr name="Green">
      <a:srgbClr val="33A85C"/>
    </a:custClr>
    <a:custClr name="Yellow">
      <a:srgbClr val="FEDC86"/>
    </a:custClr>
    <a:custClr name="Orange">
      <a:srgbClr val="FE9234"/>
    </a:custClr>
    <a:custClr name="not used">
      <a:srgbClr val="FFFFFF"/>
    </a:custClr>
    <a:custClr name="Light Red">
      <a:srgbClr val="FFEBEE"/>
    </a:custClr>
    <a:custClr name="Light Maroon">
      <a:srgbClr val="FFCCDD"/>
    </a:custClr>
    <a:custClr name="Light Purple">
      <a:srgbClr val="EDCCFF"/>
    </a:custClr>
    <a:custClr name="Light Violet">
      <a:srgbClr val="E9DBFF"/>
    </a:custClr>
    <a:custClr name="Light Blue">
      <a:srgbClr val="CCE3FF"/>
    </a:custClr>
    <a:custClr name="Light Aqua">
      <a:srgbClr val="C7FDFF"/>
    </a:custClr>
    <a:custClr name="Light Green">
      <a:srgbClr val="DFFBE5"/>
    </a:custClr>
    <a:custClr name="Light Yellow">
      <a:srgbClr val="FFF1CC"/>
    </a:custClr>
    <a:custClr name="Light Orange">
      <a:srgbClr val="FFE4CC"/>
    </a:custClr>
    <a:custClr name="not used">
      <a:srgbClr val="FFFFFF"/>
    </a:custClr>
    <a:custClr name="Dark Red">
      <a:srgbClr val="AD050C"/>
    </a:custClr>
    <a:custClr name="Dark Maroon">
      <a:srgbClr val="51011C"/>
    </a:custClr>
    <a:custClr name="Dark Purple">
      <a:srgbClr val="200430"/>
    </a:custClr>
    <a:custClr name="Dark Violet">
      <a:srgbClr val="411980"/>
    </a:custClr>
    <a:custClr name="Dark Blue">
      <a:srgbClr val="00408C"/>
    </a:custClr>
    <a:custClr name="Dark Aqua">
      <a:srgbClr val="00737A"/>
    </a:custClr>
    <a:custClr name="Dark Green">
      <a:srgbClr val="2A8346"/>
    </a:custClr>
    <a:custClr name="Dark Yellow">
      <a:srgbClr val="FDB90D"/>
    </a:custClr>
    <a:custClr name="Dark Orange">
      <a:srgbClr val="F55200"/>
    </a:custClr>
    <a:custClr name="not used">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8CE059C73F1984DB06A3BB512428E35" ma:contentTypeVersion="4" ma:contentTypeDescription="Create a new document." ma:contentTypeScope="" ma:versionID="b831af05634a730a9aa9c00102dcad58">
  <xsd:schema xmlns:xsd="http://www.w3.org/2001/XMLSchema" xmlns:xs="http://www.w3.org/2001/XMLSchema" xmlns:p="http://schemas.microsoft.com/office/2006/metadata/properties" xmlns:ns2="cf69e8d9-a0b8-4b7d-a27e-7d79a728e0a1" targetNamespace="http://schemas.microsoft.com/office/2006/metadata/properties" ma:root="true" ma:fieldsID="be2aef3ec08dbf5706af0e797d6a5821" ns2:_="">
    <xsd:import namespace="cf69e8d9-a0b8-4b7d-a27e-7d79a728e0a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69e8d9-a0b8-4b7d-a27e-7d79a728e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90E1B1-E65E-4D21-88EC-FDA434B0532F}">
  <ds:schemaRefs>
    <ds:schemaRef ds:uri="http://www.w3.org/XML/1998/namespace"/>
    <ds:schemaRef ds:uri="http://schemas.microsoft.com/office/infopath/2007/PartnerControls"/>
    <ds:schemaRef ds:uri="http://purl.org/dc/elements/1.1/"/>
    <ds:schemaRef ds:uri="http://purl.org/dc/terms/"/>
    <ds:schemaRef ds:uri="cf69e8d9-a0b8-4b7d-a27e-7d79a728e0a1"/>
    <ds:schemaRef ds:uri="http://purl.org/dc/dcmitype/"/>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9B4D5730-BB66-4378-A7CE-9E3D551A6978}">
  <ds:schemaRefs>
    <ds:schemaRef ds:uri="cf69e8d9-a0b8-4b7d-a27e-7d79a728e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EB4930F-7B73-4824-9E57-E22BADE8440B}">
  <ds:schemaRefs>
    <ds:schemaRef ds:uri="http://schemas.microsoft.com/sharepoint/v3/contenttype/forms"/>
  </ds:schemaRefs>
</ds:datastoreItem>
</file>

<file path=docMetadata/LabelInfo.xml><?xml version="1.0" encoding="utf-8"?>
<clbl:labelList xmlns:clbl="http://schemas.microsoft.com/office/2020/mipLabelMetadata">
  <clbl:label id="{20bd2185-7f4f-483c-8403-3480aaa4171f}" enabled="1" method="Standard" siteId="{72adb271-2fc7-4afe-a5ee-9de6a59f6bfb}" removed="0"/>
</clbl:labelList>
</file>

<file path=docProps/app.xml><?xml version="1.0" encoding="utf-8"?>
<Properties xmlns="http://schemas.openxmlformats.org/officeDocument/2006/extended-properties" xmlns:vt="http://schemas.openxmlformats.org/officeDocument/2006/docPropsVTypes">
  <Template>Equinix_PPT_Template_16x9_Wide_2025 (1)</Template>
  <TotalTime>1</TotalTime>
  <Words>4414</Words>
  <Application>Microsoft Macintosh PowerPoint</Application>
  <PresentationFormat>Widescreen</PresentationFormat>
  <Paragraphs>830</Paragraphs>
  <Slides>20</Slides>
  <Notes>3</Notes>
  <HiddenSlides>0</HiddenSlides>
  <MMClips>0</MMClips>
  <ScaleCrop>false</ScaleCrop>
  <HeadingPairs>
    <vt:vector size="8" baseType="variant">
      <vt:variant>
        <vt:lpstr>Fonts Used</vt:lpstr>
      </vt:variant>
      <vt:variant>
        <vt:i4>6</vt:i4>
      </vt:variant>
      <vt:variant>
        <vt:lpstr>Theme</vt:lpstr>
      </vt:variant>
      <vt:variant>
        <vt:i4>8</vt:i4>
      </vt:variant>
      <vt:variant>
        <vt:lpstr>Embedded OLE Servers</vt:lpstr>
      </vt:variant>
      <vt:variant>
        <vt:i4>1</vt:i4>
      </vt:variant>
      <vt:variant>
        <vt:lpstr>Slide Titles</vt:lpstr>
      </vt:variant>
      <vt:variant>
        <vt:i4>20</vt:i4>
      </vt:variant>
    </vt:vector>
  </HeadingPairs>
  <TitlesOfParts>
    <vt:vector size="35" baseType="lpstr">
      <vt:lpstr>Aptos Narrow</vt:lpstr>
      <vt:lpstr>Arial</vt:lpstr>
      <vt:lpstr>Arial Black</vt:lpstr>
      <vt:lpstr>Calibri</vt:lpstr>
      <vt:lpstr>Segoe Sans</vt:lpstr>
      <vt:lpstr>Wingdings</vt:lpstr>
      <vt:lpstr>Equinix 16:9 Widescreen 2025</vt:lpstr>
      <vt:lpstr>1_Equinix 16:9 Widescreen 2023</vt:lpstr>
      <vt:lpstr>1_Equinix 16:9 Widescreen 2025</vt:lpstr>
      <vt:lpstr>Equinix 16:9 Widescreen 2024</vt:lpstr>
      <vt:lpstr>4_Equinix 16:9 Widescreen 2025</vt:lpstr>
      <vt:lpstr>5_Equinix 16:9 Widescreen 2025</vt:lpstr>
      <vt:lpstr>1_Equinix 16:9 Widescreen 2024</vt:lpstr>
      <vt:lpstr>2_Equinix 16:9 Widescreen 2025</vt:lpstr>
      <vt:lpstr>think-cell Slide</vt:lpstr>
      <vt:lpstr>Account Data Model</vt:lpstr>
      <vt:lpstr>Agenda</vt:lpstr>
      <vt:lpstr>Key Changes for Data Model</vt:lpstr>
      <vt:lpstr>Current State</vt:lpstr>
      <vt:lpstr>Future State</vt:lpstr>
      <vt:lpstr>Future State</vt:lpstr>
      <vt:lpstr>Future State</vt:lpstr>
      <vt:lpstr>ECP Permissions Proposal - MVP </vt:lpstr>
      <vt:lpstr>Current Vs Proposed Future for Cloudflare Inc.</vt:lpstr>
      <vt:lpstr>Cloudflare US Inc.</vt:lpstr>
      <vt:lpstr>PowerPoint Presentation</vt:lpstr>
      <vt:lpstr>Pick a Winner logic (detailed)</vt:lpstr>
      <vt:lpstr>Currency Code Requirement</vt:lpstr>
      <vt:lpstr>Payment Term, Credit Hold</vt:lpstr>
      <vt:lpstr>Option B: Bill to Address has multiple EQX BU for Invoicing </vt:lpstr>
      <vt:lpstr>Legal entity representation</vt:lpstr>
      <vt:lpstr>Multi – Party Opportunity</vt:lpstr>
      <vt:lpstr>Multi Party Deal Continued</vt:lpstr>
      <vt:lpstr>Contract Entitlement Model</vt:lpstr>
      <vt:lpstr>QTC Use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16x9 presentation template</dc:subject>
  <dc:creator>Karthick Punyakoteeswaran</dc:creator>
  <cp:lastModifiedBy>Manish Dharod</cp:lastModifiedBy>
  <cp:revision>3</cp:revision>
  <dcterms:created xsi:type="dcterms:W3CDTF">2025-07-10T04:45:05Z</dcterms:created>
  <dcterms:modified xsi:type="dcterms:W3CDTF">2025-09-04T01:02:25Z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0x01010038CE059C73F1984DB06A3BB512428E35</vt:lpwstr>
  </property>
</Properties>
</file>